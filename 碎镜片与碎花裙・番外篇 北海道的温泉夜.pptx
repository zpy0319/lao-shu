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00.xml" ContentType="application/vnd.openxmlformats-officedocument.presentationml.tags+xml"/>
  <Override PartName="/ppt/tags/tag1000.xml" ContentType="application/vnd.openxmlformats-officedocument.presentationml.tags+xml"/>
  <Override PartName="/ppt/tags/tag1001.xml" ContentType="application/vnd.openxmlformats-officedocument.presentationml.tags+xml"/>
  <Override PartName="/ppt/tags/tag1002.xml" ContentType="application/vnd.openxmlformats-officedocument.presentationml.tags+xml"/>
  <Override PartName="/ppt/tags/tag1003.xml" ContentType="application/vnd.openxmlformats-officedocument.presentationml.tags+xml"/>
  <Override PartName="/ppt/tags/tag1004.xml" ContentType="application/vnd.openxmlformats-officedocument.presentationml.tags+xml"/>
  <Override PartName="/ppt/tags/tag1005.xml" ContentType="application/vnd.openxmlformats-officedocument.presentationml.tags+xml"/>
  <Override PartName="/ppt/tags/tag1006.xml" ContentType="application/vnd.openxmlformats-officedocument.presentationml.tags+xml"/>
  <Override PartName="/ppt/tags/tag1007.xml" ContentType="application/vnd.openxmlformats-officedocument.presentationml.tags+xml"/>
  <Override PartName="/ppt/tags/tag1008.xml" ContentType="application/vnd.openxmlformats-officedocument.presentationml.tags+xml"/>
  <Override PartName="/ppt/tags/tag1009.xml" ContentType="application/vnd.openxmlformats-officedocument.presentationml.tags+xml"/>
  <Override PartName="/ppt/tags/tag101.xml" ContentType="application/vnd.openxmlformats-officedocument.presentationml.tags+xml"/>
  <Override PartName="/ppt/tags/tag1010.xml" ContentType="application/vnd.openxmlformats-officedocument.presentationml.tags+xml"/>
  <Override PartName="/ppt/tags/tag1011.xml" ContentType="application/vnd.openxmlformats-officedocument.presentationml.tags+xml"/>
  <Override PartName="/ppt/tags/tag1012.xml" ContentType="application/vnd.openxmlformats-officedocument.presentationml.tags+xml"/>
  <Override PartName="/ppt/tags/tag1013.xml" ContentType="application/vnd.openxmlformats-officedocument.presentationml.tags+xml"/>
  <Override PartName="/ppt/tags/tag1014.xml" ContentType="application/vnd.openxmlformats-officedocument.presentationml.tags+xml"/>
  <Override PartName="/ppt/tags/tag1015.xml" ContentType="application/vnd.openxmlformats-officedocument.presentationml.tags+xml"/>
  <Override PartName="/ppt/tags/tag1016.xml" ContentType="application/vnd.openxmlformats-officedocument.presentationml.tags+xml"/>
  <Override PartName="/ppt/tags/tag1017.xml" ContentType="application/vnd.openxmlformats-officedocument.presentationml.tags+xml"/>
  <Override PartName="/ppt/tags/tag1018.xml" ContentType="application/vnd.openxmlformats-officedocument.presentationml.tags+xml"/>
  <Override PartName="/ppt/tags/tag1019.xml" ContentType="application/vnd.openxmlformats-officedocument.presentationml.tags+xml"/>
  <Override PartName="/ppt/tags/tag102.xml" ContentType="application/vnd.openxmlformats-officedocument.presentationml.tags+xml"/>
  <Override PartName="/ppt/tags/tag1020.xml" ContentType="application/vnd.openxmlformats-officedocument.presentationml.tags+xml"/>
  <Override PartName="/ppt/tags/tag1021.xml" ContentType="application/vnd.openxmlformats-officedocument.presentationml.tags+xml"/>
  <Override PartName="/ppt/tags/tag1022.xml" ContentType="application/vnd.openxmlformats-officedocument.presentationml.tags+xml"/>
  <Override PartName="/ppt/tags/tag1023.xml" ContentType="application/vnd.openxmlformats-officedocument.presentationml.tags+xml"/>
  <Override PartName="/ppt/tags/tag1024.xml" ContentType="application/vnd.openxmlformats-officedocument.presentationml.tags+xml"/>
  <Override PartName="/ppt/tags/tag1025.xml" ContentType="application/vnd.openxmlformats-officedocument.presentationml.tags+xml"/>
  <Override PartName="/ppt/tags/tag1026.xml" ContentType="application/vnd.openxmlformats-officedocument.presentationml.tags+xml"/>
  <Override PartName="/ppt/tags/tag1027.xml" ContentType="application/vnd.openxmlformats-officedocument.presentationml.tags+xml"/>
  <Override PartName="/ppt/tags/tag1028.xml" ContentType="application/vnd.openxmlformats-officedocument.presentationml.tags+xml"/>
  <Override PartName="/ppt/tags/tag1029.xml" ContentType="application/vnd.openxmlformats-officedocument.presentationml.tags+xml"/>
  <Override PartName="/ppt/tags/tag103.xml" ContentType="application/vnd.openxmlformats-officedocument.presentationml.tags+xml"/>
  <Override PartName="/ppt/tags/tag1030.xml" ContentType="application/vnd.openxmlformats-officedocument.presentationml.tags+xml"/>
  <Override PartName="/ppt/tags/tag1031.xml" ContentType="application/vnd.openxmlformats-officedocument.presentationml.tags+xml"/>
  <Override PartName="/ppt/tags/tag1032.xml" ContentType="application/vnd.openxmlformats-officedocument.presentationml.tags+xml"/>
  <Override PartName="/ppt/tags/tag1033.xml" ContentType="application/vnd.openxmlformats-officedocument.presentationml.tags+xml"/>
  <Override PartName="/ppt/tags/tag1034.xml" ContentType="application/vnd.openxmlformats-officedocument.presentationml.tags+xml"/>
  <Override PartName="/ppt/tags/tag1035.xml" ContentType="application/vnd.openxmlformats-officedocument.presentationml.tags+xml"/>
  <Override PartName="/ppt/tags/tag1036.xml" ContentType="application/vnd.openxmlformats-officedocument.presentationml.tags+xml"/>
  <Override PartName="/ppt/tags/tag1037.xml" ContentType="application/vnd.openxmlformats-officedocument.presentationml.tags+xml"/>
  <Override PartName="/ppt/tags/tag1038.xml" ContentType="application/vnd.openxmlformats-officedocument.presentationml.tags+xml"/>
  <Override PartName="/ppt/tags/tag1039.xml" ContentType="application/vnd.openxmlformats-officedocument.presentationml.tags+xml"/>
  <Override PartName="/ppt/tags/tag104.xml" ContentType="application/vnd.openxmlformats-officedocument.presentationml.tags+xml"/>
  <Override PartName="/ppt/tags/tag1040.xml" ContentType="application/vnd.openxmlformats-officedocument.presentationml.tags+xml"/>
  <Override PartName="/ppt/tags/tag1041.xml" ContentType="application/vnd.openxmlformats-officedocument.presentationml.tags+xml"/>
  <Override PartName="/ppt/tags/tag1042.xml" ContentType="application/vnd.openxmlformats-officedocument.presentationml.tags+xml"/>
  <Override PartName="/ppt/tags/tag1043.xml" ContentType="application/vnd.openxmlformats-officedocument.presentationml.tags+xml"/>
  <Override PartName="/ppt/tags/tag1044.xml" ContentType="application/vnd.openxmlformats-officedocument.presentationml.tags+xml"/>
  <Override PartName="/ppt/tags/tag1045.xml" ContentType="application/vnd.openxmlformats-officedocument.presentationml.tags+xml"/>
  <Override PartName="/ppt/tags/tag1046.xml" ContentType="application/vnd.openxmlformats-officedocument.presentationml.tags+xml"/>
  <Override PartName="/ppt/tags/tag1047.xml" ContentType="application/vnd.openxmlformats-officedocument.presentationml.tags+xml"/>
  <Override PartName="/ppt/tags/tag1048.xml" ContentType="application/vnd.openxmlformats-officedocument.presentationml.tags+xml"/>
  <Override PartName="/ppt/tags/tag1049.xml" ContentType="application/vnd.openxmlformats-officedocument.presentationml.tags+xml"/>
  <Override PartName="/ppt/tags/tag105.xml" ContentType="application/vnd.openxmlformats-officedocument.presentationml.tags+xml"/>
  <Override PartName="/ppt/tags/tag1050.xml" ContentType="application/vnd.openxmlformats-officedocument.presentationml.tags+xml"/>
  <Override PartName="/ppt/tags/tag1051.xml" ContentType="application/vnd.openxmlformats-officedocument.presentationml.tags+xml"/>
  <Override PartName="/ppt/tags/tag1052.xml" ContentType="application/vnd.openxmlformats-officedocument.presentationml.tags+xml"/>
  <Override PartName="/ppt/tags/tag1053.xml" ContentType="application/vnd.openxmlformats-officedocument.presentationml.tags+xml"/>
  <Override PartName="/ppt/tags/tag1054.xml" ContentType="application/vnd.openxmlformats-officedocument.presentationml.tags+xml"/>
  <Override PartName="/ppt/tags/tag1055.xml" ContentType="application/vnd.openxmlformats-officedocument.presentationml.tags+xml"/>
  <Override PartName="/ppt/tags/tag1056.xml" ContentType="application/vnd.openxmlformats-officedocument.presentationml.tags+xml"/>
  <Override PartName="/ppt/tags/tag1057.xml" ContentType="application/vnd.openxmlformats-officedocument.presentationml.tags+xml"/>
  <Override PartName="/ppt/tags/tag1058.xml" ContentType="application/vnd.openxmlformats-officedocument.presentationml.tags+xml"/>
  <Override PartName="/ppt/tags/tag1059.xml" ContentType="application/vnd.openxmlformats-officedocument.presentationml.tags+xml"/>
  <Override PartName="/ppt/tags/tag106.xml" ContentType="application/vnd.openxmlformats-officedocument.presentationml.tags+xml"/>
  <Override PartName="/ppt/tags/tag1060.xml" ContentType="application/vnd.openxmlformats-officedocument.presentationml.tags+xml"/>
  <Override PartName="/ppt/tags/tag1061.xml" ContentType="application/vnd.openxmlformats-officedocument.presentationml.tags+xml"/>
  <Override PartName="/ppt/tags/tag1062.xml" ContentType="application/vnd.openxmlformats-officedocument.presentationml.tags+xml"/>
  <Override PartName="/ppt/tags/tag1063.xml" ContentType="application/vnd.openxmlformats-officedocument.presentationml.tags+xml"/>
  <Override PartName="/ppt/tags/tag1064.xml" ContentType="application/vnd.openxmlformats-officedocument.presentationml.tags+xml"/>
  <Override PartName="/ppt/tags/tag1065.xml" ContentType="application/vnd.openxmlformats-officedocument.presentationml.tags+xml"/>
  <Override PartName="/ppt/tags/tag1066.xml" ContentType="application/vnd.openxmlformats-officedocument.presentationml.tags+xml"/>
  <Override PartName="/ppt/tags/tag1067.xml" ContentType="application/vnd.openxmlformats-officedocument.presentationml.tags+xml"/>
  <Override PartName="/ppt/tags/tag1068.xml" ContentType="application/vnd.openxmlformats-officedocument.presentationml.tags+xml"/>
  <Override PartName="/ppt/tags/tag1069.xml" ContentType="application/vnd.openxmlformats-officedocument.presentationml.tags+xml"/>
  <Override PartName="/ppt/tags/tag107.xml" ContentType="application/vnd.openxmlformats-officedocument.presentationml.tags+xml"/>
  <Override PartName="/ppt/tags/tag1070.xml" ContentType="application/vnd.openxmlformats-officedocument.presentationml.tags+xml"/>
  <Override PartName="/ppt/tags/tag1071.xml" ContentType="application/vnd.openxmlformats-officedocument.presentationml.tags+xml"/>
  <Override PartName="/ppt/tags/tag1072.xml" ContentType="application/vnd.openxmlformats-officedocument.presentationml.tags+xml"/>
  <Override PartName="/ppt/tags/tag1073.xml" ContentType="application/vnd.openxmlformats-officedocument.presentationml.tags+xml"/>
  <Override PartName="/ppt/tags/tag1074.xml" ContentType="application/vnd.openxmlformats-officedocument.presentationml.tags+xml"/>
  <Override PartName="/ppt/tags/tag1075.xml" ContentType="application/vnd.openxmlformats-officedocument.presentationml.tags+xml"/>
  <Override PartName="/ppt/tags/tag1076.xml" ContentType="application/vnd.openxmlformats-officedocument.presentationml.tags+xml"/>
  <Override PartName="/ppt/tags/tag1077.xml" ContentType="application/vnd.openxmlformats-officedocument.presentationml.tags+xml"/>
  <Override PartName="/ppt/tags/tag1078.xml" ContentType="application/vnd.openxmlformats-officedocument.presentationml.tags+xml"/>
  <Override PartName="/ppt/tags/tag1079.xml" ContentType="application/vnd.openxmlformats-officedocument.presentationml.tags+xml"/>
  <Override PartName="/ppt/tags/tag108.xml" ContentType="application/vnd.openxmlformats-officedocument.presentationml.tags+xml"/>
  <Override PartName="/ppt/tags/tag1080.xml" ContentType="application/vnd.openxmlformats-officedocument.presentationml.tags+xml"/>
  <Override PartName="/ppt/tags/tag1081.xml" ContentType="application/vnd.openxmlformats-officedocument.presentationml.tags+xml"/>
  <Override PartName="/ppt/tags/tag1082.xml" ContentType="application/vnd.openxmlformats-officedocument.presentationml.tags+xml"/>
  <Override PartName="/ppt/tags/tag1083.xml" ContentType="application/vnd.openxmlformats-officedocument.presentationml.tags+xml"/>
  <Override PartName="/ppt/tags/tag1084.xml" ContentType="application/vnd.openxmlformats-officedocument.presentationml.tags+xml"/>
  <Override PartName="/ppt/tags/tag1085.xml" ContentType="application/vnd.openxmlformats-officedocument.presentationml.tags+xml"/>
  <Override PartName="/ppt/tags/tag1086.xml" ContentType="application/vnd.openxmlformats-officedocument.presentationml.tags+xml"/>
  <Override PartName="/ppt/tags/tag1087.xml" ContentType="application/vnd.openxmlformats-officedocument.presentationml.tags+xml"/>
  <Override PartName="/ppt/tags/tag1088.xml" ContentType="application/vnd.openxmlformats-officedocument.presentationml.tags+xml"/>
  <Override PartName="/ppt/tags/tag1089.xml" ContentType="application/vnd.openxmlformats-officedocument.presentationml.tags+xml"/>
  <Override PartName="/ppt/tags/tag109.xml" ContentType="application/vnd.openxmlformats-officedocument.presentationml.tags+xml"/>
  <Override PartName="/ppt/tags/tag1090.xml" ContentType="application/vnd.openxmlformats-officedocument.presentationml.tags+xml"/>
  <Override PartName="/ppt/tags/tag1091.xml" ContentType="application/vnd.openxmlformats-officedocument.presentationml.tags+xml"/>
  <Override PartName="/ppt/tags/tag1092.xml" ContentType="application/vnd.openxmlformats-officedocument.presentationml.tags+xml"/>
  <Override PartName="/ppt/tags/tag1093.xml" ContentType="application/vnd.openxmlformats-officedocument.presentationml.tags+xml"/>
  <Override PartName="/ppt/tags/tag1094.xml" ContentType="application/vnd.openxmlformats-officedocument.presentationml.tags+xml"/>
  <Override PartName="/ppt/tags/tag1095.xml" ContentType="application/vnd.openxmlformats-officedocument.presentationml.tags+xml"/>
  <Override PartName="/ppt/tags/tag1096.xml" ContentType="application/vnd.openxmlformats-officedocument.presentationml.tags+xml"/>
  <Override PartName="/ppt/tags/tag1097.xml" ContentType="application/vnd.openxmlformats-officedocument.presentationml.tags+xml"/>
  <Override PartName="/ppt/tags/tag1098.xml" ContentType="application/vnd.openxmlformats-officedocument.presentationml.tags+xml"/>
  <Override PartName="/ppt/tags/tag1099.xml" ContentType="application/vnd.openxmlformats-officedocument.presentationml.tags+xml"/>
  <Override PartName="/ppt/tags/tag11.xml" ContentType="application/vnd.openxmlformats-officedocument.presentationml.tags+xml"/>
  <Override PartName="/ppt/tags/tag110.xml" ContentType="application/vnd.openxmlformats-officedocument.presentationml.tags+xml"/>
  <Override PartName="/ppt/tags/tag1100.xml" ContentType="application/vnd.openxmlformats-officedocument.presentationml.tags+xml"/>
  <Override PartName="/ppt/tags/tag1101.xml" ContentType="application/vnd.openxmlformats-officedocument.presentationml.tags+xml"/>
  <Override PartName="/ppt/tags/tag1102.xml" ContentType="application/vnd.openxmlformats-officedocument.presentationml.tags+xml"/>
  <Override PartName="/ppt/tags/tag1103.xml" ContentType="application/vnd.openxmlformats-officedocument.presentationml.tags+xml"/>
  <Override PartName="/ppt/tags/tag1104.xml" ContentType="application/vnd.openxmlformats-officedocument.presentationml.tags+xml"/>
  <Override PartName="/ppt/tags/tag1105.xml" ContentType="application/vnd.openxmlformats-officedocument.presentationml.tags+xml"/>
  <Override PartName="/ppt/tags/tag1106.xml" ContentType="application/vnd.openxmlformats-officedocument.presentationml.tags+xml"/>
  <Override PartName="/ppt/tags/tag1107.xml" ContentType="application/vnd.openxmlformats-officedocument.presentationml.tags+xml"/>
  <Override PartName="/ppt/tags/tag1108.xml" ContentType="application/vnd.openxmlformats-officedocument.presentationml.tags+xml"/>
  <Override PartName="/ppt/tags/tag1109.xml" ContentType="application/vnd.openxmlformats-officedocument.presentationml.tags+xml"/>
  <Override PartName="/ppt/tags/tag111.xml" ContentType="application/vnd.openxmlformats-officedocument.presentationml.tags+xml"/>
  <Override PartName="/ppt/tags/tag1110.xml" ContentType="application/vnd.openxmlformats-officedocument.presentationml.tags+xml"/>
  <Override PartName="/ppt/tags/tag1111.xml" ContentType="application/vnd.openxmlformats-officedocument.presentationml.tags+xml"/>
  <Override PartName="/ppt/tags/tag1112.xml" ContentType="application/vnd.openxmlformats-officedocument.presentationml.tags+xml"/>
  <Override PartName="/ppt/tags/tag1113.xml" ContentType="application/vnd.openxmlformats-officedocument.presentationml.tags+xml"/>
  <Override PartName="/ppt/tags/tag1114.xml" ContentType="application/vnd.openxmlformats-officedocument.presentationml.tags+xml"/>
  <Override PartName="/ppt/tags/tag1115.xml" ContentType="application/vnd.openxmlformats-officedocument.presentationml.tags+xml"/>
  <Override PartName="/ppt/tags/tag1116.xml" ContentType="application/vnd.openxmlformats-officedocument.presentationml.tags+xml"/>
  <Override PartName="/ppt/tags/tag1117.xml" ContentType="application/vnd.openxmlformats-officedocument.presentationml.tags+xml"/>
  <Override PartName="/ppt/tags/tag1118.xml" ContentType="application/vnd.openxmlformats-officedocument.presentationml.tags+xml"/>
  <Override PartName="/ppt/tags/tag1119.xml" ContentType="application/vnd.openxmlformats-officedocument.presentationml.tags+xml"/>
  <Override PartName="/ppt/tags/tag112.xml" ContentType="application/vnd.openxmlformats-officedocument.presentationml.tags+xml"/>
  <Override PartName="/ppt/tags/tag1120.xml" ContentType="application/vnd.openxmlformats-officedocument.presentationml.tags+xml"/>
  <Override PartName="/ppt/tags/tag1121.xml" ContentType="application/vnd.openxmlformats-officedocument.presentationml.tags+xml"/>
  <Override PartName="/ppt/tags/tag1122.xml" ContentType="application/vnd.openxmlformats-officedocument.presentationml.tags+xml"/>
  <Override PartName="/ppt/tags/tag1123.xml" ContentType="application/vnd.openxmlformats-officedocument.presentationml.tags+xml"/>
  <Override PartName="/ppt/tags/tag1124.xml" ContentType="application/vnd.openxmlformats-officedocument.presentationml.tags+xml"/>
  <Override PartName="/ppt/tags/tag1125.xml" ContentType="application/vnd.openxmlformats-officedocument.presentationml.tags+xml"/>
  <Override PartName="/ppt/tags/tag1126.xml" ContentType="application/vnd.openxmlformats-officedocument.presentationml.tags+xml"/>
  <Override PartName="/ppt/tags/tag1127.xml" ContentType="application/vnd.openxmlformats-officedocument.presentationml.tags+xml"/>
  <Override PartName="/ppt/tags/tag1128.xml" ContentType="application/vnd.openxmlformats-officedocument.presentationml.tags+xml"/>
  <Override PartName="/ppt/tags/tag1129.xml" ContentType="application/vnd.openxmlformats-officedocument.presentationml.tags+xml"/>
  <Override PartName="/ppt/tags/tag113.xml" ContentType="application/vnd.openxmlformats-officedocument.presentationml.tags+xml"/>
  <Override PartName="/ppt/tags/tag1130.xml" ContentType="application/vnd.openxmlformats-officedocument.presentationml.tags+xml"/>
  <Override PartName="/ppt/tags/tag1131.xml" ContentType="application/vnd.openxmlformats-officedocument.presentationml.tags+xml"/>
  <Override PartName="/ppt/tags/tag1132.xml" ContentType="application/vnd.openxmlformats-officedocument.presentationml.tags+xml"/>
  <Override PartName="/ppt/tags/tag1133.xml" ContentType="application/vnd.openxmlformats-officedocument.presentationml.tags+xml"/>
  <Override PartName="/ppt/tags/tag1134.xml" ContentType="application/vnd.openxmlformats-officedocument.presentationml.tags+xml"/>
  <Override PartName="/ppt/tags/tag1135.xml" ContentType="application/vnd.openxmlformats-officedocument.presentationml.tags+xml"/>
  <Override PartName="/ppt/tags/tag1136.xml" ContentType="application/vnd.openxmlformats-officedocument.presentationml.tags+xml"/>
  <Override PartName="/ppt/tags/tag1137.xml" ContentType="application/vnd.openxmlformats-officedocument.presentationml.tags+xml"/>
  <Override PartName="/ppt/tags/tag1138.xml" ContentType="application/vnd.openxmlformats-officedocument.presentationml.tags+xml"/>
  <Override PartName="/ppt/tags/tag1139.xml" ContentType="application/vnd.openxmlformats-officedocument.presentationml.tags+xml"/>
  <Override PartName="/ppt/tags/tag114.xml" ContentType="application/vnd.openxmlformats-officedocument.presentationml.tags+xml"/>
  <Override PartName="/ppt/tags/tag1140.xml" ContentType="application/vnd.openxmlformats-officedocument.presentationml.tags+xml"/>
  <Override PartName="/ppt/tags/tag1141.xml" ContentType="application/vnd.openxmlformats-officedocument.presentationml.tags+xml"/>
  <Override PartName="/ppt/tags/tag1142.xml" ContentType="application/vnd.openxmlformats-officedocument.presentationml.tags+xml"/>
  <Override PartName="/ppt/tags/tag1143.xml" ContentType="application/vnd.openxmlformats-officedocument.presentationml.tags+xml"/>
  <Override PartName="/ppt/tags/tag1144.xml" ContentType="application/vnd.openxmlformats-officedocument.presentationml.tags+xml"/>
  <Override PartName="/ppt/tags/tag1145.xml" ContentType="application/vnd.openxmlformats-officedocument.presentationml.tags+xml"/>
  <Override PartName="/ppt/tags/tag1146.xml" ContentType="application/vnd.openxmlformats-officedocument.presentationml.tags+xml"/>
  <Override PartName="/ppt/tags/tag1147.xml" ContentType="application/vnd.openxmlformats-officedocument.presentationml.tags+xml"/>
  <Override PartName="/ppt/tags/tag1148.xml" ContentType="application/vnd.openxmlformats-officedocument.presentationml.tags+xml"/>
  <Override PartName="/ppt/tags/tag1149.xml" ContentType="application/vnd.openxmlformats-officedocument.presentationml.tags+xml"/>
  <Override PartName="/ppt/tags/tag115.xml" ContentType="application/vnd.openxmlformats-officedocument.presentationml.tags+xml"/>
  <Override PartName="/ppt/tags/tag1150.xml" ContentType="application/vnd.openxmlformats-officedocument.presentationml.tags+xml"/>
  <Override PartName="/ppt/tags/tag1151.xml" ContentType="application/vnd.openxmlformats-officedocument.presentationml.tags+xml"/>
  <Override PartName="/ppt/tags/tag1152.xml" ContentType="application/vnd.openxmlformats-officedocument.presentationml.tags+xml"/>
  <Override PartName="/ppt/tags/tag1153.xml" ContentType="application/vnd.openxmlformats-officedocument.presentationml.tags+xml"/>
  <Override PartName="/ppt/tags/tag1154.xml" ContentType="application/vnd.openxmlformats-officedocument.presentationml.tags+xml"/>
  <Override PartName="/ppt/tags/tag1155.xml" ContentType="application/vnd.openxmlformats-officedocument.presentationml.tags+xml"/>
  <Override PartName="/ppt/tags/tag1156.xml" ContentType="application/vnd.openxmlformats-officedocument.presentationml.tags+xml"/>
  <Override PartName="/ppt/tags/tag1157.xml" ContentType="application/vnd.openxmlformats-officedocument.presentationml.tags+xml"/>
  <Override PartName="/ppt/tags/tag1158.xml" ContentType="application/vnd.openxmlformats-officedocument.presentationml.tags+xml"/>
  <Override PartName="/ppt/tags/tag1159.xml" ContentType="application/vnd.openxmlformats-officedocument.presentationml.tags+xml"/>
  <Override PartName="/ppt/tags/tag116.xml" ContentType="application/vnd.openxmlformats-officedocument.presentationml.tags+xml"/>
  <Override PartName="/ppt/tags/tag1160.xml" ContentType="application/vnd.openxmlformats-officedocument.presentationml.tags+xml"/>
  <Override PartName="/ppt/tags/tag1161.xml" ContentType="application/vnd.openxmlformats-officedocument.presentationml.tags+xml"/>
  <Override PartName="/ppt/tags/tag1162.xml" ContentType="application/vnd.openxmlformats-officedocument.presentationml.tags+xml"/>
  <Override PartName="/ppt/tags/tag1163.xml" ContentType="application/vnd.openxmlformats-officedocument.presentationml.tags+xml"/>
  <Override PartName="/ppt/tags/tag1164.xml" ContentType="application/vnd.openxmlformats-officedocument.presentationml.tags+xml"/>
  <Override PartName="/ppt/tags/tag1165.xml" ContentType="application/vnd.openxmlformats-officedocument.presentationml.tags+xml"/>
  <Override PartName="/ppt/tags/tag1166.xml" ContentType="application/vnd.openxmlformats-officedocument.presentationml.tags+xml"/>
  <Override PartName="/ppt/tags/tag1167.xml" ContentType="application/vnd.openxmlformats-officedocument.presentationml.tags+xml"/>
  <Override PartName="/ppt/tags/tag1168.xml" ContentType="application/vnd.openxmlformats-officedocument.presentationml.tags+xml"/>
  <Override PartName="/ppt/tags/tag1169.xml" ContentType="application/vnd.openxmlformats-officedocument.presentationml.tags+xml"/>
  <Override PartName="/ppt/tags/tag117.xml" ContentType="application/vnd.openxmlformats-officedocument.presentationml.tags+xml"/>
  <Override PartName="/ppt/tags/tag1170.xml" ContentType="application/vnd.openxmlformats-officedocument.presentationml.tags+xml"/>
  <Override PartName="/ppt/tags/tag1171.xml" ContentType="application/vnd.openxmlformats-officedocument.presentationml.tags+xml"/>
  <Override PartName="/ppt/tags/tag1172.xml" ContentType="application/vnd.openxmlformats-officedocument.presentationml.tags+xml"/>
  <Override PartName="/ppt/tags/tag1173.xml" ContentType="application/vnd.openxmlformats-officedocument.presentationml.tags+xml"/>
  <Override PartName="/ppt/tags/tag1174.xml" ContentType="application/vnd.openxmlformats-officedocument.presentationml.tags+xml"/>
  <Override PartName="/ppt/tags/tag1175.xml" ContentType="application/vnd.openxmlformats-officedocument.presentationml.tags+xml"/>
  <Override PartName="/ppt/tags/tag1176.xml" ContentType="application/vnd.openxmlformats-officedocument.presentationml.tags+xml"/>
  <Override PartName="/ppt/tags/tag1177.xml" ContentType="application/vnd.openxmlformats-officedocument.presentationml.tags+xml"/>
  <Override PartName="/ppt/tags/tag1178.xml" ContentType="application/vnd.openxmlformats-officedocument.presentationml.tags+xml"/>
  <Override PartName="/ppt/tags/tag1179.xml" ContentType="application/vnd.openxmlformats-officedocument.presentationml.tags+xml"/>
  <Override PartName="/ppt/tags/tag118.xml" ContentType="application/vnd.openxmlformats-officedocument.presentationml.tags+xml"/>
  <Override PartName="/ppt/tags/tag1180.xml" ContentType="application/vnd.openxmlformats-officedocument.presentationml.tags+xml"/>
  <Override PartName="/ppt/tags/tag1181.xml" ContentType="application/vnd.openxmlformats-officedocument.presentationml.tags+xml"/>
  <Override PartName="/ppt/tags/tag1182.xml" ContentType="application/vnd.openxmlformats-officedocument.presentationml.tags+xml"/>
  <Override PartName="/ppt/tags/tag1183.xml" ContentType="application/vnd.openxmlformats-officedocument.presentationml.tags+xml"/>
  <Override PartName="/ppt/tags/tag1184.xml" ContentType="application/vnd.openxmlformats-officedocument.presentationml.tags+xml"/>
  <Override PartName="/ppt/tags/tag1185.xml" ContentType="application/vnd.openxmlformats-officedocument.presentationml.tags+xml"/>
  <Override PartName="/ppt/tags/tag1186.xml" ContentType="application/vnd.openxmlformats-officedocument.presentationml.tags+xml"/>
  <Override PartName="/ppt/tags/tag1187.xml" ContentType="application/vnd.openxmlformats-officedocument.presentationml.tags+xml"/>
  <Override PartName="/ppt/tags/tag1188.xml" ContentType="application/vnd.openxmlformats-officedocument.presentationml.tags+xml"/>
  <Override PartName="/ppt/tags/tag1189.xml" ContentType="application/vnd.openxmlformats-officedocument.presentationml.tags+xml"/>
  <Override PartName="/ppt/tags/tag119.xml" ContentType="application/vnd.openxmlformats-officedocument.presentationml.tags+xml"/>
  <Override PartName="/ppt/tags/tag1190.xml" ContentType="application/vnd.openxmlformats-officedocument.presentationml.tags+xml"/>
  <Override PartName="/ppt/tags/tag1191.xml" ContentType="application/vnd.openxmlformats-officedocument.presentationml.tags+xml"/>
  <Override PartName="/ppt/tags/tag1192.xml" ContentType="application/vnd.openxmlformats-officedocument.presentationml.tags+xml"/>
  <Override PartName="/ppt/tags/tag1193.xml" ContentType="application/vnd.openxmlformats-officedocument.presentationml.tags+xml"/>
  <Override PartName="/ppt/tags/tag1194.xml" ContentType="application/vnd.openxmlformats-officedocument.presentationml.tags+xml"/>
  <Override PartName="/ppt/tags/tag1195.xml" ContentType="application/vnd.openxmlformats-officedocument.presentationml.tags+xml"/>
  <Override PartName="/ppt/tags/tag1196.xml" ContentType="application/vnd.openxmlformats-officedocument.presentationml.tags+xml"/>
  <Override PartName="/ppt/tags/tag1197.xml" ContentType="application/vnd.openxmlformats-officedocument.presentationml.tags+xml"/>
  <Override PartName="/ppt/tags/tag1198.xml" ContentType="application/vnd.openxmlformats-officedocument.presentationml.tags+xml"/>
  <Override PartName="/ppt/tags/tag1199.xml" ContentType="application/vnd.openxmlformats-officedocument.presentationml.tags+xml"/>
  <Override PartName="/ppt/tags/tag12.xml" ContentType="application/vnd.openxmlformats-officedocument.presentationml.tags+xml"/>
  <Override PartName="/ppt/tags/tag120.xml" ContentType="application/vnd.openxmlformats-officedocument.presentationml.tags+xml"/>
  <Override PartName="/ppt/tags/tag1200.xml" ContentType="application/vnd.openxmlformats-officedocument.presentationml.tags+xml"/>
  <Override PartName="/ppt/tags/tag1201.xml" ContentType="application/vnd.openxmlformats-officedocument.presentationml.tags+xml"/>
  <Override PartName="/ppt/tags/tag1202.xml" ContentType="application/vnd.openxmlformats-officedocument.presentationml.tags+xml"/>
  <Override PartName="/ppt/tags/tag1203.xml" ContentType="application/vnd.openxmlformats-officedocument.presentationml.tags+xml"/>
  <Override PartName="/ppt/tags/tag1204.xml" ContentType="application/vnd.openxmlformats-officedocument.presentationml.tags+xml"/>
  <Override PartName="/ppt/tags/tag1205.xml" ContentType="application/vnd.openxmlformats-officedocument.presentationml.tags+xml"/>
  <Override PartName="/ppt/tags/tag1206.xml" ContentType="application/vnd.openxmlformats-officedocument.presentationml.tags+xml"/>
  <Override PartName="/ppt/tags/tag1207.xml" ContentType="application/vnd.openxmlformats-officedocument.presentationml.tags+xml"/>
  <Override PartName="/ppt/tags/tag1208.xml" ContentType="application/vnd.openxmlformats-officedocument.presentationml.tags+xml"/>
  <Override PartName="/ppt/tags/tag1209.xml" ContentType="application/vnd.openxmlformats-officedocument.presentationml.tags+xml"/>
  <Override PartName="/ppt/tags/tag121.xml" ContentType="application/vnd.openxmlformats-officedocument.presentationml.tags+xml"/>
  <Override PartName="/ppt/tags/tag1210.xml" ContentType="application/vnd.openxmlformats-officedocument.presentationml.tags+xml"/>
  <Override PartName="/ppt/tags/tag1211.xml" ContentType="application/vnd.openxmlformats-officedocument.presentationml.tags+xml"/>
  <Override PartName="/ppt/tags/tag1212.xml" ContentType="application/vnd.openxmlformats-officedocument.presentationml.tags+xml"/>
  <Override PartName="/ppt/tags/tag1213.xml" ContentType="application/vnd.openxmlformats-officedocument.presentationml.tags+xml"/>
  <Override PartName="/ppt/tags/tag1214.xml" ContentType="application/vnd.openxmlformats-officedocument.presentationml.tags+xml"/>
  <Override PartName="/ppt/tags/tag1215.xml" ContentType="application/vnd.openxmlformats-officedocument.presentationml.tags+xml"/>
  <Override PartName="/ppt/tags/tag1216.xml" ContentType="application/vnd.openxmlformats-officedocument.presentationml.tags+xml"/>
  <Override PartName="/ppt/tags/tag1217.xml" ContentType="application/vnd.openxmlformats-officedocument.presentationml.tags+xml"/>
  <Override PartName="/ppt/tags/tag1218.xml" ContentType="application/vnd.openxmlformats-officedocument.presentationml.tags+xml"/>
  <Override PartName="/ppt/tags/tag1219.xml" ContentType="application/vnd.openxmlformats-officedocument.presentationml.tags+xml"/>
  <Override PartName="/ppt/tags/tag122.xml" ContentType="application/vnd.openxmlformats-officedocument.presentationml.tags+xml"/>
  <Override PartName="/ppt/tags/tag1220.xml" ContentType="application/vnd.openxmlformats-officedocument.presentationml.tags+xml"/>
  <Override PartName="/ppt/tags/tag1221.xml" ContentType="application/vnd.openxmlformats-officedocument.presentationml.tags+xml"/>
  <Override PartName="/ppt/tags/tag1222.xml" ContentType="application/vnd.openxmlformats-officedocument.presentationml.tags+xml"/>
  <Override PartName="/ppt/tags/tag1223.xml" ContentType="application/vnd.openxmlformats-officedocument.presentationml.tags+xml"/>
  <Override PartName="/ppt/tags/tag1224.xml" ContentType="application/vnd.openxmlformats-officedocument.presentationml.tags+xml"/>
  <Override PartName="/ppt/tags/tag1225.xml" ContentType="application/vnd.openxmlformats-officedocument.presentationml.tags+xml"/>
  <Override PartName="/ppt/tags/tag1226.xml" ContentType="application/vnd.openxmlformats-officedocument.presentationml.tags+xml"/>
  <Override PartName="/ppt/tags/tag1227.xml" ContentType="application/vnd.openxmlformats-officedocument.presentationml.tags+xml"/>
  <Override PartName="/ppt/tags/tag1228.xml" ContentType="application/vnd.openxmlformats-officedocument.presentationml.tags+xml"/>
  <Override PartName="/ppt/tags/tag1229.xml" ContentType="application/vnd.openxmlformats-officedocument.presentationml.tags+xml"/>
  <Override PartName="/ppt/tags/tag123.xml" ContentType="application/vnd.openxmlformats-officedocument.presentationml.tags+xml"/>
  <Override PartName="/ppt/tags/tag1230.xml" ContentType="application/vnd.openxmlformats-officedocument.presentationml.tags+xml"/>
  <Override PartName="/ppt/tags/tag1231.xml" ContentType="application/vnd.openxmlformats-officedocument.presentationml.tags+xml"/>
  <Override PartName="/ppt/tags/tag1232.xml" ContentType="application/vnd.openxmlformats-officedocument.presentationml.tags+xml"/>
  <Override PartName="/ppt/tags/tag123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tags/tag187.xml" ContentType="application/vnd.openxmlformats-officedocument.presentationml.tags+xml"/>
  <Override PartName="/ppt/tags/tag188.xml" ContentType="application/vnd.openxmlformats-officedocument.presentationml.tags+xml"/>
  <Override PartName="/ppt/tags/tag189.xml" ContentType="application/vnd.openxmlformats-officedocument.presentationml.tags+xml"/>
  <Override PartName="/ppt/tags/tag19.xml" ContentType="application/vnd.openxmlformats-officedocument.presentationml.tags+xml"/>
  <Override PartName="/ppt/tags/tag190.xml" ContentType="application/vnd.openxmlformats-officedocument.presentationml.tags+xml"/>
  <Override PartName="/ppt/tags/tag191.xml" ContentType="application/vnd.openxmlformats-officedocument.presentationml.tags+xml"/>
  <Override PartName="/ppt/tags/tag192.xml" ContentType="application/vnd.openxmlformats-officedocument.presentationml.tags+xml"/>
  <Override PartName="/ppt/tags/tag193.xml" ContentType="application/vnd.openxmlformats-officedocument.presentationml.tags+xml"/>
  <Override PartName="/ppt/tags/tag194.xml" ContentType="application/vnd.openxmlformats-officedocument.presentationml.tags+xml"/>
  <Override PartName="/ppt/tags/tag195.xml" ContentType="application/vnd.openxmlformats-officedocument.presentationml.tags+xml"/>
  <Override PartName="/ppt/tags/tag196.xml" ContentType="application/vnd.openxmlformats-officedocument.presentationml.tags+xml"/>
  <Override PartName="/ppt/tags/tag197.xml" ContentType="application/vnd.openxmlformats-officedocument.presentationml.tags+xml"/>
  <Override PartName="/ppt/tags/tag198.xml" ContentType="application/vnd.openxmlformats-officedocument.presentationml.tags+xml"/>
  <Override PartName="/ppt/tags/tag19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00.xml" ContentType="application/vnd.openxmlformats-officedocument.presentationml.tags+xml"/>
  <Override PartName="/ppt/tags/tag201.xml" ContentType="application/vnd.openxmlformats-officedocument.presentationml.tags+xml"/>
  <Override PartName="/ppt/tags/tag202.xml" ContentType="application/vnd.openxmlformats-officedocument.presentationml.tags+xml"/>
  <Override PartName="/ppt/tags/tag203.xml" ContentType="application/vnd.openxmlformats-officedocument.presentationml.tags+xml"/>
  <Override PartName="/ppt/tags/tag204.xml" ContentType="application/vnd.openxmlformats-officedocument.presentationml.tags+xml"/>
  <Override PartName="/ppt/tags/tag205.xml" ContentType="application/vnd.openxmlformats-officedocument.presentationml.tags+xml"/>
  <Override PartName="/ppt/tags/tag206.xml" ContentType="application/vnd.openxmlformats-officedocument.presentationml.tags+xml"/>
  <Override PartName="/ppt/tags/tag207.xml" ContentType="application/vnd.openxmlformats-officedocument.presentationml.tags+xml"/>
  <Override PartName="/ppt/tags/tag208.xml" ContentType="application/vnd.openxmlformats-officedocument.presentationml.tags+xml"/>
  <Override PartName="/ppt/tags/tag209.xml" ContentType="application/vnd.openxmlformats-officedocument.presentationml.tags+xml"/>
  <Override PartName="/ppt/tags/tag21.xml" ContentType="application/vnd.openxmlformats-officedocument.presentationml.tags+xml"/>
  <Override PartName="/ppt/tags/tag210.xml" ContentType="application/vnd.openxmlformats-officedocument.presentationml.tags+xml"/>
  <Override PartName="/ppt/tags/tag211.xml" ContentType="application/vnd.openxmlformats-officedocument.presentationml.tags+xml"/>
  <Override PartName="/ppt/tags/tag212.xml" ContentType="application/vnd.openxmlformats-officedocument.presentationml.tags+xml"/>
  <Override PartName="/ppt/tags/tag213.xml" ContentType="application/vnd.openxmlformats-officedocument.presentationml.tags+xml"/>
  <Override PartName="/ppt/tags/tag214.xml" ContentType="application/vnd.openxmlformats-officedocument.presentationml.tags+xml"/>
  <Override PartName="/ppt/tags/tag215.xml" ContentType="application/vnd.openxmlformats-officedocument.presentationml.tags+xml"/>
  <Override PartName="/ppt/tags/tag216.xml" ContentType="application/vnd.openxmlformats-officedocument.presentationml.tags+xml"/>
  <Override PartName="/ppt/tags/tag217.xml" ContentType="application/vnd.openxmlformats-officedocument.presentationml.tags+xml"/>
  <Override PartName="/ppt/tags/tag218.xml" ContentType="application/vnd.openxmlformats-officedocument.presentationml.tags+xml"/>
  <Override PartName="/ppt/tags/tag219.xml" ContentType="application/vnd.openxmlformats-officedocument.presentationml.tags+xml"/>
  <Override PartName="/ppt/tags/tag22.xml" ContentType="application/vnd.openxmlformats-officedocument.presentationml.tags+xml"/>
  <Override PartName="/ppt/tags/tag220.xml" ContentType="application/vnd.openxmlformats-officedocument.presentationml.tags+xml"/>
  <Override PartName="/ppt/tags/tag221.xml" ContentType="application/vnd.openxmlformats-officedocument.presentationml.tags+xml"/>
  <Override PartName="/ppt/tags/tag222.xml" ContentType="application/vnd.openxmlformats-officedocument.presentationml.tags+xml"/>
  <Override PartName="/ppt/tags/tag223.xml" ContentType="application/vnd.openxmlformats-officedocument.presentationml.tags+xml"/>
  <Override PartName="/ppt/tags/tag224.xml" ContentType="application/vnd.openxmlformats-officedocument.presentationml.tags+xml"/>
  <Override PartName="/ppt/tags/tag225.xml" ContentType="application/vnd.openxmlformats-officedocument.presentationml.tags+xml"/>
  <Override PartName="/ppt/tags/tag226.xml" ContentType="application/vnd.openxmlformats-officedocument.presentationml.tags+xml"/>
  <Override PartName="/ppt/tags/tag227.xml" ContentType="application/vnd.openxmlformats-officedocument.presentationml.tags+xml"/>
  <Override PartName="/ppt/tags/tag228.xml" ContentType="application/vnd.openxmlformats-officedocument.presentationml.tags+xml"/>
  <Override PartName="/ppt/tags/tag229.xml" ContentType="application/vnd.openxmlformats-officedocument.presentationml.tags+xml"/>
  <Override PartName="/ppt/tags/tag23.xml" ContentType="application/vnd.openxmlformats-officedocument.presentationml.tags+xml"/>
  <Override PartName="/ppt/tags/tag230.xml" ContentType="application/vnd.openxmlformats-officedocument.presentationml.tags+xml"/>
  <Override PartName="/ppt/tags/tag231.xml" ContentType="application/vnd.openxmlformats-officedocument.presentationml.tags+xml"/>
  <Override PartName="/ppt/tags/tag232.xml" ContentType="application/vnd.openxmlformats-officedocument.presentationml.tags+xml"/>
  <Override PartName="/ppt/tags/tag233.xml" ContentType="application/vnd.openxmlformats-officedocument.presentationml.tags+xml"/>
  <Override PartName="/ppt/tags/tag234.xml" ContentType="application/vnd.openxmlformats-officedocument.presentationml.tags+xml"/>
  <Override PartName="/ppt/tags/tag235.xml" ContentType="application/vnd.openxmlformats-officedocument.presentationml.tags+xml"/>
  <Override PartName="/ppt/tags/tag236.xml" ContentType="application/vnd.openxmlformats-officedocument.presentationml.tags+xml"/>
  <Override PartName="/ppt/tags/tag237.xml" ContentType="application/vnd.openxmlformats-officedocument.presentationml.tags+xml"/>
  <Override PartName="/ppt/tags/tag238.xml" ContentType="application/vnd.openxmlformats-officedocument.presentationml.tags+xml"/>
  <Override PartName="/ppt/tags/tag239.xml" ContentType="application/vnd.openxmlformats-officedocument.presentationml.tags+xml"/>
  <Override PartName="/ppt/tags/tag24.xml" ContentType="application/vnd.openxmlformats-officedocument.presentationml.tags+xml"/>
  <Override PartName="/ppt/tags/tag240.xml" ContentType="application/vnd.openxmlformats-officedocument.presentationml.tags+xml"/>
  <Override PartName="/ppt/tags/tag241.xml" ContentType="application/vnd.openxmlformats-officedocument.presentationml.tags+xml"/>
  <Override PartName="/ppt/tags/tag242.xml" ContentType="application/vnd.openxmlformats-officedocument.presentationml.tags+xml"/>
  <Override PartName="/ppt/tags/tag243.xml" ContentType="application/vnd.openxmlformats-officedocument.presentationml.tags+xml"/>
  <Override PartName="/ppt/tags/tag244.xml" ContentType="application/vnd.openxmlformats-officedocument.presentationml.tags+xml"/>
  <Override PartName="/ppt/tags/tag245.xml" ContentType="application/vnd.openxmlformats-officedocument.presentationml.tags+xml"/>
  <Override PartName="/ppt/tags/tag246.xml" ContentType="application/vnd.openxmlformats-officedocument.presentationml.tags+xml"/>
  <Override PartName="/ppt/tags/tag247.xml" ContentType="application/vnd.openxmlformats-officedocument.presentationml.tags+xml"/>
  <Override PartName="/ppt/tags/tag248.xml" ContentType="application/vnd.openxmlformats-officedocument.presentationml.tags+xml"/>
  <Override PartName="/ppt/tags/tag249.xml" ContentType="application/vnd.openxmlformats-officedocument.presentationml.tags+xml"/>
  <Override PartName="/ppt/tags/tag25.xml" ContentType="application/vnd.openxmlformats-officedocument.presentationml.tags+xml"/>
  <Override PartName="/ppt/tags/tag250.xml" ContentType="application/vnd.openxmlformats-officedocument.presentationml.tags+xml"/>
  <Override PartName="/ppt/tags/tag251.xml" ContentType="application/vnd.openxmlformats-officedocument.presentationml.tags+xml"/>
  <Override PartName="/ppt/tags/tag252.xml" ContentType="application/vnd.openxmlformats-officedocument.presentationml.tags+xml"/>
  <Override PartName="/ppt/tags/tag253.xml" ContentType="application/vnd.openxmlformats-officedocument.presentationml.tags+xml"/>
  <Override PartName="/ppt/tags/tag254.xml" ContentType="application/vnd.openxmlformats-officedocument.presentationml.tags+xml"/>
  <Override PartName="/ppt/tags/tag255.xml" ContentType="application/vnd.openxmlformats-officedocument.presentationml.tags+xml"/>
  <Override PartName="/ppt/tags/tag256.xml" ContentType="application/vnd.openxmlformats-officedocument.presentationml.tags+xml"/>
  <Override PartName="/ppt/tags/tag257.xml" ContentType="application/vnd.openxmlformats-officedocument.presentationml.tags+xml"/>
  <Override PartName="/ppt/tags/tag258.xml" ContentType="application/vnd.openxmlformats-officedocument.presentationml.tags+xml"/>
  <Override PartName="/ppt/tags/tag259.xml" ContentType="application/vnd.openxmlformats-officedocument.presentationml.tags+xml"/>
  <Override PartName="/ppt/tags/tag26.xml" ContentType="application/vnd.openxmlformats-officedocument.presentationml.tags+xml"/>
  <Override PartName="/ppt/tags/tag260.xml" ContentType="application/vnd.openxmlformats-officedocument.presentationml.tags+xml"/>
  <Override PartName="/ppt/tags/tag261.xml" ContentType="application/vnd.openxmlformats-officedocument.presentationml.tags+xml"/>
  <Override PartName="/ppt/tags/tag262.xml" ContentType="application/vnd.openxmlformats-officedocument.presentationml.tags+xml"/>
  <Override PartName="/ppt/tags/tag263.xml" ContentType="application/vnd.openxmlformats-officedocument.presentationml.tags+xml"/>
  <Override PartName="/ppt/tags/tag264.xml" ContentType="application/vnd.openxmlformats-officedocument.presentationml.tags+xml"/>
  <Override PartName="/ppt/tags/tag265.xml" ContentType="application/vnd.openxmlformats-officedocument.presentationml.tags+xml"/>
  <Override PartName="/ppt/tags/tag266.xml" ContentType="application/vnd.openxmlformats-officedocument.presentationml.tags+xml"/>
  <Override PartName="/ppt/tags/tag267.xml" ContentType="application/vnd.openxmlformats-officedocument.presentationml.tags+xml"/>
  <Override PartName="/ppt/tags/tag268.xml" ContentType="application/vnd.openxmlformats-officedocument.presentationml.tags+xml"/>
  <Override PartName="/ppt/tags/tag269.xml" ContentType="application/vnd.openxmlformats-officedocument.presentationml.tags+xml"/>
  <Override PartName="/ppt/tags/tag27.xml" ContentType="application/vnd.openxmlformats-officedocument.presentationml.tags+xml"/>
  <Override PartName="/ppt/tags/tag270.xml" ContentType="application/vnd.openxmlformats-officedocument.presentationml.tags+xml"/>
  <Override PartName="/ppt/tags/tag271.xml" ContentType="application/vnd.openxmlformats-officedocument.presentationml.tags+xml"/>
  <Override PartName="/ppt/tags/tag272.xml" ContentType="application/vnd.openxmlformats-officedocument.presentationml.tags+xml"/>
  <Override PartName="/ppt/tags/tag273.xml" ContentType="application/vnd.openxmlformats-officedocument.presentationml.tags+xml"/>
  <Override PartName="/ppt/tags/tag274.xml" ContentType="application/vnd.openxmlformats-officedocument.presentationml.tags+xml"/>
  <Override PartName="/ppt/tags/tag275.xml" ContentType="application/vnd.openxmlformats-officedocument.presentationml.tags+xml"/>
  <Override PartName="/ppt/tags/tag276.xml" ContentType="application/vnd.openxmlformats-officedocument.presentationml.tags+xml"/>
  <Override PartName="/ppt/tags/tag277.xml" ContentType="application/vnd.openxmlformats-officedocument.presentationml.tags+xml"/>
  <Override PartName="/ppt/tags/tag278.xml" ContentType="application/vnd.openxmlformats-officedocument.presentationml.tags+xml"/>
  <Override PartName="/ppt/tags/tag279.xml" ContentType="application/vnd.openxmlformats-officedocument.presentationml.tags+xml"/>
  <Override PartName="/ppt/tags/tag28.xml" ContentType="application/vnd.openxmlformats-officedocument.presentationml.tags+xml"/>
  <Override PartName="/ppt/tags/tag280.xml" ContentType="application/vnd.openxmlformats-officedocument.presentationml.tags+xml"/>
  <Override PartName="/ppt/tags/tag281.xml" ContentType="application/vnd.openxmlformats-officedocument.presentationml.tags+xml"/>
  <Override PartName="/ppt/tags/tag282.xml" ContentType="application/vnd.openxmlformats-officedocument.presentationml.tags+xml"/>
  <Override PartName="/ppt/tags/tag283.xml" ContentType="application/vnd.openxmlformats-officedocument.presentationml.tags+xml"/>
  <Override PartName="/ppt/tags/tag284.xml" ContentType="application/vnd.openxmlformats-officedocument.presentationml.tags+xml"/>
  <Override PartName="/ppt/tags/tag285.xml" ContentType="application/vnd.openxmlformats-officedocument.presentationml.tags+xml"/>
  <Override PartName="/ppt/tags/tag286.xml" ContentType="application/vnd.openxmlformats-officedocument.presentationml.tags+xml"/>
  <Override PartName="/ppt/tags/tag287.xml" ContentType="application/vnd.openxmlformats-officedocument.presentationml.tags+xml"/>
  <Override PartName="/ppt/tags/tag288.xml" ContentType="application/vnd.openxmlformats-officedocument.presentationml.tags+xml"/>
  <Override PartName="/ppt/tags/tag289.xml" ContentType="application/vnd.openxmlformats-officedocument.presentationml.tags+xml"/>
  <Override PartName="/ppt/tags/tag29.xml" ContentType="application/vnd.openxmlformats-officedocument.presentationml.tags+xml"/>
  <Override PartName="/ppt/tags/tag290.xml" ContentType="application/vnd.openxmlformats-officedocument.presentationml.tags+xml"/>
  <Override PartName="/ppt/tags/tag291.xml" ContentType="application/vnd.openxmlformats-officedocument.presentationml.tags+xml"/>
  <Override PartName="/ppt/tags/tag292.xml" ContentType="application/vnd.openxmlformats-officedocument.presentationml.tags+xml"/>
  <Override PartName="/ppt/tags/tag293.xml" ContentType="application/vnd.openxmlformats-officedocument.presentationml.tags+xml"/>
  <Override PartName="/ppt/tags/tag294.xml" ContentType="application/vnd.openxmlformats-officedocument.presentationml.tags+xml"/>
  <Override PartName="/ppt/tags/tag295.xml" ContentType="application/vnd.openxmlformats-officedocument.presentationml.tags+xml"/>
  <Override PartName="/ppt/tags/tag296.xml" ContentType="application/vnd.openxmlformats-officedocument.presentationml.tags+xml"/>
  <Override PartName="/ppt/tags/tag297.xml" ContentType="application/vnd.openxmlformats-officedocument.presentationml.tags+xml"/>
  <Override PartName="/ppt/tags/tag298.xml" ContentType="application/vnd.openxmlformats-officedocument.presentationml.tags+xml"/>
  <Override PartName="/ppt/tags/tag29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00.xml" ContentType="application/vnd.openxmlformats-officedocument.presentationml.tags+xml"/>
  <Override PartName="/ppt/tags/tag301.xml" ContentType="application/vnd.openxmlformats-officedocument.presentationml.tags+xml"/>
  <Override PartName="/ppt/tags/tag302.xml" ContentType="application/vnd.openxmlformats-officedocument.presentationml.tags+xml"/>
  <Override PartName="/ppt/tags/tag303.xml" ContentType="application/vnd.openxmlformats-officedocument.presentationml.tags+xml"/>
  <Override PartName="/ppt/tags/tag304.xml" ContentType="application/vnd.openxmlformats-officedocument.presentationml.tags+xml"/>
  <Override PartName="/ppt/tags/tag305.xml" ContentType="application/vnd.openxmlformats-officedocument.presentationml.tags+xml"/>
  <Override PartName="/ppt/tags/tag306.xml" ContentType="application/vnd.openxmlformats-officedocument.presentationml.tags+xml"/>
  <Override PartName="/ppt/tags/tag307.xml" ContentType="application/vnd.openxmlformats-officedocument.presentationml.tags+xml"/>
  <Override PartName="/ppt/tags/tag308.xml" ContentType="application/vnd.openxmlformats-officedocument.presentationml.tags+xml"/>
  <Override PartName="/ppt/tags/tag309.xml" ContentType="application/vnd.openxmlformats-officedocument.presentationml.tags+xml"/>
  <Override PartName="/ppt/tags/tag31.xml" ContentType="application/vnd.openxmlformats-officedocument.presentationml.tags+xml"/>
  <Override PartName="/ppt/tags/tag310.xml" ContentType="application/vnd.openxmlformats-officedocument.presentationml.tags+xml"/>
  <Override PartName="/ppt/tags/tag311.xml" ContentType="application/vnd.openxmlformats-officedocument.presentationml.tags+xml"/>
  <Override PartName="/ppt/tags/tag312.xml" ContentType="application/vnd.openxmlformats-officedocument.presentationml.tags+xml"/>
  <Override PartName="/ppt/tags/tag313.xml" ContentType="application/vnd.openxmlformats-officedocument.presentationml.tags+xml"/>
  <Override PartName="/ppt/tags/tag314.xml" ContentType="application/vnd.openxmlformats-officedocument.presentationml.tags+xml"/>
  <Override PartName="/ppt/tags/tag315.xml" ContentType="application/vnd.openxmlformats-officedocument.presentationml.tags+xml"/>
  <Override PartName="/ppt/tags/tag316.xml" ContentType="application/vnd.openxmlformats-officedocument.presentationml.tags+xml"/>
  <Override PartName="/ppt/tags/tag317.xml" ContentType="application/vnd.openxmlformats-officedocument.presentationml.tags+xml"/>
  <Override PartName="/ppt/tags/tag318.xml" ContentType="application/vnd.openxmlformats-officedocument.presentationml.tags+xml"/>
  <Override PartName="/ppt/tags/tag319.xml" ContentType="application/vnd.openxmlformats-officedocument.presentationml.tags+xml"/>
  <Override PartName="/ppt/tags/tag32.xml" ContentType="application/vnd.openxmlformats-officedocument.presentationml.tags+xml"/>
  <Override PartName="/ppt/tags/tag320.xml" ContentType="application/vnd.openxmlformats-officedocument.presentationml.tags+xml"/>
  <Override PartName="/ppt/tags/tag321.xml" ContentType="application/vnd.openxmlformats-officedocument.presentationml.tags+xml"/>
  <Override PartName="/ppt/tags/tag322.xml" ContentType="application/vnd.openxmlformats-officedocument.presentationml.tags+xml"/>
  <Override PartName="/ppt/tags/tag323.xml" ContentType="application/vnd.openxmlformats-officedocument.presentationml.tags+xml"/>
  <Override PartName="/ppt/tags/tag324.xml" ContentType="application/vnd.openxmlformats-officedocument.presentationml.tags+xml"/>
  <Override PartName="/ppt/tags/tag325.xml" ContentType="application/vnd.openxmlformats-officedocument.presentationml.tags+xml"/>
  <Override PartName="/ppt/tags/tag326.xml" ContentType="application/vnd.openxmlformats-officedocument.presentationml.tags+xml"/>
  <Override PartName="/ppt/tags/tag327.xml" ContentType="application/vnd.openxmlformats-officedocument.presentationml.tags+xml"/>
  <Override PartName="/ppt/tags/tag328.xml" ContentType="application/vnd.openxmlformats-officedocument.presentationml.tags+xml"/>
  <Override PartName="/ppt/tags/tag329.xml" ContentType="application/vnd.openxmlformats-officedocument.presentationml.tags+xml"/>
  <Override PartName="/ppt/tags/tag33.xml" ContentType="application/vnd.openxmlformats-officedocument.presentationml.tags+xml"/>
  <Override PartName="/ppt/tags/tag330.xml" ContentType="application/vnd.openxmlformats-officedocument.presentationml.tags+xml"/>
  <Override PartName="/ppt/tags/tag331.xml" ContentType="application/vnd.openxmlformats-officedocument.presentationml.tags+xml"/>
  <Override PartName="/ppt/tags/tag332.xml" ContentType="application/vnd.openxmlformats-officedocument.presentationml.tags+xml"/>
  <Override PartName="/ppt/tags/tag333.xml" ContentType="application/vnd.openxmlformats-officedocument.presentationml.tags+xml"/>
  <Override PartName="/ppt/tags/tag334.xml" ContentType="application/vnd.openxmlformats-officedocument.presentationml.tags+xml"/>
  <Override PartName="/ppt/tags/tag335.xml" ContentType="application/vnd.openxmlformats-officedocument.presentationml.tags+xml"/>
  <Override PartName="/ppt/tags/tag336.xml" ContentType="application/vnd.openxmlformats-officedocument.presentationml.tags+xml"/>
  <Override PartName="/ppt/tags/tag337.xml" ContentType="application/vnd.openxmlformats-officedocument.presentationml.tags+xml"/>
  <Override PartName="/ppt/tags/tag338.xml" ContentType="application/vnd.openxmlformats-officedocument.presentationml.tags+xml"/>
  <Override PartName="/ppt/tags/tag339.xml" ContentType="application/vnd.openxmlformats-officedocument.presentationml.tags+xml"/>
  <Override PartName="/ppt/tags/tag34.xml" ContentType="application/vnd.openxmlformats-officedocument.presentationml.tags+xml"/>
  <Override PartName="/ppt/tags/tag340.xml" ContentType="application/vnd.openxmlformats-officedocument.presentationml.tags+xml"/>
  <Override PartName="/ppt/tags/tag341.xml" ContentType="application/vnd.openxmlformats-officedocument.presentationml.tags+xml"/>
  <Override PartName="/ppt/tags/tag342.xml" ContentType="application/vnd.openxmlformats-officedocument.presentationml.tags+xml"/>
  <Override PartName="/ppt/tags/tag343.xml" ContentType="application/vnd.openxmlformats-officedocument.presentationml.tags+xml"/>
  <Override PartName="/ppt/tags/tag344.xml" ContentType="application/vnd.openxmlformats-officedocument.presentationml.tags+xml"/>
  <Override PartName="/ppt/tags/tag345.xml" ContentType="application/vnd.openxmlformats-officedocument.presentationml.tags+xml"/>
  <Override PartName="/ppt/tags/tag346.xml" ContentType="application/vnd.openxmlformats-officedocument.presentationml.tags+xml"/>
  <Override PartName="/ppt/tags/tag347.xml" ContentType="application/vnd.openxmlformats-officedocument.presentationml.tags+xml"/>
  <Override PartName="/ppt/tags/tag348.xml" ContentType="application/vnd.openxmlformats-officedocument.presentationml.tags+xml"/>
  <Override PartName="/ppt/tags/tag349.xml" ContentType="application/vnd.openxmlformats-officedocument.presentationml.tags+xml"/>
  <Override PartName="/ppt/tags/tag35.xml" ContentType="application/vnd.openxmlformats-officedocument.presentationml.tags+xml"/>
  <Override PartName="/ppt/tags/tag350.xml" ContentType="application/vnd.openxmlformats-officedocument.presentationml.tags+xml"/>
  <Override PartName="/ppt/tags/tag351.xml" ContentType="application/vnd.openxmlformats-officedocument.presentationml.tags+xml"/>
  <Override PartName="/ppt/tags/tag352.xml" ContentType="application/vnd.openxmlformats-officedocument.presentationml.tags+xml"/>
  <Override PartName="/ppt/tags/tag353.xml" ContentType="application/vnd.openxmlformats-officedocument.presentationml.tags+xml"/>
  <Override PartName="/ppt/tags/tag354.xml" ContentType="application/vnd.openxmlformats-officedocument.presentationml.tags+xml"/>
  <Override PartName="/ppt/tags/tag355.xml" ContentType="application/vnd.openxmlformats-officedocument.presentationml.tags+xml"/>
  <Override PartName="/ppt/tags/tag356.xml" ContentType="application/vnd.openxmlformats-officedocument.presentationml.tags+xml"/>
  <Override PartName="/ppt/tags/tag357.xml" ContentType="application/vnd.openxmlformats-officedocument.presentationml.tags+xml"/>
  <Override PartName="/ppt/tags/tag358.xml" ContentType="application/vnd.openxmlformats-officedocument.presentationml.tags+xml"/>
  <Override PartName="/ppt/tags/tag359.xml" ContentType="application/vnd.openxmlformats-officedocument.presentationml.tags+xml"/>
  <Override PartName="/ppt/tags/tag36.xml" ContentType="application/vnd.openxmlformats-officedocument.presentationml.tags+xml"/>
  <Override PartName="/ppt/tags/tag360.xml" ContentType="application/vnd.openxmlformats-officedocument.presentationml.tags+xml"/>
  <Override PartName="/ppt/tags/tag361.xml" ContentType="application/vnd.openxmlformats-officedocument.presentationml.tags+xml"/>
  <Override PartName="/ppt/tags/tag362.xml" ContentType="application/vnd.openxmlformats-officedocument.presentationml.tags+xml"/>
  <Override PartName="/ppt/tags/tag363.xml" ContentType="application/vnd.openxmlformats-officedocument.presentationml.tags+xml"/>
  <Override PartName="/ppt/tags/tag364.xml" ContentType="application/vnd.openxmlformats-officedocument.presentationml.tags+xml"/>
  <Override PartName="/ppt/tags/tag365.xml" ContentType="application/vnd.openxmlformats-officedocument.presentationml.tags+xml"/>
  <Override PartName="/ppt/tags/tag366.xml" ContentType="application/vnd.openxmlformats-officedocument.presentationml.tags+xml"/>
  <Override PartName="/ppt/tags/tag367.xml" ContentType="application/vnd.openxmlformats-officedocument.presentationml.tags+xml"/>
  <Override PartName="/ppt/tags/tag368.xml" ContentType="application/vnd.openxmlformats-officedocument.presentationml.tags+xml"/>
  <Override PartName="/ppt/tags/tag369.xml" ContentType="application/vnd.openxmlformats-officedocument.presentationml.tags+xml"/>
  <Override PartName="/ppt/tags/tag37.xml" ContentType="application/vnd.openxmlformats-officedocument.presentationml.tags+xml"/>
  <Override PartName="/ppt/tags/tag370.xml" ContentType="application/vnd.openxmlformats-officedocument.presentationml.tags+xml"/>
  <Override PartName="/ppt/tags/tag371.xml" ContentType="application/vnd.openxmlformats-officedocument.presentationml.tags+xml"/>
  <Override PartName="/ppt/tags/tag372.xml" ContentType="application/vnd.openxmlformats-officedocument.presentationml.tags+xml"/>
  <Override PartName="/ppt/tags/tag373.xml" ContentType="application/vnd.openxmlformats-officedocument.presentationml.tags+xml"/>
  <Override PartName="/ppt/tags/tag374.xml" ContentType="application/vnd.openxmlformats-officedocument.presentationml.tags+xml"/>
  <Override PartName="/ppt/tags/tag375.xml" ContentType="application/vnd.openxmlformats-officedocument.presentationml.tags+xml"/>
  <Override PartName="/ppt/tags/tag376.xml" ContentType="application/vnd.openxmlformats-officedocument.presentationml.tags+xml"/>
  <Override PartName="/ppt/tags/tag377.xml" ContentType="application/vnd.openxmlformats-officedocument.presentationml.tags+xml"/>
  <Override PartName="/ppt/tags/tag378.xml" ContentType="application/vnd.openxmlformats-officedocument.presentationml.tags+xml"/>
  <Override PartName="/ppt/tags/tag379.xml" ContentType="application/vnd.openxmlformats-officedocument.presentationml.tags+xml"/>
  <Override PartName="/ppt/tags/tag38.xml" ContentType="application/vnd.openxmlformats-officedocument.presentationml.tags+xml"/>
  <Override PartName="/ppt/tags/tag380.xml" ContentType="application/vnd.openxmlformats-officedocument.presentationml.tags+xml"/>
  <Override PartName="/ppt/tags/tag381.xml" ContentType="application/vnd.openxmlformats-officedocument.presentationml.tags+xml"/>
  <Override PartName="/ppt/tags/tag382.xml" ContentType="application/vnd.openxmlformats-officedocument.presentationml.tags+xml"/>
  <Override PartName="/ppt/tags/tag383.xml" ContentType="application/vnd.openxmlformats-officedocument.presentationml.tags+xml"/>
  <Override PartName="/ppt/tags/tag384.xml" ContentType="application/vnd.openxmlformats-officedocument.presentationml.tags+xml"/>
  <Override PartName="/ppt/tags/tag385.xml" ContentType="application/vnd.openxmlformats-officedocument.presentationml.tags+xml"/>
  <Override PartName="/ppt/tags/tag386.xml" ContentType="application/vnd.openxmlformats-officedocument.presentationml.tags+xml"/>
  <Override PartName="/ppt/tags/tag387.xml" ContentType="application/vnd.openxmlformats-officedocument.presentationml.tags+xml"/>
  <Override PartName="/ppt/tags/tag388.xml" ContentType="application/vnd.openxmlformats-officedocument.presentationml.tags+xml"/>
  <Override PartName="/ppt/tags/tag389.xml" ContentType="application/vnd.openxmlformats-officedocument.presentationml.tags+xml"/>
  <Override PartName="/ppt/tags/tag39.xml" ContentType="application/vnd.openxmlformats-officedocument.presentationml.tags+xml"/>
  <Override PartName="/ppt/tags/tag390.xml" ContentType="application/vnd.openxmlformats-officedocument.presentationml.tags+xml"/>
  <Override PartName="/ppt/tags/tag391.xml" ContentType="application/vnd.openxmlformats-officedocument.presentationml.tags+xml"/>
  <Override PartName="/ppt/tags/tag392.xml" ContentType="application/vnd.openxmlformats-officedocument.presentationml.tags+xml"/>
  <Override PartName="/ppt/tags/tag393.xml" ContentType="application/vnd.openxmlformats-officedocument.presentationml.tags+xml"/>
  <Override PartName="/ppt/tags/tag394.xml" ContentType="application/vnd.openxmlformats-officedocument.presentationml.tags+xml"/>
  <Override PartName="/ppt/tags/tag395.xml" ContentType="application/vnd.openxmlformats-officedocument.presentationml.tags+xml"/>
  <Override PartName="/ppt/tags/tag396.xml" ContentType="application/vnd.openxmlformats-officedocument.presentationml.tags+xml"/>
  <Override PartName="/ppt/tags/tag397.xml" ContentType="application/vnd.openxmlformats-officedocument.presentationml.tags+xml"/>
  <Override PartName="/ppt/tags/tag398.xml" ContentType="application/vnd.openxmlformats-officedocument.presentationml.tags+xml"/>
  <Override PartName="/ppt/tags/tag39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00.xml" ContentType="application/vnd.openxmlformats-officedocument.presentationml.tags+xml"/>
  <Override PartName="/ppt/tags/tag401.xml" ContentType="application/vnd.openxmlformats-officedocument.presentationml.tags+xml"/>
  <Override PartName="/ppt/tags/tag402.xml" ContentType="application/vnd.openxmlformats-officedocument.presentationml.tags+xml"/>
  <Override PartName="/ppt/tags/tag403.xml" ContentType="application/vnd.openxmlformats-officedocument.presentationml.tags+xml"/>
  <Override PartName="/ppt/tags/tag404.xml" ContentType="application/vnd.openxmlformats-officedocument.presentationml.tags+xml"/>
  <Override PartName="/ppt/tags/tag405.xml" ContentType="application/vnd.openxmlformats-officedocument.presentationml.tags+xml"/>
  <Override PartName="/ppt/tags/tag406.xml" ContentType="application/vnd.openxmlformats-officedocument.presentationml.tags+xml"/>
  <Override PartName="/ppt/tags/tag407.xml" ContentType="application/vnd.openxmlformats-officedocument.presentationml.tags+xml"/>
  <Override PartName="/ppt/tags/tag408.xml" ContentType="application/vnd.openxmlformats-officedocument.presentationml.tags+xml"/>
  <Override PartName="/ppt/tags/tag409.xml" ContentType="application/vnd.openxmlformats-officedocument.presentationml.tags+xml"/>
  <Override PartName="/ppt/tags/tag41.xml" ContentType="application/vnd.openxmlformats-officedocument.presentationml.tags+xml"/>
  <Override PartName="/ppt/tags/tag410.xml" ContentType="application/vnd.openxmlformats-officedocument.presentationml.tags+xml"/>
  <Override PartName="/ppt/tags/tag411.xml" ContentType="application/vnd.openxmlformats-officedocument.presentationml.tags+xml"/>
  <Override PartName="/ppt/tags/tag412.xml" ContentType="application/vnd.openxmlformats-officedocument.presentationml.tags+xml"/>
  <Override PartName="/ppt/tags/tag413.xml" ContentType="application/vnd.openxmlformats-officedocument.presentationml.tags+xml"/>
  <Override PartName="/ppt/tags/tag414.xml" ContentType="application/vnd.openxmlformats-officedocument.presentationml.tags+xml"/>
  <Override PartName="/ppt/tags/tag415.xml" ContentType="application/vnd.openxmlformats-officedocument.presentationml.tags+xml"/>
  <Override PartName="/ppt/tags/tag416.xml" ContentType="application/vnd.openxmlformats-officedocument.presentationml.tags+xml"/>
  <Override PartName="/ppt/tags/tag417.xml" ContentType="application/vnd.openxmlformats-officedocument.presentationml.tags+xml"/>
  <Override PartName="/ppt/tags/tag418.xml" ContentType="application/vnd.openxmlformats-officedocument.presentationml.tags+xml"/>
  <Override PartName="/ppt/tags/tag419.xml" ContentType="application/vnd.openxmlformats-officedocument.presentationml.tags+xml"/>
  <Override PartName="/ppt/tags/tag42.xml" ContentType="application/vnd.openxmlformats-officedocument.presentationml.tags+xml"/>
  <Override PartName="/ppt/tags/tag420.xml" ContentType="application/vnd.openxmlformats-officedocument.presentationml.tags+xml"/>
  <Override PartName="/ppt/tags/tag421.xml" ContentType="application/vnd.openxmlformats-officedocument.presentationml.tags+xml"/>
  <Override PartName="/ppt/tags/tag422.xml" ContentType="application/vnd.openxmlformats-officedocument.presentationml.tags+xml"/>
  <Override PartName="/ppt/tags/tag423.xml" ContentType="application/vnd.openxmlformats-officedocument.presentationml.tags+xml"/>
  <Override PartName="/ppt/tags/tag424.xml" ContentType="application/vnd.openxmlformats-officedocument.presentationml.tags+xml"/>
  <Override PartName="/ppt/tags/tag425.xml" ContentType="application/vnd.openxmlformats-officedocument.presentationml.tags+xml"/>
  <Override PartName="/ppt/tags/tag426.xml" ContentType="application/vnd.openxmlformats-officedocument.presentationml.tags+xml"/>
  <Override PartName="/ppt/tags/tag427.xml" ContentType="application/vnd.openxmlformats-officedocument.presentationml.tags+xml"/>
  <Override PartName="/ppt/tags/tag428.xml" ContentType="application/vnd.openxmlformats-officedocument.presentationml.tags+xml"/>
  <Override PartName="/ppt/tags/tag429.xml" ContentType="application/vnd.openxmlformats-officedocument.presentationml.tags+xml"/>
  <Override PartName="/ppt/tags/tag43.xml" ContentType="application/vnd.openxmlformats-officedocument.presentationml.tags+xml"/>
  <Override PartName="/ppt/tags/tag430.xml" ContentType="application/vnd.openxmlformats-officedocument.presentationml.tags+xml"/>
  <Override PartName="/ppt/tags/tag431.xml" ContentType="application/vnd.openxmlformats-officedocument.presentationml.tags+xml"/>
  <Override PartName="/ppt/tags/tag432.xml" ContentType="application/vnd.openxmlformats-officedocument.presentationml.tags+xml"/>
  <Override PartName="/ppt/tags/tag433.xml" ContentType="application/vnd.openxmlformats-officedocument.presentationml.tags+xml"/>
  <Override PartName="/ppt/tags/tag434.xml" ContentType="application/vnd.openxmlformats-officedocument.presentationml.tags+xml"/>
  <Override PartName="/ppt/tags/tag435.xml" ContentType="application/vnd.openxmlformats-officedocument.presentationml.tags+xml"/>
  <Override PartName="/ppt/tags/tag436.xml" ContentType="application/vnd.openxmlformats-officedocument.presentationml.tags+xml"/>
  <Override PartName="/ppt/tags/tag437.xml" ContentType="application/vnd.openxmlformats-officedocument.presentationml.tags+xml"/>
  <Override PartName="/ppt/tags/tag438.xml" ContentType="application/vnd.openxmlformats-officedocument.presentationml.tags+xml"/>
  <Override PartName="/ppt/tags/tag439.xml" ContentType="application/vnd.openxmlformats-officedocument.presentationml.tags+xml"/>
  <Override PartName="/ppt/tags/tag44.xml" ContentType="application/vnd.openxmlformats-officedocument.presentationml.tags+xml"/>
  <Override PartName="/ppt/tags/tag440.xml" ContentType="application/vnd.openxmlformats-officedocument.presentationml.tags+xml"/>
  <Override PartName="/ppt/tags/tag441.xml" ContentType="application/vnd.openxmlformats-officedocument.presentationml.tags+xml"/>
  <Override PartName="/ppt/tags/tag442.xml" ContentType="application/vnd.openxmlformats-officedocument.presentationml.tags+xml"/>
  <Override PartName="/ppt/tags/tag443.xml" ContentType="application/vnd.openxmlformats-officedocument.presentationml.tags+xml"/>
  <Override PartName="/ppt/tags/tag444.xml" ContentType="application/vnd.openxmlformats-officedocument.presentationml.tags+xml"/>
  <Override PartName="/ppt/tags/tag445.xml" ContentType="application/vnd.openxmlformats-officedocument.presentationml.tags+xml"/>
  <Override PartName="/ppt/tags/tag446.xml" ContentType="application/vnd.openxmlformats-officedocument.presentationml.tags+xml"/>
  <Override PartName="/ppt/tags/tag447.xml" ContentType="application/vnd.openxmlformats-officedocument.presentationml.tags+xml"/>
  <Override PartName="/ppt/tags/tag448.xml" ContentType="application/vnd.openxmlformats-officedocument.presentationml.tags+xml"/>
  <Override PartName="/ppt/tags/tag449.xml" ContentType="application/vnd.openxmlformats-officedocument.presentationml.tags+xml"/>
  <Override PartName="/ppt/tags/tag45.xml" ContentType="application/vnd.openxmlformats-officedocument.presentationml.tags+xml"/>
  <Override PartName="/ppt/tags/tag450.xml" ContentType="application/vnd.openxmlformats-officedocument.presentationml.tags+xml"/>
  <Override PartName="/ppt/tags/tag451.xml" ContentType="application/vnd.openxmlformats-officedocument.presentationml.tags+xml"/>
  <Override PartName="/ppt/tags/tag452.xml" ContentType="application/vnd.openxmlformats-officedocument.presentationml.tags+xml"/>
  <Override PartName="/ppt/tags/tag453.xml" ContentType="application/vnd.openxmlformats-officedocument.presentationml.tags+xml"/>
  <Override PartName="/ppt/tags/tag454.xml" ContentType="application/vnd.openxmlformats-officedocument.presentationml.tags+xml"/>
  <Override PartName="/ppt/tags/tag455.xml" ContentType="application/vnd.openxmlformats-officedocument.presentationml.tags+xml"/>
  <Override PartName="/ppt/tags/tag456.xml" ContentType="application/vnd.openxmlformats-officedocument.presentationml.tags+xml"/>
  <Override PartName="/ppt/tags/tag457.xml" ContentType="application/vnd.openxmlformats-officedocument.presentationml.tags+xml"/>
  <Override PartName="/ppt/tags/tag458.xml" ContentType="application/vnd.openxmlformats-officedocument.presentationml.tags+xml"/>
  <Override PartName="/ppt/tags/tag459.xml" ContentType="application/vnd.openxmlformats-officedocument.presentationml.tags+xml"/>
  <Override PartName="/ppt/tags/tag46.xml" ContentType="application/vnd.openxmlformats-officedocument.presentationml.tags+xml"/>
  <Override PartName="/ppt/tags/tag460.xml" ContentType="application/vnd.openxmlformats-officedocument.presentationml.tags+xml"/>
  <Override PartName="/ppt/tags/tag461.xml" ContentType="application/vnd.openxmlformats-officedocument.presentationml.tags+xml"/>
  <Override PartName="/ppt/tags/tag462.xml" ContentType="application/vnd.openxmlformats-officedocument.presentationml.tags+xml"/>
  <Override PartName="/ppt/tags/tag463.xml" ContentType="application/vnd.openxmlformats-officedocument.presentationml.tags+xml"/>
  <Override PartName="/ppt/tags/tag464.xml" ContentType="application/vnd.openxmlformats-officedocument.presentationml.tags+xml"/>
  <Override PartName="/ppt/tags/tag465.xml" ContentType="application/vnd.openxmlformats-officedocument.presentationml.tags+xml"/>
  <Override PartName="/ppt/tags/tag466.xml" ContentType="application/vnd.openxmlformats-officedocument.presentationml.tags+xml"/>
  <Override PartName="/ppt/tags/tag467.xml" ContentType="application/vnd.openxmlformats-officedocument.presentationml.tags+xml"/>
  <Override PartName="/ppt/tags/tag468.xml" ContentType="application/vnd.openxmlformats-officedocument.presentationml.tags+xml"/>
  <Override PartName="/ppt/tags/tag469.xml" ContentType="application/vnd.openxmlformats-officedocument.presentationml.tags+xml"/>
  <Override PartName="/ppt/tags/tag47.xml" ContentType="application/vnd.openxmlformats-officedocument.presentationml.tags+xml"/>
  <Override PartName="/ppt/tags/tag470.xml" ContentType="application/vnd.openxmlformats-officedocument.presentationml.tags+xml"/>
  <Override PartName="/ppt/tags/tag471.xml" ContentType="application/vnd.openxmlformats-officedocument.presentationml.tags+xml"/>
  <Override PartName="/ppt/tags/tag472.xml" ContentType="application/vnd.openxmlformats-officedocument.presentationml.tags+xml"/>
  <Override PartName="/ppt/tags/tag473.xml" ContentType="application/vnd.openxmlformats-officedocument.presentationml.tags+xml"/>
  <Override PartName="/ppt/tags/tag474.xml" ContentType="application/vnd.openxmlformats-officedocument.presentationml.tags+xml"/>
  <Override PartName="/ppt/tags/tag475.xml" ContentType="application/vnd.openxmlformats-officedocument.presentationml.tags+xml"/>
  <Override PartName="/ppt/tags/tag476.xml" ContentType="application/vnd.openxmlformats-officedocument.presentationml.tags+xml"/>
  <Override PartName="/ppt/tags/tag477.xml" ContentType="application/vnd.openxmlformats-officedocument.presentationml.tags+xml"/>
  <Override PartName="/ppt/tags/tag478.xml" ContentType="application/vnd.openxmlformats-officedocument.presentationml.tags+xml"/>
  <Override PartName="/ppt/tags/tag479.xml" ContentType="application/vnd.openxmlformats-officedocument.presentationml.tags+xml"/>
  <Override PartName="/ppt/tags/tag48.xml" ContentType="application/vnd.openxmlformats-officedocument.presentationml.tags+xml"/>
  <Override PartName="/ppt/tags/tag480.xml" ContentType="application/vnd.openxmlformats-officedocument.presentationml.tags+xml"/>
  <Override PartName="/ppt/tags/tag481.xml" ContentType="application/vnd.openxmlformats-officedocument.presentationml.tags+xml"/>
  <Override PartName="/ppt/tags/tag482.xml" ContentType="application/vnd.openxmlformats-officedocument.presentationml.tags+xml"/>
  <Override PartName="/ppt/tags/tag483.xml" ContentType="application/vnd.openxmlformats-officedocument.presentationml.tags+xml"/>
  <Override PartName="/ppt/tags/tag484.xml" ContentType="application/vnd.openxmlformats-officedocument.presentationml.tags+xml"/>
  <Override PartName="/ppt/tags/tag485.xml" ContentType="application/vnd.openxmlformats-officedocument.presentationml.tags+xml"/>
  <Override PartName="/ppt/tags/tag486.xml" ContentType="application/vnd.openxmlformats-officedocument.presentationml.tags+xml"/>
  <Override PartName="/ppt/tags/tag487.xml" ContentType="application/vnd.openxmlformats-officedocument.presentationml.tags+xml"/>
  <Override PartName="/ppt/tags/tag488.xml" ContentType="application/vnd.openxmlformats-officedocument.presentationml.tags+xml"/>
  <Override PartName="/ppt/tags/tag489.xml" ContentType="application/vnd.openxmlformats-officedocument.presentationml.tags+xml"/>
  <Override PartName="/ppt/tags/tag49.xml" ContentType="application/vnd.openxmlformats-officedocument.presentationml.tags+xml"/>
  <Override PartName="/ppt/tags/tag490.xml" ContentType="application/vnd.openxmlformats-officedocument.presentationml.tags+xml"/>
  <Override PartName="/ppt/tags/tag491.xml" ContentType="application/vnd.openxmlformats-officedocument.presentationml.tags+xml"/>
  <Override PartName="/ppt/tags/tag492.xml" ContentType="application/vnd.openxmlformats-officedocument.presentationml.tags+xml"/>
  <Override PartName="/ppt/tags/tag493.xml" ContentType="application/vnd.openxmlformats-officedocument.presentationml.tags+xml"/>
  <Override PartName="/ppt/tags/tag494.xml" ContentType="application/vnd.openxmlformats-officedocument.presentationml.tags+xml"/>
  <Override PartName="/ppt/tags/tag495.xml" ContentType="application/vnd.openxmlformats-officedocument.presentationml.tags+xml"/>
  <Override PartName="/ppt/tags/tag496.xml" ContentType="application/vnd.openxmlformats-officedocument.presentationml.tags+xml"/>
  <Override PartName="/ppt/tags/tag497.xml" ContentType="application/vnd.openxmlformats-officedocument.presentationml.tags+xml"/>
  <Override PartName="/ppt/tags/tag498.xml" ContentType="application/vnd.openxmlformats-officedocument.presentationml.tags+xml"/>
  <Override PartName="/ppt/tags/tag49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00.xml" ContentType="application/vnd.openxmlformats-officedocument.presentationml.tags+xml"/>
  <Override PartName="/ppt/tags/tag501.xml" ContentType="application/vnd.openxmlformats-officedocument.presentationml.tags+xml"/>
  <Override PartName="/ppt/tags/tag502.xml" ContentType="application/vnd.openxmlformats-officedocument.presentationml.tags+xml"/>
  <Override PartName="/ppt/tags/tag503.xml" ContentType="application/vnd.openxmlformats-officedocument.presentationml.tags+xml"/>
  <Override PartName="/ppt/tags/tag504.xml" ContentType="application/vnd.openxmlformats-officedocument.presentationml.tags+xml"/>
  <Override PartName="/ppt/tags/tag505.xml" ContentType="application/vnd.openxmlformats-officedocument.presentationml.tags+xml"/>
  <Override PartName="/ppt/tags/tag506.xml" ContentType="application/vnd.openxmlformats-officedocument.presentationml.tags+xml"/>
  <Override PartName="/ppt/tags/tag507.xml" ContentType="application/vnd.openxmlformats-officedocument.presentationml.tags+xml"/>
  <Override PartName="/ppt/tags/tag508.xml" ContentType="application/vnd.openxmlformats-officedocument.presentationml.tags+xml"/>
  <Override PartName="/ppt/tags/tag509.xml" ContentType="application/vnd.openxmlformats-officedocument.presentationml.tags+xml"/>
  <Override PartName="/ppt/tags/tag51.xml" ContentType="application/vnd.openxmlformats-officedocument.presentationml.tags+xml"/>
  <Override PartName="/ppt/tags/tag510.xml" ContentType="application/vnd.openxmlformats-officedocument.presentationml.tags+xml"/>
  <Override PartName="/ppt/tags/tag511.xml" ContentType="application/vnd.openxmlformats-officedocument.presentationml.tags+xml"/>
  <Override PartName="/ppt/tags/tag512.xml" ContentType="application/vnd.openxmlformats-officedocument.presentationml.tags+xml"/>
  <Override PartName="/ppt/tags/tag513.xml" ContentType="application/vnd.openxmlformats-officedocument.presentationml.tags+xml"/>
  <Override PartName="/ppt/tags/tag514.xml" ContentType="application/vnd.openxmlformats-officedocument.presentationml.tags+xml"/>
  <Override PartName="/ppt/tags/tag515.xml" ContentType="application/vnd.openxmlformats-officedocument.presentationml.tags+xml"/>
  <Override PartName="/ppt/tags/tag516.xml" ContentType="application/vnd.openxmlformats-officedocument.presentationml.tags+xml"/>
  <Override PartName="/ppt/tags/tag517.xml" ContentType="application/vnd.openxmlformats-officedocument.presentationml.tags+xml"/>
  <Override PartName="/ppt/tags/tag518.xml" ContentType="application/vnd.openxmlformats-officedocument.presentationml.tags+xml"/>
  <Override PartName="/ppt/tags/tag519.xml" ContentType="application/vnd.openxmlformats-officedocument.presentationml.tags+xml"/>
  <Override PartName="/ppt/tags/tag52.xml" ContentType="application/vnd.openxmlformats-officedocument.presentationml.tags+xml"/>
  <Override PartName="/ppt/tags/tag520.xml" ContentType="application/vnd.openxmlformats-officedocument.presentationml.tags+xml"/>
  <Override PartName="/ppt/tags/tag521.xml" ContentType="application/vnd.openxmlformats-officedocument.presentationml.tags+xml"/>
  <Override PartName="/ppt/tags/tag522.xml" ContentType="application/vnd.openxmlformats-officedocument.presentationml.tags+xml"/>
  <Override PartName="/ppt/tags/tag523.xml" ContentType="application/vnd.openxmlformats-officedocument.presentationml.tags+xml"/>
  <Override PartName="/ppt/tags/tag524.xml" ContentType="application/vnd.openxmlformats-officedocument.presentationml.tags+xml"/>
  <Override PartName="/ppt/tags/tag525.xml" ContentType="application/vnd.openxmlformats-officedocument.presentationml.tags+xml"/>
  <Override PartName="/ppt/tags/tag526.xml" ContentType="application/vnd.openxmlformats-officedocument.presentationml.tags+xml"/>
  <Override PartName="/ppt/tags/tag527.xml" ContentType="application/vnd.openxmlformats-officedocument.presentationml.tags+xml"/>
  <Override PartName="/ppt/tags/tag528.xml" ContentType="application/vnd.openxmlformats-officedocument.presentationml.tags+xml"/>
  <Override PartName="/ppt/tags/tag529.xml" ContentType="application/vnd.openxmlformats-officedocument.presentationml.tags+xml"/>
  <Override PartName="/ppt/tags/tag53.xml" ContentType="application/vnd.openxmlformats-officedocument.presentationml.tags+xml"/>
  <Override PartName="/ppt/tags/tag530.xml" ContentType="application/vnd.openxmlformats-officedocument.presentationml.tags+xml"/>
  <Override PartName="/ppt/tags/tag531.xml" ContentType="application/vnd.openxmlformats-officedocument.presentationml.tags+xml"/>
  <Override PartName="/ppt/tags/tag532.xml" ContentType="application/vnd.openxmlformats-officedocument.presentationml.tags+xml"/>
  <Override PartName="/ppt/tags/tag533.xml" ContentType="application/vnd.openxmlformats-officedocument.presentationml.tags+xml"/>
  <Override PartName="/ppt/tags/tag534.xml" ContentType="application/vnd.openxmlformats-officedocument.presentationml.tags+xml"/>
  <Override PartName="/ppt/tags/tag535.xml" ContentType="application/vnd.openxmlformats-officedocument.presentationml.tags+xml"/>
  <Override PartName="/ppt/tags/tag536.xml" ContentType="application/vnd.openxmlformats-officedocument.presentationml.tags+xml"/>
  <Override PartName="/ppt/tags/tag537.xml" ContentType="application/vnd.openxmlformats-officedocument.presentationml.tags+xml"/>
  <Override PartName="/ppt/tags/tag538.xml" ContentType="application/vnd.openxmlformats-officedocument.presentationml.tags+xml"/>
  <Override PartName="/ppt/tags/tag539.xml" ContentType="application/vnd.openxmlformats-officedocument.presentationml.tags+xml"/>
  <Override PartName="/ppt/tags/tag54.xml" ContentType="application/vnd.openxmlformats-officedocument.presentationml.tags+xml"/>
  <Override PartName="/ppt/tags/tag540.xml" ContentType="application/vnd.openxmlformats-officedocument.presentationml.tags+xml"/>
  <Override PartName="/ppt/tags/tag541.xml" ContentType="application/vnd.openxmlformats-officedocument.presentationml.tags+xml"/>
  <Override PartName="/ppt/tags/tag542.xml" ContentType="application/vnd.openxmlformats-officedocument.presentationml.tags+xml"/>
  <Override PartName="/ppt/tags/tag543.xml" ContentType="application/vnd.openxmlformats-officedocument.presentationml.tags+xml"/>
  <Override PartName="/ppt/tags/tag544.xml" ContentType="application/vnd.openxmlformats-officedocument.presentationml.tags+xml"/>
  <Override PartName="/ppt/tags/tag545.xml" ContentType="application/vnd.openxmlformats-officedocument.presentationml.tags+xml"/>
  <Override PartName="/ppt/tags/tag546.xml" ContentType="application/vnd.openxmlformats-officedocument.presentationml.tags+xml"/>
  <Override PartName="/ppt/tags/tag547.xml" ContentType="application/vnd.openxmlformats-officedocument.presentationml.tags+xml"/>
  <Override PartName="/ppt/tags/tag548.xml" ContentType="application/vnd.openxmlformats-officedocument.presentationml.tags+xml"/>
  <Override PartName="/ppt/tags/tag549.xml" ContentType="application/vnd.openxmlformats-officedocument.presentationml.tags+xml"/>
  <Override PartName="/ppt/tags/tag55.xml" ContentType="application/vnd.openxmlformats-officedocument.presentationml.tags+xml"/>
  <Override PartName="/ppt/tags/tag550.xml" ContentType="application/vnd.openxmlformats-officedocument.presentationml.tags+xml"/>
  <Override PartName="/ppt/tags/tag551.xml" ContentType="application/vnd.openxmlformats-officedocument.presentationml.tags+xml"/>
  <Override PartName="/ppt/tags/tag552.xml" ContentType="application/vnd.openxmlformats-officedocument.presentationml.tags+xml"/>
  <Override PartName="/ppt/tags/tag553.xml" ContentType="application/vnd.openxmlformats-officedocument.presentationml.tags+xml"/>
  <Override PartName="/ppt/tags/tag554.xml" ContentType="application/vnd.openxmlformats-officedocument.presentationml.tags+xml"/>
  <Override PartName="/ppt/tags/tag555.xml" ContentType="application/vnd.openxmlformats-officedocument.presentationml.tags+xml"/>
  <Override PartName="/ppt/tags/tag556.xml" ContentType="application/vnd.openxmlformats-officedocument.presentationml.tags+xml"/>
  <Override PartName="/ppt/tags/tag557.xml" ContentType="application/vnd.openxmlformats-officedocument.presentationml.tags+xml"/>
  <Override PartName="/ppt/tags/tag558.xml" ContentType="application/vnd.openxmlformats-officedocument.presentationml.tags+xml"/>
  <Override PartName="/ppt/tags/tag559.xml" ContentType="application/vnd.openxmlformats-officedocument.presentationml.tags+xml"/>
  <Override PartName="/ppt/tags/tag56.xml" ContentType="application/vnd.openxmlformats-officedocument.presentationml.tags+xml"/>
  <Override PartName="/ppt/tags/tag560.xml" ContentType="application/vnd.openxmlformats-officedocument.presentationml.tags+xml"/>
  <Override PartName="/ppt/tags/tag561.xml" ContentType="application/vnd.openxmlformats-officedocument.presentationml.tags+xml"/>
  <Override PartName="/ppt/tags/tag562.xml" ContentType="application/vnd.openxmlformats-officedocument.presentationml.tags+xml"/>
  <Override PartName="/ppt/tags/tag563.xml" ContentType="application/vnd.openxmlformats-officedocument.presentationml.tags+xml"/>
  <Override PartName="/ppt/tags/tag564.xml" ContentType="application/vnd.openxmlformats-officedocument.presentationml.tags+xml"/>
  <Override PartName="/ppt/tags/tag565.xml" ContentType="application/vnd.openxmlformats-officedocument.presentationml.tags+xml"/>
  <Override PartName="/ppt/tags/tag566.xml" ContentType="application/vnd.openxmlformats-officedocument.presentationml.tags+xml"/>
  <Override PartName="/ppt/tags/tag567.xml" ContentType="application/vnd.openxmlformats-officedocument.presentationml.tags+xml"/>
  <Override PartName="/ppt/tags/tag568.xml" ContentType="application/vnd.openxmlformats-officedocument.presentationml.tags+xml"/>
  <Override PartName="/ppt/tags/tag569.xml" ContentType="application/vnd.openxmlformats-officedocument.presentationml.tags+xml"/>
  <Override PartName="/ppt/tags/tag57.xml" ContentType="application/vnd.openxmlformats-officedocument.presentationml.tags+xml"/>
  <Override PartName="/ppt/tags/tag570.xml" ContentType="application/vnd.openxmlformats-officedocument.presentationml.tags+xml"/>
  <Override PartName="/ppt/tags/tag571.xml" ContentType="application/vnd.openxmlformats-officedocument.presentationml.tags+xml"/>
  <Override PartName="/ppt/tags/tag572.xml" ContentType="application/vnd.openxmlformats-officedocument.presentationml.tags+xml"/>
  <Override PartName="/ppt/tags/tag573.xml" ContentType="application/vnd.openxmlformats-officedocument.presentationml.tags+xml"/>
  <Override PartName="/ppt/tags/tag574.xml" ContentType="application/vnd.openxmlformats-officedocument.presentationml.tags+xml"/>
  <Override PartName="/ppt/tags/tag575.xml" ContentType="application/vnd.openxmlformats-officedocument.presentationml.tags+xml"/>
  <Override PartName="/ppt/tags/tag576.xml" ContentType="application/vnd.openxmlformats-officedocument.presentationml.tags+xml"/>
  <Override PartName="/ppt/tags/tag577.xml" ContentType="application/vnd.openxmlformats-officedocument.presentationml.tags+xml"/>
  <Override PartName="/ppt/tags/tag578.xml" ContentType="application/vnd.openxmlformats-officedocument.presentationml.tags+xml"/>
  <Override PartName="/ppt/tags/tag579.xml" ContentType="application/vnd.openxmlformats-officedocument.presentationml.tags+xml"/>
  <Override PartName="/ppt/tags/tag58.xml" ContentType="application/vnd.openxmlformats-officedocument.presentationml.tags+xml"/>
  <Override PartName="/ppt/tags/tag580.xml" ContentType="application/vnd.openxmlformats-officedocument.presentationml.tags+xml"/>
  <Override PartName="/ppt/tags/tag581.xml" ContentType="application/vnd.openxmlformats-officedocument.presentationml.tags+xml"/>
  <Override PartName="/ppt/tags/tag582.xml" ContentType="application/vnd.openxmlformats-officedocument.presentationml.tags+xml"/>
  <Override PartName="/ppt/tags/tag583.xml" ContentType="application/vnd.openxmlformats-officedocument.presentationml.tags+xml"/>
  <Override PartName="/ppt/tags/tag584.xml" ContentType="application/vnd.openxmlformats-officedocument.presentationml.tags+xml"/>
  <Override PartName="/ppt/tags/tag585.xml" ContentType="application/vnd.openxmlformats-officedocument.presentationml.tags+xml"/>
  <Override PartName="/ppt/tags/tag586.xml" ContentType="application/vnd.openxmlformats-officedocument.presentationml.tags+xml"/>
  <Override PartName="/ppt/tags/tag587.xml" ContentType="application/vnd.openxmlformats-officedocument.presentationml.tags+xml"/>
  <Override PartName="/ppt/tags/tag588.xml" ContentType="application/vnd.openxmlformats-officedocument.presentationml.tags+xml"/>
  <Override PartName="/ppt/tags/tag589.xml" ContentType="application/vnd.openxmlformats-officedocument.presentationml.tags+xml"/>
  <Override PartName="/ppt/tags/tag59.xml" ContentType="application/vnd.openxmlformats-officedocument.presentationml.tags+xml"/>
  <Override PartName="/ppt/tags/tag590.xml" ContentType="application/vnd.openxmlformats-officedocument.presentationml.tags+xml"/>
  <Override PartName="/ppt/tags/tag591.xml" ContentType="application/vnd.openxmlformats-officedocument.presentationml.tags+xml"/>
  <Override PartName="/ppt/tags/tag592.xml" ContentType="application/vnd.openxmlformats-officedocument.presentationml.tags+xml"/>
  <Override PartName="/ppt/tags/tag593.xml" ContentType="application/vnd.openxmlformats-officedocument.presentationml.tags+xml"/>
  <Override PartName="/ppt/tags/tag594.xml" ContentType="application/vnd.openxmlformats-officedocument.presentationml.tags+xml"/>
  <Override PartName="/ppt/tags/tag595.xml" ContentType="application/vnd.openxmlformats-officedocument.presentationml.tags+xml"/>
  <Override PartName="/ppt/tags/tag596.xml" ContentType="application/vnd.openxmlformats-officedocument.presentationml.tags+xml"/>
  <Override PartName="/ppt/tags/tag597.xml" ContentType="application/vnd.openxmlformats-officedocument.presentationml.tags+xml"/>
  <Override PartName="/ppt/tags/tag598.xml" ContentType="application/vnd.openxmlformats-officedocument.presentationml.tags+xml"/>
  <Override PartName="/ppt/tags/tag59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00.xml" ContentType="application/vnd.openxmlformats-officedocument.presentationml.tags+xml"/>
  <Override PartName="/ppt/tags/tag601.xml" ContentType="application/vnd.openxmlformats-officedocument.presentationml.tags+xml"/>
  <Override PartName="/ppt/tags/tag602.xml" ContentType="application/vnd.openxmlformats-officedocument.presentationml.tags+xml"/>
  <Override PartName="/ppt/tags/tag603.xml" ContentType="application/vnd.openxmlformats-officedocument.presentationml.tags+xml"/>
  <Override PartName="/ppt/tags/tag604.xml" ContentType="application/vnd.openxmlformats-officedocument.presentationml.tags+xml"/>
  <Override PartName="/ppt/tags/tag605.xml" ContentType="application/vnd.openxmlformats-officedocument.presentationml.tags+xml"/>
  <Override PartName="/ppt/tags/tag606.xml" ContentType="application/vnd.openxmlformats-officedocument.presentationml.tags+xml"/>
  <Override PartName="/ppt/tags/tag607.xml" ContentType="application/vnd.openxmlformats-officedocument.presentationml.tags+xml"/>
  <Override PartName="/ppt/tags/tag608.xml" ContentType="application/vnd.openxmlformats-officedocument.presentationml.tags+xml"/>
  <Override PartName="/ppt/tags/tag609.xml" ContentType="application/vnd.openxmlformats-officedocument.presentationml.tags+xml"/>
  <Override PartName="/ppt/tags/tag61.xml" ContentType="application/vnd.openxmlformats-officedocument.presentationml.tags+xml"/>
  <Override PartName="/ppt/tags/tag610.xml" ContentType="application/vnd.openxmlformats-officedocument.presentationml.tags+xml"/>
  <Override PartName="/ppt/tags/tag611.xml" ContentType="application/vnd.openxmlformats-officedocument.presentationml.tags+xml"/>
  <Override PartName="/ppt/tags/tag612.xml" ContentType="application/vnd.openxmlformats-officedocument.presentationml.tags+xml"/>
  <Override PartName="/ppt/tags/tag613.xml" ContentType="application/vnd.openxmlformats-officedocument.presentationml.tags+xml"/>
  <Override PartName="/ppt/tags/tag614.xml" ContentType="application/vnd.openxmlformats-officedocument.presentationml.tags+xml"/>
  <Override PartName="/ppt/tags/tag615.xml" ContentType="application/vnd.openxmlformats-officedocument.presentationml.tags+xml"/>
  <Override PartName="/ppt/tags/tag616.xml" ContentType="application/vnd.openxmlformats-officedocument.presentationml.tags+xml"/>
  <Override PartName="/ppt/tags/tag617.xml" ContentType="application/vnd.openxmlformats-officedocument.presentationml.tags+xml"/>
  <Override PartName="/ppt/tags/tag618.xml" ContentType="application/vnd.openxmlformats-officedocument.presentationml.tags+xml"/>
  <Override PartName="/ppt/tags/tag619.xml" ContentType="application/vnd.openxmlformats-officedocument.presentationml.tags+xml"/>
  <Override PartName="/ppt/tags/tag62.xml" ContentType="application/vnd.openxmlformats-officedocument.presentationml.tags+xml"/>
  <Override PartName="/ppt/tags/tag620.xml" ContentType="application/vnd.openxmlformats-officedocument.presentationml.tags+xml"/>
  <Override PartName="/ppt/tags/tag621.xml" ContentType="application/vnd.openxmlformats-officedocument.presentationml.tags+xml"/>
  <Override PartName="/ppt/tags/tag622.xml" ContentType="application/vnd.openxmlformats-officedocument.presentationml.tags+xml"/>
  <Override PartName="/ppt/tags/tag623.xml" ContentType="application/vnd.openxmlformats-officedocument.presentationml.tags+xml"/>
  <Override PartName="/ppt/tags/tag624.xml" ContentType="application/vnd.openxmlformats-officedocument.presentationml.tags+xml"/>
  <Override PartName="/ppt/tags/tag625.xml" ContentType="application/vnd.openxmlformats-officedocument.presentationml.tags+xml"/>
  <Override PartName="/ppt/tags/tag626.xml" ContentType="application/vnd.openxmlformats-officedocument.presentationml.tags+xml"/>
  <Override PartName="/ppt/tags/tag627.xml" ContentType="application/vnd.openxmlformats-officedocument.presentationml.tags+xml"/>
  <Override PartName="/ppt/tags/tag628.xml" ContentType="application/vnd.openxmlformats-officedocument.presentationml.tags+xml"/>
  <Override PartName="/ppt/tags/tag629.xml" ContentType="application/vnd.openxmlformats-officedocument.presentationml.tags+xml"/>
  <Override PartName="/ppt/tags/tag63.xml" ContentType="application/vnd.openxmlformats-officedocument.presentationml.tags+xml"/>
  <Override PartName="/ppt/tags/tag630.xml" ContentType="application/vnd.openxmlformats-officedocument.presentationml.tags+xml"/>
  <Override PartName="/ppt/tags/tag631.xml" ContentType="application/vnd.openxmlformats-officedocument.presentationml.tags+xml"/>
  <Override PartName="/ppt/tags/tag632.xml" ContentType="application/vnd.openxmlformats-officedocument.presentationml.tags+xml"/>
  <Override PartName="/ppt/tags/tag633.xml" ContentType="application/vnd.openxmlformats-officedocument.presentationml.tags+xml"/>
  <Override PartName="/ppt/tags/tag634.xml" ContentType="application/vnd.openxmlformats-officedocument.presentationml.tags+xml"/>
  <Override PartName="/ppt/tags/tag635.xml" ContentType="application/vnd.openxmlformats-officedocument.presentationml.tags+xml"/>
  <Override PartName="/ppt/tags/tag636.xml" ContentType="application/vnd.openxmlformats-officedocument.presentationml.tags+xml"/>
  <Override PartName="/ppt/tags/tag637.xml" ContentType="application/vnd.openxmlformats-officedocument.presentationml.tags+xml"/>
  <Override PartName="/ppt/tags/tag638.xml" ContentType="application/vnd.openxmlformats-officedocument.presentationml.tags+xml"/>
  <Override PartName="/ppt/tags/tag639.xml" ContentType="application/vnd.openxmlformats-officedocument.presentationml.tags+xml"/>
  <Override PartName="/ppt/tags/tag64.xml" ContentType="application/vnd.openxmlformats-officedocument.presentationml.tags+xml"/>
  <Override PartName="/ppt/tags/tag640.xml" ContentType="application/vnd.openxmlformats-officedocument.presentationml.tags+xml"/>
  <Override PartName="/ppt/tags/tag641.xml" ContentType="application/vnd.openxmlformats-officedocument.presentationml.tags+xml"/>
  <Override PartName="/ppt/tags/tag642.xml" ContentType="application/vnd.openxmlformats-officedocument.presentationml.tags+xml"/>
  <Override PartName="/ppt/tags/tag643.xml" ContentType="application/vnd.openxmlformats-officedocument.presentationml.tags+xml"/>
  <Override PartName="/ppt/tags/tag644.xml" ContentType="application/vnd.openxmlformats-officedocument.presentationml.tags+xml"/>
  <Override PartName="/ppt/tags/tag645.xml" ContentType="application/vnd.openxmlformats-officedocument.presentationml.tags+xml"/>
  <Override PartName="/ppt/tags/tag646.xml" ContentType="application/vnd.openxmlformats-officedocument.presentationml.tags+xml"/>
  <Override PartName="/ppt/tags/tag647.xml" ContentType="application/vnd.openxmlformats-officedocument.presentationml.tags+xml"/>
  <Override PartName="/ppt/tags/tag648.xml" ContentType="application/vnd.openxmlformats-officedocument.presentationml.tags+xml"/>
  <Override PartName="/ppt/tags/tag649.xml" ContentType="application/vnd.openxmlformats-officedocument.presentationml.tags+xml"/>
  <Override PartName="/ppt/tags/tag65.xml" ContentType="application/vnd.openxmlformats-officedocument.presentationml.tags+xml"/>
  <Override PartName="/ppt/tags/tag650.xml" ContentType="application/vnd.openxmlformats-officedocument.presentationml.tags+xml"/>
  <Override PartName="/ppt/tags/tag651.xml" ContentType="application/vnd.openxmlformats-officedocument.presentationml.tags+xml"/>
  <Override PartName="/ppt/tags/tag652.xml" ContentType="application/vnd.openxmlformats-officedocument.presentationml.tags+xml"/>
  <Override PartName="/ppt/tags/tag653.xml" ContentType="application/vnd.openxmlformats-officedocument.presentationml.tags+xml"/>
  <Override PartName="/ppt/tags/tag654.xml" ContentType="application/vnd.openxmlformats-officedocument.presentationml.tags+xml"/>
  <Override PartName="/ppt/tags/tag655.xml" ContentType="application/vnd.openxmlformats-officedocument.presentationml.tags+xml"/>
  <Override PartName="/ppt/tags/tag656.xml" ContentType="application/vnd.openxmlformats-officedocument.presentationml.tags+xml"/>
  <Override PartName="/ppt/tags/tag657.xml" ContentType="application/vnd.openxmlformats-officedocument.presentationml.tags+xml"/>
  <Override PartName="/ppt/tags/tag658.xml" ContentType="application/vnd.openxmlformats-officedocument.presentationml.tags+xml"/>
  <Override PartName="/ppt/tags/tag659.xml" ContentType="application/vnd.openxmlformats-officedocument.presentationml.tags+xml"/>
  <Override PartName="/ppt/tags/tag66.xml" ContentType="application/vnd.openxmlformats-officedocument.presentationml.tags+xml"/>
  <Override PartName="/ppt/tags/tag660.xml" ContentType="application/vnd.openxmlformats-officedocument.presentationml.tags+xml"/>
  <Override PartName="/ppt/tags/tag661.xml" ContentType="application/vnd.openxmlformats-officedocument.presentationml.tags+xml"/>
  <Override PartName="/ppt/tags/tag662.xml" ContentType="application/vnd.openxmlformats-officedocument.presentationml.tags+xml"/>
  <Override PartName="/ppt/tags/tag663.xml" ContentType="application/vnd.openxmlformats-officedocument.presentationml.tags+xml"/>
  <Override PartName="/ppt/tags/tag664.xml" ContentType="application/vnd.openxmlformats-officedocument.presentationml.tags+xml"/>
  <Override PartName="/ppt/tags/tag665.xml" ContentType="application/vnd.openxmlformats-officedocument.presentationml.tags+xml"/>
  <Override PartName="/ppt/tags/tag666.xml" ContentType="application/vnd.openxmlformats-officedocument.presentationml.tags+xml"/>
  <Override PartName="/ppt/tags/tag667.xml" ContentType="application/vnd.openxmlformats-officedocument.presentationml.tags+xml"/>
  <Override PartName="/ppt/tags/tag668.xml" ContentType="application/vnd.openxmlformats-officedocument.presentationml.tags+xml"/>
  <Override PartName="/ppt/tags/tag669.xml" ContentType="application/vnd.openxmlformats-officedocument.presentationml.tags+xml"/>
  <Override PartName="/ppt/tags/tag67.xml" ContentType="application/vnd.openxmlformats-officedocument.presentationml.tags+xml"/>
  <Override PartName="/ppt/tags/tag670.xml" ContentType="application/vnd.openxmlformats-officedocument.presentationml.tags+xml"/>
  <Override PartName="/ppt/tags/tag671.xml" ContentType="application/vnd.openxmlformats-officedocument.presentationml.tags+xml"/>
  <Override PartName="/ppt/tags/tag672.xml" ContentType="application/vnd.openxmlformats-officedocument.presentationml.tags+xml"/>
  <Override PartName="/ppt/tags/tag673.xml" ContentType="application/vnd.openxmlformats-officedocument.presentationml.tags+xml"/>
  <Override PartName="/ppt/tags/tag674.xml" ContentType="application/vnd.openxmlformats-officedocument.presentationml.tags+xml"/>
  <Override PartName="/ppt/tags/tag675.xml" ContentType="application/vnd.openxmlformats-officedocument.presentationml.tags+xml"/>
  <Override PartName="/ppt/tags/tag676.xml" ContentType="application/vnd.openxmlformats-officedocument.presentationml.tags+xml"/>
  <Override PartName="/ppt/tags/tag677.xml" ContentType="application/vnd.openxmlformats-officedocument.presentationml.tags+xml"/>
  <Override PartName="/ppt/tags/tag678.xml" ContentType="application/vnd.openxmlformats-officedocument.presentationml.tags+xml"/>
  <Override PartName="/ppt/tags/tag679.xml" ContentType="application/vnd.openxmlformats-officedocument.presentationml.tags+xml"/>
  <Override PartName="/ppt/tags/tag68.xml" ContentType="application/vnd.openxmlformats-officedocument.presentationml.tags+xml"/>
  <Override PartName="/ppt/tags/tag680.xml" ContentType="application/vnd.openxmlformats-officedocument.presentationml.tags+xml"/>
  <Override PartName="/ppt/tags/tag681.xml" ContentType="application/vnd.openxmlformats-officedocument.presentationml.tags+xml"/>
  <Override PartName="/ppt/tags/tag682.xml" ContentType="application/vnd.openxmlformats-officedocument.presentationml.tags+xml"/>
  <Override PartName="/ppt/tags/tag683.xml" ContentType="application/vnd.openxmlformats-officedocument.presentationml.tags+xml"/>
  <Override PartName="/ppt/tags/tag684.xml" ContentType="application/vnd.openxmlformats-officedocument.presentationml.tags+xml"/>
  <Override PartName="/ppt/tags/tag685.xml" ContentType="application/vnd.openxmlformats-officedocument.presentationml.tags+xml"/>
  <Override PartName="/ppt/tags/tag686.xml" ContentType="application/vnd.openxmlformats-officedocument.presentationml.tags+xml"/>
  <Override PartName="/ppt/tags/tag687.xml" ContentType="application/vnd.openxmlformats-officedocument.presentationml.tags+xml"/>
  <Override PartName="/ppt/tags/tag688.xml" ContentType="application/vnd.openxmlformats-officedocument.presentationml.tags+xml"/>
  <Override PartName="/ppt/tags/tag689.xml" ContentType="application/vnd.openxmlformats-officedocument.presentationml.tags+xml"/>
  <Override PartName="/ppt/tags/tag69.xml" ContentType="application/vnd.openxmlformats-officedocument.presentationml.tags+xml"/>
  <Override PartName="/ppt/tags/tag690.xml" ContentType="application/vnd.openxmlformats-officedocument.presentationml.tags+xml"/>
  <Override PartName="/ppt/tags/tag691.xml" ContentType="application/vnd.openxmlformats-officedocument.presentationml.tags+xml"/>
  <Override PartName="/ppt/tags/tag692.xml" ContentType="application/vnd.openxmlformats-officedocument.presentationml.tags+xml"/>
  <Override PartName="/ppt/tags/tag693.xml" ContentType="application/vnd.openxmlformats-officedocument.presentationml.tags+xml"/>
  <Override PartName="/ppt/tags/tag694.xml" ContentType="application/vnd.openxmlformats-officedocument.presentationml.tags+xml"/>
  <Override PartName="/ppt/tags/tag695.xml" ContentType="application/vnd.openxmlformats-officedocument.presentationml.tags+xml"/>
  <Override PartName="/ppt/tags/tag696.xml" ContentType="application/vnd.openxmlformats-officedocument.presentationml.tags+xml"/>
  <Override PartName="/ppt/tags/tag697.xml" ContentType="application/vnd.openxmlformats-officedocument.presentationml.tags+xml"/>
  <Override PartName="/ppt/tags/tag698.xml" ContentType="application/vnd.openxmlformats-officedocument.presentationml.tags+xml"/>
  <Override PartName="/ppt/tags/tag69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00.xml" ContentType="application/vnd.openxmlformats-officedocument.presentationml.tags+xml"/>
  <Override PartName="/ppt/tags/tag701.xml" ContentType="application/vnd.openxmlformats-officedocument.presentationml.tags+xml"/>
  <Override PartName="/ppt/tags/tag702.xml" ContentType="application/vnd.openxmlformats-officedocument.presentationml.tags+xml"/>
  <Override PartName="/ppt/tags/tag703.xml" ContentType="application/vnd.openxmlformats-officedocument.presentationml.tags+xml"/>
  <Override PartName="/ppt/tags/tag704.xml" ContentType="application/vnd.openxmlformats-officedocument.presentationml.tags+xml"/>
  <Override PartName="/ppt/tags/tag705.xml" ContentType="application/vnd.openxmlformats-officedocument.presentationml.tags+xml"/>
  <Override PartName="/ppt/tags/tag706.xml" ContentType="application/vnd.openxmlformats-officedocument.presentationml.tags+xml"/>
  <Override PartName="/ppt/tags/tag707.xml" ContentType="application/vnd.openxmlformats-officedocument.presentationml.tags+xml"/>
  <Override PartName="/ppt/tags/tag708.xml" ContentType="application/vnd.openxmlformats-officedocument.presentationml.tags+xml"/>
  <Override PartName="/ppt/tags/tag709.xml" ContentType="application/vnd.openxmlformats-officedocument.presentationml.tags+xml"/>
  <Override PartName="/ppt/tags/tag71.xml" ContentType="application/vnd.openxmlformats-officedocument.presentationml.tags+xml"/>
  <Override PartName="/ppt/tags/tag710.xml" ContentType="application/vnd.openxmlformats-officedocument.presentationml.tags+xml"/>
  <Override PartName="/ppt/tags/tag711.xml" ContentType="application/vnd.openxmlformats-officedocument.presentationml.tags+xml"/>
  <Override PartName="/ppt/tags/tag712.xml" ContentType="application/vnd.openxmlformats-officedocument.presentationml.tags+xml"/>
  <Override PartName="/ppt/tags/tag713.xml" ContentType="application/vnd.openxmlformats-officedocument.presentationml.tags+xml"/>
  <Override PartName="/ppt/tags/tag714.xml" ContentType="application/vnd.openxmlformats-officedocument.presentationml.tags+xml"/>
  <Override PartName="/ppt/tags/tag715.xml" ContentType="application/vnd.openxmlformats-officedocument.presentationml.tags+xml"/>
  <Override PartName="/ppt/tags/tag716.xml" ContentType="application/vnd.openxmlformats-officedocument.presentationml.tags+xml"/>
  <Override PartName="/ppt/tags/tag717.xml" ContentType="application/vnd.openxmlformats-officedocument.presentationml.tags+xml"/>
  <Override PartName="/ppt/tags/tag718.xml" ContentType="application/vnd.openxmlformats-officedocument.presentationml.tags+xml"/>
  <Override PartName="/ppt/tags/tag719.xml" ContentType="application/vnd.openxmlformats-officedocument.presentationml.tags+xml"/>
  <Override PartName="/ppt/tags/tag72.xml" ContentType="application/vnd.openxmlformats-officedocument.presentationml.tags+xml"/>
  <Override PartName="/ppt/tags/tag720.xml" ContentType="application/vnd.openxmlformats-officedocument.presentationml.tags+xml"/>
  <Override PartName="/ppt/tags/tag721.xml" ContentType="application/vnd.openxmlformats-officedocument.presentationml.tags+xml"/>
  <Override PartName="/ppt/tags/tag722.xml" ContentType="application/vnd.openxmlformats-officedocument.presentationml.tags+xml"/>
  <Override PartName="/ppt/tags/tag723.xml" ContentType="application/vnd.openxmlformats-officedocument.presentationml.tags+xml"/>
  <Override PartName="/ppt/tags/tag724.xml" ContentType="application/vnd.openxmlformats-officedocument.presentationml.tags+xml"/>
  <Override PartName="/ppt/tags/tag725.xml" ContentType="application/vnd.openxmlformats-officedocument.presentationml.tags+xml"/>
  <Override PartName="/ppt/tags/tag726.xml" ContentType="application/vnd.openxmlformats-officedocument.presentationml.tags+xml"/>
  <Override PartName="/ppt/tags/tag727.xml" ContentType="application/vnd.openxmlformats-officedocument.presentationml.tags+xml"/>
  <Override PartName="/ppt/tags/tag728.xml" ContentType="application/vnd.openxmlformats-officedocument.presentationml.tags+xml"/>
  <Override PartName="/ppt/tags/tag729.xml" ContentType="application/vnd.openxmlformats-officedocument.presentationml.tags+xml"/>
  <Override PartName="/ppt/tags/tag73.xml" ContentType="application/vnd.openxmlformats-officedocument.presentationml.tags+xml"/>
  <Override PartName="/ppt/tags/tag730.xml" ContentType="application/vnd.openxmlformats-officedocument.presentationml.tags+xml"/>
  <Override PartName="/ppt/tags/tag731.xml" ContentType="application/vnd.openxmlformats-officedocument.presentationml.tags+xml"/>
  <Override PartName="/ppt/tags/tag732.xml" ContentType="application/vnd.openxmlformats-officedocument.presentationml.tags+xml"/>
  <Override PartName="/ppt/tags/tag733.xml" ContentType="application/vnd.openxmlformats-officedocument.presentationml.tags+xml"/>
  <Override PartName="/ppt/tags/tag734.xml" ContentType="application/vnd.openxmlformats-officedocument.presentationml.tags+xml"/>
  <Override PartName="/ppt/tags/tag735.xml" ContentType="application/vnd.openxmlformats-officedocument.presentationml.tags+xml"/>
  <Override PartName="/ppt/tags/tag736.xml" ContentType="application/vnd.openxmlformats-officedocument.presentationml.tags+xml"/>
  <Override PartName="/ppt/tags/tag737.xml" ContentType="application/vnd.openxmlformats-officedocument.presentationml.tags+xml"/>
  <Override PartName="/ppt/tags/tag738.xml" ContentType="application/vnd.openxmlformats-officedocument.presentationml.tags+xml"/>
  <Override PartName="/ppt/tags/tag739.xml" ContentType="application/vnd.openxmlformats-officedocument.presentationml.tags+xml"/>
  <Override PartName="/ppt/tags/tag74.xml" ContentType="application/vnd.openxmlformats-officedocument.presentationml.tags+xml"/>
  <Override PartName="/ppt/tags/tag740.xml" ContentType="application/vnd.openxmlformats-officedocument.presentationml.tags+xml"/>
  <Override PartName="/ppt/tags/tag741.xml" ContentType="application/vnd.openxmlformats-officedocument.presentationml.tags+xml"/>
  <Override PartName="/ppt/tags/tag742.xml" ContentType="application/vnd.openxmlformats-officedocument.presentationml.tags+xml"/>
  <Override PartName="/ppt/tags/tag743.xml" ContentType="application/vnd.openxmlformats-officedocument.presentationml.tags+xml"/>
  <Override PartName="/ppt/tags/tag744.xml" ContentType="application/vnd.openxmlformats-officedocument.presentationml.tags+xml"/>
  <Override PartName="/ppt/tags/tag745.xml" ContentType="application/vnd.openxmlformats-officedocument.presentationml.tags+xml"/>
  <Override PartName="/ppt/tags/tag746.xml" ContentType="application/vnd.openxmlformats-officedocument.presentationml.tags+xml"/>
  <Override PartName="/ppt/tags/tag747.xml" ContentType="application/vnd.openxmlformats-officedocument.presentationml.tags+xml"/>
  <Override PartName="/ppt/tags/tag748.xml" ContentType="application/vnd.openxmlformats-officedocument.presentationml.tags+xml"/>
  <Override PartName="/ppt/tags/tag749.xml" ContentType="application/vnd.openxmlformats-officedocument.presentationml.tags+xml"/>
  <Override PartName="/ppt/tags/tag75.xml" ContentType="application/vnd.openxmlformats-officedocument.presentationml.tags+xml"/>
  <Override PartName="/ppt/tags/tag750.xml" ContentType="application/vnd.openxmlformats-officedocument.presentationml.tags+xml"/>
  <Override PartName="/ppt/tags/tag751.xml" ContentType="application/vnd.openxmlformats-officedocument.presentationml.tags+xml"/>
  <Override PartName="/ppt/tags/tag752.xml" ContentType="application/vnd.openxmlformats-officedocument.presentationml.tags+xml"/>
  <Override PartName="/ppt/tags/tag753.xml" ContentType="application/vnd.openxmlformats-officedocument.presentationml.tags+xml"/>
  <Override PartName="/ppt/tags/tag754.xml" ContentType="application/vnd.openxmlformats-officedocument.presentationml.tags+xml"/>
  <Override PartName="/ppt/tags/tag755.xml" ContentType="application/vnd.openxmlformats-officedocument.presentationml.tags+xml"/>
  <Override PartName="/ppt/tags/tag756.xml" ContentType="application/vnd.openxmlformats-officedocument.presentationml.tags+xml"/>
  <Override PartName="/ppt/tags/tag757.xml" ContentType="application/vnd.openxmlformats-officedocument.presentationml.tags+xml"/>
  <Override PartName="/ppt/tags/tag758.xml" ContentType="application/vnd.openxmlformats-officedocument.presentationml.tags+xml"/>
  <Override PartName="/ppt/tags/tag759.xml" ContentType="application/vnd.openxmlformats-officedocument.presentationml.tags+xml"/>
  <Override PartName="/ppt/tags/tag76.xml" ContentType="application/vnd.openxmlformats-officedocument.presentationml.tags+xml"/>
  <Override PartName="/ppt/tags/tag760.xml" ContentType="application/vnd.openxmlformats-officedocument.presentationml.tags+xml"/>
  <Override PartName="/ppt/tags/tag761.xml" ContentType="application/vnd.openxmlformats-officedocument.presentationml.tags+xml"/>
  <Override PartName="/ppt/tags/tag762.xml" ContentType="application/vnd.openxmlformats-officedocument.presentationml.tags+xml"/>
  <Override PartName="/ppt/tags/tag763.xml" ContentType="application/vnd.openxmlformats-officedocument.presentationml.tags+xml"/>
  <Override PartName="/ppt/tags/tag764.xml" ContentType="application/vnd.openxmlformats-officedocument.presentationml.tags+xml"/>
  <Override PartName="/ppt/tags/tag765.xml" ContentType="application/vnd.openxmlformats-officedocument.presentationml.tags+xml"/>
  <Override PartName="/ppt/tags/tag766.xml" ContentType="application/vnd.openxmlformats-officedocument.presentationml.tags+xml"/>
  <Override PartName="/ppt/tags/tag767.xml" ContentType="application/vnd.openxmlformats-officedocument.presentationml.tags+xml"/>
  <Override PartName="/ppt/tags/tag768.xml" ContentType="application/vnd.openxmlformats-officedocument.presentationml.tags+xml"/>
  <Override PartName="/ppt/tags/tag769.xml" ContentType="application/vnd.openxmlformats-officedocument.presentationml.tags+xml"/>
  <Override PartName="/ppt/tags/tag77.xml" ContentType="application/vnd.openxmlformats-officedocument.presentationml.tags+xml"/>
  <Override PartName="/ppt/tags/tag770.xml" ContentType="application/vnd.openxmlformats-officedocument.presentationml.tags+xml"/>
  <Override PartName="/ppt/tags/tag771.xml" ContentType="application/vnd.openxmlformats-officedocument.presentationml.tags+xml"/>
  <Override PartName="/ppt/tags/tag772.xml" ContentType="application/vnd.openxmlformats-officedocument.presentationml.tags+xml"/>
  <Override PartName="/ppt/tags/tag773.xml" ContentType="application/vnd.openxmlformats-officedocument.presentationml.tags+xml"/>
  <Override PartName="/ppt/tags/tag774.xml" ContentType="application/vnd.openxmlformats-officedocument.presentationml.tags+xml"/>
  <Override PartName="/ppt/tags/tag775.xml" ContentType="application/vnd.openxmlformats-officedocument.presentationml.tags+xml"/>
  <Override PartName="/ppt/tags/tag776.xml" ContentType="application/vnd.openxmlformats-officedocument.presentationml.tags+xml"/>
  <Override PartName="/ppt/tags/tag777.xml" ContentType="application/vnd.openxmlformats-officedocument.presentationml.tags+xml"/>
  <Override PartName="/ppt/tags/tag778.xml" ContentType="application/vnd.openxmlformats-officedocument.presentationml.tags+xml"/>
  <Override PartName="/ppt/tags/tag779.xml" ContentType="application/vnd.openxmlformats-officedocument.presentationml.tags+xml"/>
  <Override PartName="/ppt/tags/tag78.xml" ContentType="application/vnd.openxmlformats-officedocument.presentationml.tags+xml"/>
  <Override PartName="/ppt/tags/tag780.xml" ContentType="application/vnd.openxmlformats-officedocument.presentationml.tags+xml"/>
  <Override PartName="/ppt/tags/tag781.xml" ContentType="application/vnd.openxmlformats-officedocument.presentationml.tags+xml"/>
  <Override PartName="/ppt/tags/tag782.xml" ContentType="application/vnd.openxmlformats-officedocument.presentationml.tags+xml"/>
  <Override PartName="/ppt/tags/tag783.xml" ContentType="application/vnd.openxmlformats-officedocument.presentationml.tags+xml"/>
  <Override PartName="/ppt/tags/tag784.xml" ContentType="application/vnd.openxmlformats-officedocument.presentationml.tags+xml"/>
  <Override PartName="/ppt/tags/tag785.xml" ContentType="application/vnd.openxmlformats-officedocument.presentationml.tags+xml"/>
  <Override PartName="/ppt/tags/tag786.xml" ContentType="application/vnd.openxmlformats-officedocument.presentationml.tags+xml"/>
  <Override PartName="/ppt/tags/tag787.xml" ContentType="application/vnd.openxmlformats-officedocument.presentationml.tags+xml"/>
  <Override PartName="/ppt/tags/tag788.xml" ContentType="application/vnd.openxmlformats-officedocument.presentationml.tags+xml"/>
  <Override PartName="/ppt/tags/tag789.xml" ContentType="application/vnd.openxmlformats-officedocument.presentationml.tags+xml"/>
  <Override PartName="/ppt/tags/tag79.xml" ContentType="application/vnd.openxmlformats-officedocument.presentationml.tags+xml"/>
  <Override PartName="/ppt/tags/tag790.xml" ContentType="application/vnd.openxmlformats-officedocument.presentationml.tags+xml"/>
  <Override PartName="/ppt/tags/tag791.xml" ContentType="application/vnd.openxmlformats-officedocument.presentationml.tags+xml"/>
  <Override PartName="/ppt/tags/tag792.xml" ContentType="application/vnd.openxmlformats-officedocument.presentationml.tags+xml"/>
  <Override PartName="/ppt/tags/tag793.xml" ContentType="application/vnd.openxmlformats-officedocument.presentationml.tags+xml"/>
  <Override PartName="/ppt/tags/tag794.xml" ContentType="application/vnd.openxmlformats-officedocument.presentationml.tags+xml"/>
  <Override PartName="/ppt/tags/tag795.xml" ContentType="application/vnd.openxmlformats-officedocument.presentationml.tags+xml"/>
  <Override PartName="/ppt/tags/tag796.xml" ContentType="application/vnd.openxmlformats-officedocument.presentationml.tags+xml"/>
  <Override PartName="/ppt/tags/tag797.xml" ContentType="application/vnd.openxmlformats-officedocument.presentationml.tags+xml"/>
  <Override PartName="/ppt/tags/tag798.xml" ContentType="application/vnd.openxmlformats-officedocument.presentationml.tags+xml"/>
  <Override PartName="/ppt/tags/tag79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00.xml" ContentType="application/vnd.openxmlformats-officedocument.presentationml.tags+xml"/>
  <Override PartName="/ppt/tags/tag801.xml" ContentType="application/vnd.openxmlformats-officedocument.presentationml.tags+xml"/>
  <Override PartName="/ppt/tags/tag802.xml" ContentType="application/vnd.openxmlformats-officedocument.presentationml.tags+xml"/>
  <Override PartName="/ppt/tags/tag803.xml" ContentType="application/vnd.openxmlformats-officedocument.presentationml.tags+xml"/>
  <Override PartName="/ppt/tags/tag804.xml" ContentType="application/vnd.openxmlformats-officedocument.presentationml.tags+xml"/>
  <Override PartName="/ppt/tags/tag805.xml" ContentType="application/vnd.openxmlformats-officedocument.presentationml.tags+xml"/>
  <Override PartName="/ppt/tags/tag806.xml" ContentType="application/vnd.openxmlformats-officedocument.presentationml.tags+xml"/>
  <Override PartName="/ppt/tags/tag807.xml" ContentType="application/vnd.openxmlformats-officedocument.presentationml.tags+xml"/>
  <Override PartName="/ppt/tags/tag808.xml" ContentType="application/vnd.openxmlformats-officedocument.presentationml.tags+xml"/>
  <Override PartName="/ppt/tags/tag809.xml" ContentType="application/vnd.openxmlformats-officedocument.presentationml.tags+xml"/>
  <Override PartName="/ppt/tags/tag81.xml" ContentType="application/vnd.openxmlformats-officedocument.presentationml.tags+xml"/>
  <Override PartName="/ppt/tags/tag810.xml" ContentType="application/vnd.openxmlformats-officedocument.presentationml.tags+xml"/>
  <Override PartName="/ppt/tags/tag811.xml" ContentType="application/vnd.openxmlformats-officedocument.presentationml.tags+xml"/>
  <Override PartName="/ppt/tags/tag812.xml" ContentType="application/vnd.openxmlformats-officedocument.presentationml.tags+xml"/>
  <Override PartName="/ppt/tags/tag813.xml" ContentType="application/vnd.openxmlformats-officedocument.presentationml.tags+xml"/>
  <Override PartName="/ppt/tags/tag814.xml" ContentType="application/vnd.openxmlformats-officedocument.presentationml.tags+xml"/>
  <Override PartName="/ppt/tags/tag815.xml" ContentType="application/vnd.openxmlformats-officedocument.presentationml.tags+xml"/>
  <Override PartName="/ppt/tags/tag816.xml" ContentType="application/vnd.openxmlformats-officedocument.presentationml.tags+xml"/>
  <Override PartName="/ppt/tags/tag817.xml" ContentType="application/vnd.openxmlformats-officedocument.presentationml.tags+xml"/>
  <Override PartName="/ppt/tags/tag818.xml" ContentType="application/vnd.openxmlformats-officedocument.presentationml.tags+xml"/>
  <Override PartName="/ppt/tags/tag819.xml" ContentType="application/vnd.openxmlformats-officedocument.presentationml.tags+xml"/>
  <Override PartName="/ppt/tags/tag82.xml" ContentType="application/vnd.openxmlformats-officedocument.presentationml.tags+xml"/>
  <Override PartName="/ppt/tags/tag820.xml" ContentType="application/vnd.openxmlformats-officedocument.presentationml.tags+xml"/>
  <Override PartName="/ppt/tags/tag821.xml" ContentType="application/vnd.openxmlformats-officedocument.presentationml.tags+xml"/>
  <Override PartName="/ppt/tags/tag822.xml" ContentType="application/vnd.openxmlformats-officedocument.presentationml.tags+xml"/>
  <Override PartName="/ppt/tags/tag823.xml" ContentType="application/vnd.openxmlformats-officedocument.presentationml.tags+xml"/>
  <Override PartName="/ppt/tags/tag824.xml" ContentType="application/vnd.openxmlformats-officedocument.presentationml.tags+xml"/>
  <Override PartName="/ppt/tags/tag825.xml" ContentType="application/vnd.openxmlformats-officedocument.presentationml.tags+xml"/>
  <Override PartName="/ppt/tags/tag826.xml" ContentType="application/vnd.openxmlformats-officedocument.presentationml.tags+xml"/>
  <Override PartName="/ppt/tags/tag827.xml" ContentType="application/vnd.openxmlformats-officedocument.presentationml.tags+xml"/>
  <Override PartName="/ppt/tags/tag828.xml" ContentType="application/vnd.openxmlformats-officedocument.presentationml.tags+xml"/>
  <Override PartName="/ppt/tags/tag829.xml" ContentType="application/vnd.openxmlformats-officedocument.presentationml.tags+xml"/>
  <Override PartName="/ppt/tags/tag83.xml" ContentType="application/vnd.openxmlformats-officedocument.presentationml.tags+xml"/>
  <Override PartName="/ppt/tags/tag830.xml" ContentType="application/vnd.openxmlformats-officedocument.presentationml.tags+xml"/>
  <Override PartName="/ppt/tags/tag831.xml" ContentType="application/vnd.openxmlformats-officedocument.presentationml.tags+xml"/>
  <Override PartName="/ppt/tags/tag832.xml" ContentType="application/vnd.openxmlformats-officedocument.presentationml.tags+xml"/>
  <Override PartName="/ppt/tags/tag833.xml" ContentType="application/vnd.openxmlformats-officedocument.presentationml.tags+xml"/>
  <Override PartName="/ppt/tags/tag834.xml" ContentType="application/vnd.openxmlformats-officedocument.presentationml.tags+xml"/>
  <Override PartName="/ppt/tags/tag835.xml" ContentType="application/vnd.openxmlformats-officedocument.presentationml.tags+xml"/>
  <Override PartName="/ppt/tags/tag836.xml" ContentType="application/vnd.openxmlformats-officedocument.presentationml.tags+xml"/>
  <Override PartName="/ppt/tags/tag837.xml" ContentType="application/vnd.openxmlformats-officedocument.presentationml.tags+xml"/>
  <Override PartName="/ppt/tags/tag838.xml" ContentType="application/vnd.openxmlformats-officedocument.presentationml.tags+xml"/>
  <Override PartName="/ppt/tags/tag839.xml" ContentType="application/vnd.openxmlformats-officedocument.presentationml.tags+xml"/>
  <Override PartName="/ppt/tags/tag84.xml" ContentType="application/vnd.openxmlformats-officedocument.presentationml.tags+xml"/>
  <Override PartName="/ppt/tags/tag840.xml" ContentType="application/vnd.openxmlformats-officedocument.presentationml.tags+xml"/>
  <Override PartName="/ppt/tags/tag841.xml" ContentType="application/vnd.openxmlformats-officedocument.presentationml.tags+xml"/>
  <Override PartName="/ppt/tags/tag842.xml" ContentType="application/vnd.openxmlformats-officedocument.presentationml.tags+xml"/>
  <Override PartName="/ppt/tags/tag843.xml" ContentType="application/vnd.openxmlformats-officedocument.presentationml.tags+xml"/>
  <Override PartName="/ppt/tags/tag844.xml" ContentType="application/vnd.openxmlformats-officedocument.presentationml.tags+xml"/>
  <Override PartName="/ppt/tags/tag845.xml" ContentType="application/vnd.openxmlformats-officedocument.presentationml.tags+xml"/>
  <Override PartName="/ppt/tags/tag846.xml" ContentType="application/vnd.openxmlformats-officedocument.presentationml.tags+xml"/>
  <Override PartName="/ppt/tags/tag847.xml" ContentType="application/vnd.openxmlformats-officedocument.presentationml.tags+xml"/>
  <Override PartName="/ppt/tags/tag848.xml" ContentType="application/vnd.openxmlformats-officedocument.presentationml.tags+xml"/>
  <Override PartName="/ppt/tags/tag849.xml" ContentType="application/vnd.openxmlformats-officedocument.presentationml.tags+xml"/>
  <Override PartName="/ppt/tags/tag85.xml" ContentType="application/vnd.openxmlformats-officedocument.presentationml.tags+xml"/>
  <Override PartName="/ppt/tags/tag850.xml" ContentType="application/vnd.openxmlformats-officedocument.presentationml.tags+xml"/>
  <Override PartName="/ppt/tags/tag851.xml" ContentType="application/vnd.openxmlformats-officedocument.presentationml.tags+xml"/>
  <Override PartName="/ppt/tags/tag852.xml" ContentType="application/vnd.openxmlformats-officedocument.presentationml.tags+xml"/>
  <Override PartName="/ppt/tags/tag853.xml" ContentType="application/vnd.openxmlformats-officedocument.presentationml.tags+xml"/>
  <Override PartName="/ppt/tags/tag854.xml" ContentType="application/vnd.openxmlformats-officedocument.presentationml.tags+xml"/>
  <Override PartName="/ppt/tags/tag855.xml" ContentType="application/vnd.openxmlformats-officedocument.presentationml.tags+xml"/>
  <Override PartName="/ppt/tags/tag856.xml" ContentType="application/vnd.openxmlformats-officedocument.presentationml.tags+xml"/>
  <Override PartName="/ppt/tags/tag857.xml" ContentType="application/vnd.openxmlformats-officedocument.presentationml.tags+xml"/>
  <Override PartName="/ppt/tags/tag858.xml" ContentType="application/vnd.openxmlformats-officedocument.presentationml.tags+xml"/>
  <Override PartName="/ppt/tags/tag859.xml" ContentType="application/vnd.openxmlformats-officedocument.presentationml.tags+xml"/>
  <Override PartName="/ppt/tags/tag86.xml" ContentType="application/vnd.openxmlformats-officedocument.presentationml.tags+xml"/>
  <Override PartName="/ppt/tags/tag860.xml" ContentType="application/vnd.openxmlformats-officedocument.presentationml.tags+xml"/>
  <Override PartName="/ppt/tags/tag861.xml" ContentType="application/vnd.openxmlformats-officedocument.presentationml.tags+xml"/>
  <Override PartName="/ppt/tags/tag862.xml" ContentType="application/vnd.openxmlformats-officedocument.presentationml.tags+xml"/>
  <Override PartName="/ppt/tags/tag863.xml" ContentType="application/vnd.openxmlformats-officedocument.presentationml.tags+xml"/>
  <Override PartName="/ppt/tags/tag864.xml" ContentType="application/vnd.openxmlformats-officedocument.presentationml.tags+xml"/>
  <Override PartName="/ppt/tags/tag865.xml" ContentType="application/vnd.openxmlformats-officedocument.presentationml.tags+xml"/>
  <Override PartName="/ppt/tags/tag866.xml" ContentType="application/vnd.openxmlformats-officedocument.presentationml.tags+xml"/>
  <Override PartName="/ppt/tags/tag867.xml" ContentType="application/vnd.openxmlformats-officedocument.presentationml.tags+xml"/>
  <Override PartName="/ppt/tags/tag868.xml" ContentType="application/vnd.openxmlformats-officedocument.presentationml.tags+xml"/>
  <Override PartName="/ppt/tags/tag869.xml" ContentType="application/vnd.openxmlformats-officedocument.presentationml.tags+xml"/>
  <Override PartName="/ppt/tags/tag87.xml" ContentType="application/vnd.openxmlformats-officedocument.presentationml.tags+xml"/>
  <Override PartName="/ppt/tags/tag870.xml" ContentType="application/vnd.openxmlformats-officedocument.presentationml.tags+xml"/>
  <Override PartName="/ppt/tags/tag871.xml" ContentType="application/vnd.openxmlformats-officedocument.presentationml.tags+xml"/>
  <Override PartName="/ppt/tags/tag872.xml" ContentType="application/vnd.openxmlformats-officedocument.presentationml.tags+xml"/>
  <Override PartName="/ppt/tags/tag873.xml" ContentType="application/vnd.openxmlformats-officedocument.presentationml.tags+xml"/>
  <Override PartName="/ppt/tags/tag874.xml" ContentType="application/vnd.openxmlformats-officedocument.presentationml.tags+xml"/>
  <Override PartName="/ppt/tags/tag875.xml" ContentType="application/vnd.openxmlformats-officedocument.presentationml.tags+xml"/>
  <Override PartName="/ppt/tags/tag876.xml" ContentType="application/vnd.openxmlformats-officedocument.presentationml.tags+xml"/>
  <Override PartName="/ppt/tags/tag877.xml" ContentType="application/vnd.openxmlformats-officedocument.presentationml.tags+xml"/>
  <Override PartName="/ppt/tags/tag878.xml" ContentType="application/vnd.openxmlformats-officedocument.presentationml.tags+xml"/>
  <Override PartName="/ppt/tags/tag879.xml" ContentType="application/vnd.openxmlformats-officedocument.presentationml.tags+xml"/>
  <Override PartName="/ppt/tags/tag88.xml" ContentType="application/vnd.openxmlformats-officedocument.presentationml.tags+xml"/>
  <Override PartName="/ppt/tags/tag880.xml" ContentType="application/vnd.openxmlformats-officedocument.presentationml.tags+xml"/>
  <Override PartName="/ppt/tags/tag881.xml" ContentType="application/vnd.openxmlformats-officedocument.presentationml.tags+xml"/>
  <Override PartName="/ppt/tags/tag882.xml" ContentType="application/vnd.openxmlformats-officedocument.presentationml.tags+xml"/>
  <Override PartName="/ppt/tags/tag883.xml" ContentType="application/vnd.openxmlformats-officedocument.presentationml.tags+xml"/>
  <Override PartName="/ppt/tags/tag884.xml" ContentType="application/vnd.openxmlformats-officedocument.presentationml.tags+xml"/>
  <Override PartName="/ppt/tags/tag885.xml" ContentType="application/vnd.openxmlformats-officedocument.presentationml.tags+xml"/>
  <Override PartName="/ppt/tags/tag886.xml" ContentType="application/vnd.openxmlformats-officedocument.presentationml.tags+xml"/>
  <Override PartName="/ppt/tags/tag887.xml" ContentType="application/vnd.openxmlformats-officedocument.presentationml.tags+xml"/>
  <Override PartName="/ppt/tags/tag888.xml" ContentType="application/vnd.openxmlformats-officedocument.presentationml.tags+xml"/>
  <Override PartName="/ppt/tags/tag889.xml" ContentType="application/vnd.openxmlformats-officedocument.presentationml.tags+xml"/>
  <Override PartName="/ppt/tags/tag89.xml" ContentType="application/vnd.openxmlformats-officedocument.presentationml.tags+xml"/>
  <Override PartName="/ppt/tags/tag890.xml" ContentType="application/vnd.openxmlformats-officedocument.presentationml.tags+xml"/>
  <Override PartName="/ppt/tags/tag891.xml" ContentType="application/vnd.openxmlformats-officedocument.presentationml.tags+xml"/>
  <Override PartName="/ppt/tags/tag892.xml" ContentType="application/vnd.openxmlformats-officedocument.presentationml.tags+xml"/>
  <Override PartName="/ppt/tags/tag893.xml" ContentType="application/vnd.openxmlformats-officedocument.presentationml.tags+xml"/>
  <Override PartName="/ppt/tags/tag894.xml" ContentType="application/vnd.openxmlformats-officedocument.presentationml.tags+xml"/>
  <Override PartName="/ppt/tags/tag895.xml" ContentType="application/vnd.openxmlformats-officedocument.presentationml.tags+xml"/>
  <Override PartName="/ppt/tags/tag896.xml" ContentType="application/vnd.openxmlformats-officedocument.presentationml.tags+xml"/>
  <Override PartName="/ppt/tags/tag897.xml" ContentType="application/vnd.openxmlformats-officedocument.presentationml.tags+xml"/>
  <Override PartName="/ppt/tags/tag898.xml" ContentType="application/vnd.openxmlformats-officedocument.presentationml.tags+xml"/>
  <Override PartName="/ppt/tags/tag89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00.xml" ContentType="application/vnd.openxmlformats-officedocument.presentationml.tags+xml"/>
  <Override PartName="/ppt/tags/tag901.xml" ContentType="application/vnd.openxmlformats-officedocument.presentationml.tags+xml"/>
  <Override PartName="/ppt/tags/tag902.xml" ContentType="application/vnd.openxmlformats-officedocument.presentationml.tags+xml"/>
  <Override PartName="/ppt/tags/tag903.xml" ContentType="application/vnd.openxmlformats-officedocument.presentationml.tags+xml"/>
  <Override PartName="/ppt/tags/tag904.xml" ContentType="application/vnd.openxmlformats-officedocument.presentationml.tags+xml"/>
  <Override PartName="/ppt/tags/tag905.xml" ContentType="application/vnd.openxmlformats-officedocument.presentationml.tags+xml"/>
  <Override PartName="/ppt/tags/tag906.xml" ContentType="application/vnd.openxmlformats-officedocument.presentationml.tags+xml"/>
  <Override PartName="/ppt/tags/tag907.xml" ContentType="application/vnd.openxmlformats-officedocument.presentationml.tags+xml"/>
  <Override PartName="/ppt/tags/tag908.xml" ContentType="application/vnd.openxmlformats-officedocument.presentationml.tags+xml"/>
  <Override PartName="/ppt/tags/tag909.xml" ContentType="application/vnd.openxmlformats-officedocument.presentationml.tags+xml"/>
  <Override PartName="/ppt/tags/tag91.xml" ContentType="application/vnd.openxmlformats-officedocument.presentationml.tags+xml"/>
  <Override PartName="/ppt/tags/tag910.xml" ContentType="application/vnd.openxmlformats-officedocument.presentationml.tags+xml"/>
  <Override PartName="/ppt/tags/tag911.xml" ContentType="application/vnd.openxmlformats-officedocument.presentationml.tags+xml"/>
  <Override PartName="/ppt/tags/tag912.xml" ContentType="application/vnd.openxmlformats-officedocument.presentationml.tags+xml"/>
  <Override PartName="/ppt/tags/tag913.xml" ContentType="application/vnd.openxmlformats-officedocument.presentationml.tags+xml"/>
  <Override PartName="/ppt/tags/tag914.xml" ContentType="application/vnd.openxmlformats-officedocument.presentationml.tags+xml"/>
  <Override PartName="/ppt/tags/tag915.xml" ContentType="application/vnd.openxmlformats-officedocument.presentationml.tags+xml"/>
  <Override PartName="/ppt/tags/tag916.xml" ContentType="application/vnd.openxmlformats-officedocument.presentationml.tags+xml"/>
  <Override PartName="/ppt/tags/tag917.xml" ContentType="application/vnd.openxmlformats-officedocument.presentationml.tags+xml"/>
  <Override PartName="/ppt/tags/tag918.xml" ContentType="application/vnd.openxmlformats-officedocument.presentationml.tags+xml"/>
  <Override PartName="/ppt/tags/tag919.xml" ContentType="application/vnd.openxmlformats-officedocument.presentationml.tags+xml"/>
  <Override PartName="/ppt/tags/tag92.xml" ContentType="application/vnd.openxmlformats-officedocument.presentationml.tags+xml"/>
  <Override PartName="/ppt/tags/tag920.xml" ContentType="application/vnd.openxmlformats-officedocument.presentationml.tags+xml"/>
  <Override PartName="/ppt/tags/tag921.xml" ContentType="application/vnd.openxmlformats-officedocument.presentationml.tags+xml"/>
  <Override PartName="/ppt/tags/tag922.xml" ContentType="application/vnd.openxmlformats-officedocument.presentationml.tags+xml"/>
  <Override PartName="/ppt/tags/tag923.xml" ContentType="application/vnd.openxmlformats-officedocument.presentationml.tags+xml"/>
  <Override PartName="/ppt/tags/tag924.xml" ContentType="application/vnd.openxmlformats-officedocument.presentationml.tags+xml"/>
  <Override PartName="/ppt/tags/tag925.xml" ContentType="application/vnd.openxmlformats-officedocument.presentationml.tags+xml"/>
  <Override PartName="/ppt/tags/tag926.xml" ContentType="application/vnd.openxmlformats-officedocument.presentationml.tags+xml"/>
  <Override PartName="/ppt/tags/tag927.xml" ContentType="application/vnd.openxmlformats-officedocument.presentationml.tags+xml"/>
  <Override PartName="/ppt/tags/tag928.xml" ContentType="application/vnd.openxmlformats-officedocument.presentationml.tags+xml"/>
  <Override PartName="/ppt/tags/tag929.xml" ContentType="application/vnd.openxmlformats-officedocument.presentationml.tags+xml"/>
  <Override PartName="/ppt/tags/tag93.xml" ContentType="application/vnd.openxmlformats-officedocument.presentationml.tags+xml"/>
  <Override PartName="/ppt/tags/tag930.xml" ContentType="application/vnd.openxmlformats-officedocument.presentationml.tags+xml"/>
  <Override PartName="/ppt/tags/tag931.xml" ContentType="application/vnd.openxmlformats-officedocument.presentationml.tags+xml"/>
  <Override PartName="/ppt/tags/tag932.xml" ContentType="application/vnd.openxmlformats-officedocument.presentationml.tags+xml"/>
  <Override PartName="/ppt/tags/tag933.xml" ContentType="application/vnd.openxmlformats-officedocument.presentationml.tags+xml"/>
  <Override PartName="/ppt/tags/tag934.xml" ContentType="application/vnd.openxmlformats-officedocument.presentationml.tags+xml"/>
  <Override PartName="/ppt/tags/tag935.xml" ContentType="application/vnd.openxmlformats-officedocument.presentationml.tags+xml"/>
  <Override PartName="/ppt/tags/tag936.xml" ContentType="application/vnd.openxmlformats-officedocument.presentationml.tags+xml"/>
  <Override PartName="/ppt/tags/tag937.xml" ContentType="application/vnd.openxmlformats-officedocument.presentationml.tags+xml"/>
  <Override PartName="/ppt/tags/tag938.xml" ContentType="application/vnd.openxmlformats-officedocument.presentationml.tags+xml"/>
  <Override PartName="/ppt/tags/tag939.xml" ContentType="application/vnd.openxmlformats-officedocument.presentationml.tags+xml"/>
  <Override PartName="/ppt/tags/tag94.xml" ContentType="application/vnd.openxmlformats-officedocument.presentationml.tags+xml"/>
  <Override PartName="/ppt/tags/tag940.xml" ContentType="application/vnd.openxmlformats-officedocument.presentationml.tags+xml"/>
  <Override PartName="/ppt/tags/tag941.xml" ContentType="application/vnd.openxmlformats-officedocument.presentationml.tags+xml"/>
  <Override PartName="/ppt/tags/tag942.xml" ContentType="application/vnd.openxmlformats-officedocument.presentationml.tags+xml"/>
  <Override PartName="/ppt/tags/tag943.xml" ContentType="application/vnd.openxmlformats-officedocument.presentationml.tags+xml"/>
  <Override PartName="/ppt/tags/tag944.xml" ContentType="application/vnd.openxmlformats-officedocument.presentationml.tags+xml"/>
  <Override PartName="/ppt/tags/tag945.xml" ContentType="application/vnd.openxmlformats-officedocument.presentationml.tags+xml"/>
  <Override PartName="/ppt/tags/tag946.xml" ContentType="application/vnd.openxmlformats-officedocument.presentationml.tags+xml"/>
  <Override PartName="/ppt/tags/tag947.xml" ContentType="application/vnd.openxmlformats-officedocument.presentationml.tags+xml"/>
  <Override PartName="/ppt/tags/tag948.xml" ContentType="application/vnd.openxmlformats-officedocument.presentationml.tags+xml"/>
  <Override PartName="/ppt/tags/tag949.xml" ContentType="application/vnd.openxmlformats-officedocument.presentationml.tags+xml"/>
  <Override PartName="/ppt/tags/tag95.xml" ContentType="application/vnd.openxmlformats-officedocument.presentationml.tags+xml"/>
  <Override PartName="/ppt/tags/tag950.xml" ContentType="application/vnd.openxmlformats-officedocument.presentationml.tags+xml"/>
  <Override PartName="/ppt/tags/tag951.xml" ContentType="application/vnd.openxmlformats-officedocument.presentationml.tags+xml"/>
  <Override PartName="/ppt/tags/tag952.xml" ContentType="application/vnd.openxmlformats-officedocument.presentationml.tags+xml"/>
  <Override PartName="/ppt/tags/tag953.xml" ContentType="application/vnd.openxmlformats-officedocument.presentationml.tags+xml"/>
  <Override PartName="/ppt/tags/tag954.xml" ContentType="application/vnd.openxmlformats-officedocument.presentationml.tags+xml"/>
  <Override PartName="/ppt/tags/tag955.xml" ContentType="application/vnd.openxmlformats-officedocument.presentationml.tags+xml"/>
  <Override PartName="/ppt/tags/tag956.xml" ContentType="application/vnd.openxmlformats-officedocument.presentationml.tags+xml"/>
  <Override PartName="/ppt/tags/tag957.xml" ContentType="application/vnd.openxmlformats-officedocument.presentationml.tags+xml"/>
  <Override PartName="/ppt/tags/tag958.xml" ContentType="application/vnd.openxmlformats-officedocument.presentationml.tags+xml"/>
  <Override PartName="/ppt/tags/tag959.xml" ContentType="application/vnd.openxmlformats-officedocument.presentationml.tags+xml"/>
  <Override PartName="/ppt/tags/tag96.xml" ContentType="application/vnd.openxmlformats-officedocument.presentationml.tags+xml"/>
  <Override PartName="/ppt/tags/tag960.xml" ContentType="application/vnd.openxmlformats-officedocument.presentationml.tags+xml"/>
  <Override PartName="/ppt/tags/tag961.xml" ContentType="application/vnd.openxmlformats-officedocument.presentationml.tags+xml"/>
  <Override PartName="/ppt/tags/tag962.xml" ContentType="application/vnd.openxmlformats-officedocument.presentationml.tags+xml"/>
  <Override PartName="/ppt/tags/tag963.xml" ContentType="application/vnd.openxmlformats-officedocument.presentationml.tags+xml"/>
  <Override PartName="/ppt/tags/tag964.xml" ContentType="application/vnd.openxmlformats-officedocument.presentationml.tags+xml"/>
  <Override PartName="/ppt/tags/tag965.xml" ContentType="application/vnd.openxmlformats-officedocument.presentationml.tags+xml"/>
  <Override PartName="/ppt/tags/tag966.xml" ContentType="application/vnd.openxmlformats-officedocument.presentationml.tags+xml"/>
  <Override PartName="/ppt/tags/tag967.xml" ContentType="application/vnd.openxmlformats-officedocument.presentationml.tags+xml"/>
  <Override PartName="/ppt/tags/tag968.xml" ContentType="application/vnd.openxmlformats-officedocument.presentationml.tags+xml"/>
  <Override PartName="/ppt/tags/tag969.xml" ContentType="application/vnd.openxmlformats-officedocument.presentationml.tags+xml"/>
  <Override PartName="/ppt/tags/tag97.xml" ContentType="application/vnd.openxmlformats-officedocument.presentationml.tags+xml"/>
  <Override PartName="/ppt/tags/tag970.xml" ContentType="application/vnd.openxmlformats-officedocument.presentationml.tags+xml"/>
  <Override PartName="/ppt/tags/tag971.xml" ContentType="application/vnd.openxmlformats-officedocument.presentationml.tags+xml"/>
  <Override PartName="/ppt/tags/tag972.xml" ContentType="application/vnd.openxmlformats-officedocument.presentationml.tags+xml"/>
  <Override PartName="/ppt/tags/tag973.xml" ContentType="application/vnd.openxmlformats-officedocument.presentationml.tags+xml"/>
  <Override PartName="/ppt/tags/tag974.xml" ContentType="application/vnd.openxmlformats-officedocument.presentationml.tags+xml"/>
  <Override PartName="/ppt/tags/tag975.xml" ContentType="application/vnd.openxmlformats-officedocument.presentationml.tags+xml"/>
  <Override PartName="/ppt/tags/tag976.xml" ContentType="application/vnd.openxmlformats-officedocument.presentationml.tags+xml"/>
  <Override PartName="/ppt/tags/tag977.xml" ContentType="application/vnd.openxmlformats-officedocument.presentationml.tags+xml"/>
  <Override PartName="/ppt/tags/tag978.xml" ContentType="application/vnd.openxmlformats-officedocument.presentationml.tags+xml"/>
  <Override PartName="/ppt/tags/tag979.xml" ContentType="application/vnd.openxmlformats-officedocument.presentationml.tags+xml"/>
  <Override PartName="/ppt/tags/tag98.xml" ContentType="application/vnd.openxmlformats-officedocument.presentationml.tags+xml"/>
  <Override PartName="/ppt/tags/tag980.xml" ContentType="application/vnd.openxmlformats-officedocument.presentationml.tags+xml"/>
  <Override PartName="/ppt/tags/tag981.xml" ContentType="application/vnd.openxmlformats-officedocument.presentationml.tags+xml"/>
  <Override PartName="/ppt/tags/tag982.xml" ContentType="application/vnd.openxmlformats-officedocument.presentationml.tags+xml"/>
  <Override PartName="/ppt/tags/tag983.xml" ContentType="application/vnd.openxmlformats-officedocument.presentationml.tags+xml"/>
  <Override PartName="/ppt/tags/tag984.xml" ContentType="application/vnd.openxmlformats-officedocument.presentationml.tags+xml"/>
  <Override PartName="/ppt/tags/tag985.xml" ContentType="application/vnd.openxmlformats-officedocument.presentationml.tags+xml"/>
  <Override PartName="/ppt/tags/tag986.xml" ContentType="application/vnd.openxmlformats-officedocument.presentationml.tags+xml"/>
  <Override PartName="/ppt/tags/tag987.xml" ContentType="application/vnd.openxmlformats-officedocument.presentationml.tags+xml"/>
  <Override PartName="/ppt/tags/tag988.xml" ContentType="application/vnd.openxmlformats-officedocument.presentationml.tags+xml"/>
  <Override PartName="/ppt/tags/tag989.xml" ContentType="application/vnd.openxmlformats-officedocument.presentationml.tags+xml"/>
  <Override PartName="/ppt/tags/tag99.xml" ContentType="application/vnd.openxmlformats-officedocument.presentationml.tags+xml"/>
  <Override PartName="/ppt/tags/tag990.xml" ContentType="application/vnd.openxmlformats-officedocument.presentationml.tags+xml"/>
  <Override PartName="/ppt/tags/tag991.xml" ContentType="application/vnd.openxmlformats-officedocument.presentationml.tags+xml"/>
  <Override PartName="/ppt/tags/tag992.xml" ContentType="application/vnd.openxmlformats-officedocument.presentationml.tags+xml"/>
  <Override PartName="/ppt/tags/tag993.xml" ContentType="application/vnd.openxmlformats-officedocument.presentationml.tags+xml"/>
  <Override PartName="/ppt/tags/tag994.xml" ContentType="application/vnd.openxmlformats-officedocument.presentationml.tags+xml"/>
  <Override PartName="/ppt/tags/tag995.xml" ContentType="application/vnd.openxmlformats-officedocument.presentationml.tags+xml"/>
  <Override PartName="/ppt/tags/tag996.xml" ContentType="application/vnd.openxmlformats-officedocument.presentationml.tags+xml"/>
  <Override PartName="/ppt/tags/tag997.xml" ContentType="application/vnd.openxmlformats-officedocument.presentationml.tags+xml"/>
  <Override PartName="/ppt/tags/tag998.xml" ContentType="application/vnd.openxmlformats-officedocument.presentationml.tags+xml"/>
  <Override PartName="/ppt/tags/tag99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59" r:id="rId3"/>
  </p:sldMasterIdLst>
  <p:notesMasterIdLst>
    <p:notesMasterId r:id="rId5"/>
  </p:notesMasterIdLst>
  <p:handoutMasterIdLst>
    <p:handoutMasterId r:id="rId146"/>
  </p:handoutMasterIdLst>
  <p:sldIdLst>
    <p:sldId id="257" r:id="rId4"/>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 id="275" r:id="rId23"/>
    <p:sldId id="276" r:id="rId24"/>
    <p:sldId id="278" r:id="rId25"/>
    <p:sldId id="279" r:id="rId26"/>
    <p:sldId id="280" r:id="rId27"/>
    <p:sldId id="281" r:id="rId28"/>
    <p:sldId id="282" r:id="rId29"/>
    <p:sldId id="283" r:id="rId30"/>
    <p:sldId id="284" r:id="rId31"/>
    <p:sldId id="285" r:id="rId32"/>
    <p:sldId id="286" r:id="rId33"/>
    <p:sldId id="287" r:id="rId34"/>
    <p:sldId id="288" r:id="rId35"/>
    <p:sldId id="289" r:id="rId36"/>
    <p:sldId id="290" r:id="rId37"/>
    <p:sldId id="291" r:id="rId38"/>
    <p:sldId id="292" r:id="rId39"/>
    <p:sldId id="293" r:id="rId40"/>
    <p:sldId id="294" r:id="rId41"/>
    <p:sldId id="295" r:id="rId42"/>
    <p:sldId id="296" r:id="rId43"/>
    <p:sldId id="297" r:id="rId44"/>
    <p:sldId id="298"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20" r:id="rId65"/>
    <p:sldId id="321" r:id="rId66"/>
    <p:sldId id="322" r:id="rId67"/>
    <p:sldId id="323" r:id="rId68"/>
    <p:sldId id="324" r:id="rId69"/>
    <p:sldId id="325" r:id="rId70"/>
    <p:sldId id="326" r:id="rId71"/>
    <p:sldId id="327" r:id="rId72"/>
    <p:sldId id="328" r:id="rId73"/>
    <p:sldId id="329" r:id="rId74"/>
    <p:sldId id="330" r:id="rId75"/>
    <p:sldId id="331" r:id="rId76"/>
    <p:sldId id="332" r:id="rId77"/>
    <p:sldId id="333" r:id="rId78"/>
    <p:sldId id="334" r:id="rId79"/>
    <p:sldId id="335" r:id="rId80"/>
    <p:sldId id="336" r:id="rId81"/>
    <p:sldId id="338" r:id="rId82"/>
    <p:sldId id="339" r:id="rId83"/>
    <p:sldId id="340" r:id="rId84"/>
    <p:sldId id="341" r:id="rId85"/>
    <p:sldId id="342" r:id="rId86"/>
    <p:sldId id="343" r:id="rId87"/>
    <p:sldId id="344" r:id="rId88"/>
    <p:sldId id="345" r:id="rId89"/>
    <p:sldId id="346" r:id="rId90"/>
    <p:sldId id="347" r:id="rId91"/>
    <p:sldId id="348" r:id="rId92"/>
    <p:sldId id="349" r:id="rId93"/>
    <p:sldId id="350" r:id="rId94"/>
    <p:sldId id="351" r:id="rId95"/>
    <p:sldId id="352" r:id="rId96"/>
    <p:sldId id="353" r:id="rId97"/>
    <p:sldId id="354" r:id="rId98"/>
    <p:sldId id="355" r:id="rId99"/>
    <p:sldId id="357" r:id="rId100"/>
    <p:sldId id="358" r:id="rId101"/>
    <p:sldId id="359" r:id="rId102"/>
    <p:sldId id="360" r:id="rId103"/>
    <p:sldId id="361" r:id="rId104"/>
    <p:sldId id="362" r:id="rId105"/>
    <p:sldId id="363" r:id="rId106"/>
    <p:sldId id="364" r:id="rId107"/>
    <p:sldId id="365" r:id="rId108"/>
    <p:sldId id="366" r:id="rId109"/>
    <p:sldId id="367" r:id="rId110"/>
    <p:sldId id="368" r:id="rId111"/>
    <p:sldId id="369" r:id="rId112"/>
    <p:sldId id="370" r:id="rId113"/>
    <p:sldId id="371" r:id="rId114"/>
    <p:sldId id="372" r:id="rId115"/>
    <p:sldId id="373" r:id="rId116"/>
    <p:sldId id="374" r:id="rId117"/>
    <p:sldId id="375" r:id="rId118"/>
    <p:sldId id="376" r:id="rId119"/>
    <p:sldId id="377" r:id="rId120"/>
    <p:sldId id="378" r:id="rId121"/>
    <p:sldId id="379" r:id="rId122"/>
    <p:sldId id="380" r:id="rId123"/>
    <p:sldId id="381" r:id="rId124"/>
    <p:sldId id="382" r:id="rId125"/>
    <p:sldId id="383" r:id="rId126"/>
    <p:sldId id="384" r:id="rId127"/>
    <p:sldId id="385" r:id="rId128"/>
    <p:sldId id="386" r:id="rId129"/>
    <p:sldId id="387" r:id="rId130"/>
    <p:sldId id="388" r:id="rId131"/>
    <p:sldId id="389" r:id="rId132"/>
    <p:sldId id="390" r:id="rId133"/>
    <p:sldId id="391" r:id="rId134"/>
    <p:sldId id="393" r:id="rId135"/>
    <p:sldId id="394" r:id="rId136"/>
    <p:sldId id="395" r:id="rId137"/>
    <p:sldId id="396" r:id="rId138"/>
    <p:sldId id="397" r:id="rId139"/>
    <p:sldId id="398" r:id="rId140"/>
    <p:sldId id="399" r:id="rId141"/>
    <p:sldId id="400" r:id="rId142"/>
    <p:sldId id="401" r:id="rId143"/>
    <p:sldId id="402" r:id="rId144"/>
    <p:sldId id="403" r:id="rId145"/>
  </p:sldIdLst>
  <p:sldSz cx="12192000" cy="6858000"/>
  <p:notesSz cx="7103745" cy="10234295"/>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59" userDrawn="1">
          <p15:clr>
            <a:srgbClr val="A4A3A4"/>
          </p15:clr>
        </p15:guide>
        <p15:guide id="2" pos="3840"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2" name="作者" initials="A" lastIdx="0" clrIdx="1"/>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B2B2B2"/>
    <a:srgbClr val="202020"/>
    <a:srgbClr val="323232"/>
    <a:srgbClr val="CC3300"/>
    <a:srgbClr val="CC0000"/>
    <a:srgbClr val="FF3300"/>
    <a:srgbClr val="990000"/>
    <a:srgbClr val="FF8D41"/>
    <a:srgbClr val="FF66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2278" autoAdjust="0"/>
    <p:restoredTop sz="94660"/>
  </p:normalViewPr>
  <p:slideViewPr>
    <p:cSldViewPr snapToGrid="0" showGuides="1">
      <p:cViewPr varScale="1">
        <p:scale>
          <a:sx n="75" d="100"/>
          <a:sy n="75" d="100"/>
        </p:scale>
        <p:origin x="90" y="96"/>
      </p:cViewPr>
      <p:guideLst>
        <p:guide orient="horz" pos="2159"/>
        <p:guide pos="3840"/>
      </p:guideLst>
    </p:cSldViewPr>
  </p:slideViewPr>
  <p:notesTextViewPr>
    <p:cViewPr>
      <p:scale>
        <a:sx n="3" d="2"/>
        <a:sy n="3" d="2"/>
      </p:scale>
      <p:origin x="0" y="0"/>
    </p:cViewPr>
  </p:notesTextViewPr>
  <p:gridSpacing cx="72000" cy="72000"/>
</p:viewPr>
</file>

<file path=ppt/_rels/presentation.xml.rels><?xml version="1.0" encoding="UTF-8" standalone="yes"?>
<Relationships xmlns="http://schemas.openxmlformats.org/package/2006/relationships"><Relationship Id="rId99" Type="http://schemas.openxmlformats.org/officeDocument/2006/relationships/slide" Target="slides/slide95.xml"/><Relationship Id="rId98" Type="http://schemas.openxmlformats.org/officeDocument/2006/relationships/slide" Target="slides/slide94.xml"/><Relationship Id="rId97" Type="http://schemas.openxmlformats.org/officeDocument/2006/relationships/slide" Target="slides/slide93.xml"/><Relationship Id="rId96" Type="http://schemas.openxmlformats.org/officeDocument/2006/relationships/slide" Target="slides/slide92.xml"/><Relationship Id="rId95" Type="http://schemas.openxmlformats.org/officeDocument/2006/relationships/slide" Target="slides/slide91.xml"/><Relationship Id="rId94" Type="http://schemas.openxmlformats.org/officeDocument/2006/relationships/slide" Target="slides/slide90.xml"/><Relationship Id="rId93" Type="http://schemas.openxmlformats.org/officeDocument/2006/relationships/slide" Target="slides/slide89.xml"/><Relationship Id="rId92" Type="http://schemas.openxmlformats.org/officeDocument/2006/relationships/slide" Target="slides/slide88.xml"/><Relationship Id="rId91" Type="http://schemas.openxmlformats.org/officeDocument/2006/relationships/slide" Target="slides/slide87.xml"/><Relationship Id="rId90" Type="http://schemas.openxmlformats.org/officeDocument/2006/relationships/slide" Target="slides/slide86.xml"/><Relationship Id="rId9" Type="http://schemas.openxmlformats.org/officeDocument/2006/relationships/slide" Target="slides/slide5.xml"/><Relationship Id="rId89" Type="http://schemas.openxmlformats.org/officeDocument/2006/relationships/slide" Target="slides/slide85.xml"/><Relationship Id="rId88" Type="http://schemas.openxmlformats.org/officeDocument/2006/relationships/slide" Target="slides/slide84.xml"/><Relationship Id="rId87" Type="http://schemas.openxmlformats.org/officeDocument/2006/relationships/slide" Target="slides/slide83.xml"/><Relationship Id="rId86" Type="http://schemas.openxmlformats.org/officeDocument/2006/relationships/slide" Target="slides/slide82.xml"/><Relationship Id="rId85" Type="http://schemas.openxmlformats.org/officeDocument/2006/relationships/slide" Target="slides/slide81.xml"/><Relationship Id="rId84" Type="http://schemas.openxmlformats.org/officeDocument/2006/relationships/slide" Target="slides/slide80.xml"/><Relationship Id="rId83" Type="http://schemas.openxmlformats.org/officeDocument/2006/relationships/slide" Target="slides/slide79.xml"/><Relationship Id="rId82" Type="http://schemas.openxmlformats.org/officeDocument/2006/relationships/slide" Target="slides/slide78.xml"/><Relationship Id="rId81" Type="http://schemas.openxmlformats.org/officeDocument/2006/relationships/slide" Target="slides/slide77.xml"/><Relationship Id="rId80" Type="http://schemas.openxmlformats.org/officeDocument/2006/relationships/slide" Target="slides/slide76.xml"/><Relationship Id="rId8" Type="http://schemas.openxmlformats.org/officeDocument/2006/relationships/slide" Target="slides/slide4.xml"/><Relationship Id="rId79" Type="http://schemas.openxmlformats.org/officeDocument/2006/relationships/slide" Target="slides/slide75.xml"/><Relationship Id="rId78" Type="http://schemas.openxmlformats.org/officeDocument/2006/relationships/slide" Target="slides/slide74.xml"/><Relationship Id="rId77" Type="http://schemas.openxmlformats.org/officeDocument/2006/relationships/slide" Target="slides/slide73.xml"/><Relationship Id="rId76" Type="http://schemas.openxmlformats.org/officeDocument/2006/relationships/slide" Target="slides/slide72.xml"/><Relationship Id="rId75" Type="http://schemas.openxmlformats.org/officeDocument/2006/relationships/slide" Target="slides/slide71.xml"/><Relationship Id="rId74" Type="http://schemas.openxmlformats.org/officeDocument/2006/relationships/slide" Target="slides/slide70.xml"/><Relationship Id="rId73" Type="http://schemas.openxmlformats.org/officeDocument/2006/relationships/slide" Target="slides/slide69.xml"/><Relationship Id="rId72" Type="http://schemas.openxmlformats.org/officeDocument/2006/relationships/slide" Target="slides/slide68.xml"/><Relationship Id="rId71" Type="http://schemas.openxmlformats.org/officeDocument/2006/relationships/slide" Target="slides/slide67.xml"/><Relationship Id="rId70" Type="http://schemas.openxmlformats.org/officeDocument/2006/relationships/slide" Target="slides/slide66.xml"/><Relationship Id="rId7" Type="http://schemas.openxmlformats.org/officeDocument/2006/relationships/slide" Target="slides/slide3.xml"/><Relationship Id="rId69" Type="http://schemas.openxmlformats.org/officeDocument/2006/relationships/slide" Target="slides/slide65.xml"/><Relationship Id="rId68" Type="http://schemas.openxmlformats.org/officeDocument/2006/relationships/slide" Target="slides/slide64.xml"/><Relationship Id="rId67" Type="http://schemas.openxmlformats.org/officeDocument/2006/relationships/slide" Target="slides/slide63.xml"/><Relationship Id="rId66" Type="http://schemas.openxmlformats.org/officeDocument/2006/relationships/slide" Target="slides/slide62.xml"/><Relationship Id="rId65" Type="http://schemas.openxmlformats.org/officeDocument/2006/relationships/slide" Target="slides/slide61.xml"/><Relationship Id="rId64" Type="http://schemas.openxmlformats.org/officeDocument/2006/relationships/slide" Target="slides/slide60.xml"/><Relationship Id="rId63" Type="http://schemas.openxmlformats.org/officeDocument/2006/relationships/slide" Target="slides/slide59.xml"/><Relationship Id="rId62" Type="http://schemas.openxmlformats.org/officeDocument/2006/relationships/slide" Target="slides/slide58.xml"/><Relationship Id="rId61" Type="http://schemas.openxmlformats.org/officeDocument/2006/relationships/slide" Target="slides/slide57.xml"/><Relationship Id="rId60" Type="http://schemas.openxmlformats.org/officeDocument/2006/relationships/slide" Target="slides/slide56.xml"/><Relationship Id="rId6" Type="http://schemas.openxmlformats.org/officeDocument/2006/relationships/slide" Target="slides/slide2.xml"/><Relationship Id="rId59" Type="http://schemas.openxmlformats.org/officeDocument/2006/relationships/slide" Target="slides/slide55.xml"/><Relationship Id="rId58" Type="http://schemas.openxmlformats.org/officeDocument/2006/relationships/slide" Target="slides/slide54.xml"/><Relationship Id="rId57" Type="http://schemas.openxmlformats.org/officeDocument/2006/relationships/slide" Target="slides/slide53.xml"/><Relationship Id="rId56" Type="http://schemas.openxmlformats.org/officeDocument/2006/relationships/slide" Target="slides/slide52.xml"/><Relationship Id="rId55" Type="http://schemas.openxmlformats.org/officeDocument/2006/relationships/slide" Target="slides/slide51.xml"/><Relationship Id="rId54" Type="http://schemas.openxmlformats.org/officeDocument/2006/relationships/slide" Target="slides/slide50.xml"/><Relationship Id="rId53" Type="http://schemas.openxmlformats.org/officeDocument/2006/relationships/slide" Target="slides/slide49.xml"/><Relationship Id="rId52" Type="http://schemas.openxmlformats.org/officeDocument/2006/relationships/slide" Target="slides/slide48.xml"/><Relationship Id="rId51" Type="http://schemas.openxmlformats.org/officeDocument/2006/relationships/slide" Target="slides/slide47.xml"/><Relationship Id="rId50" Type="http://schemas.openxmlformats.org/officeDocument/2006/relationships/slide" Target="slides/slide46.xml"/><Relationship Id="rId5" Type="http://schemas.openxmlformats.org/officeDocument/2006/relationships/notesMaster" Target="notesMasters/notesMaster1.xml"/><Relationship Id="rId49" Type="http://schemas.openxmlformats.org/officeDocument/2006/relationships/slide" Target="slides/slide45.xml"/><Relationship Id="rId48" Type="http://schemas.openxmlformats.org/officeDocument/2006/relationships/slide" Target="slides/slide44.xml"/><Relationship Id="rId47" Type="http://schemas.openxmlformats.org/officeDocument/2006/relationships/slide" Target="slides/slide43.xml"/><Relationship Id="rId46" Type="http://schemas.openxmlformats.org/officeDocument/2006/relationships/slide" Target="slides/slide42.xml"/><Relationship Id="rId45" Type="http://schemas.openxmlformats.org/officeDocument/2006/relationships/slide" Target="slides/slide41.xml"/><Relationship Id="rId44" Type="http://schemas.openxmlformats.org/officeDocument/2006/relationships/slide" Target="slides/slide40.xml"/><Relationship Id="rId43" Type="http://schemas.openxmlformats.org/officeDocument/2006/relationships/slide" Target="slides/slide39.xml"/><Relationship Id="rId42" Type="http://schemas.openxmlformats.org/officeDocument/2006/relationships/slide" Target="slides/slide38.xml"/><Relationship Id="rId41" Type="http://schemas.openxmlformats.org/officeDocument/2006/relationships/slide" Target="slides/slide37.xml"/><Relationship Id="rId40" Type="http://schemas.openxmlformats.org/officeDocument/2006/relationships/slide" Target="slides/slide36.xml"/><Relationship Id="rId4" Type="http://schemas.openxmlformats.org/officeDocument/2006/relationships/slide" Target="slides/slide1.xml"/><Relationship Id="rId39" Type="http://schemas.openxmlformats.org/officeDocument/2006/relationships/slide" Target="slides/slide35.xml"/><Relationship Id="rId38" Type="http://schemas.openxmlformats.org/officeDocument/2006/relationships/slide" Target="slides/slide34.xml"/><Relationship Id="rId37" Type="http://schemas.openxmlformats.org/officeDocument/2006/relationships/slide" Target="slides/slide33.xml"/><Relationship Id="rId36" Type="http://schemas.openxmlformats.org/officeDocument/2006/relationships/slide" Target="slides/slide32.xml"/><Relationship Id="rId35" Type="http://schemas.openxmlformats.org/officeDocument/2006/relationships/slide" Target="slides/slide31.xml"/><Relationship Id="rId34" Type="http://schemas.openxmlformats.org/officeDocument/2006/relationships/slide" Target="slides/slide30.xml"/><Relationship Id="rId33" Type="http://schemas.openxmlformats.org/officeDocument/2006/relationships/slide" Target="slides/slide29.xml"/><Relationship Id="rId32" Type="http://schemas.openxmlformats.org/officeDocument/2006/relationships/slide" Target="slides/slide28.xml"/><Relationship Id="rId31" Type="http://schemas.openxmlformats.org/officeDocument/2006/relationships/slide" Target="slides/slide27.xml"/><Relationship Id="rId30" Type="http://schemas.openxmlformats.org/officeDocument/2006/relationships/slide" Target="slides/slide26.xml"/><Relationship Id="rId3" Type="http://schemas.openxmlformats.org/officeDocument/2006/relationships/slideMaster" Target="slideMasters/slideMaster2.xml"/><Relationship Id="rId29" Type="http://schemas.openxmlformats.org/officeDocument/2006/relationships/slide" Target="slides/slide25.xml"/><Relationship Id="rId28" Type="http://schemas.openxmlformats.org/officeDocument/2006/relationships/slide" Target="slides/slide24.xml"/><Relationship Id="rId27" Type="http://schemas.openxmlformats.org/officeDocument/2006/relationships/slide" Target="slides/slide23.xml"/><Relationship Id="rId26" Type="http://schemas.openxmlformats.org/officeDocument/2006/relationships/slide" Target="slides/slide22.xml"/><Relationship Id="rId25" Type="http://schemas.openxmlformats.org/officeDocument/2006/relationships/slide" Target="slides/slide21.xml"/><Relationship Id="rId24" Type="http://schemas.openxmlformats.org/officeDocument/2006/relationships/slide" Target="slides/slide20.xml"/><Relationship Id="rId23" Type="http://schemas.openxmlformats.org/officeDocument/2006/relationships/slide" Target="slides/slide19.xml"/><Relationship Id="rId22" Type="http://schemas.openxmlformats.org/officeDocument/2006/relationships/slide" Target="slides/slide18.xml"/><Relationship Id="rId21" Type="http://schemas.openxmlformats.org/officeDocument/2006/relationships/slide" Target="slides/slide17.xml"/><Relationship Id="rId20" Type="http://schemas.openxmlformats.org/officeDocument/2006/relationships/slide" Target="slides/slide16.xml"/><Relationship Id="rId2" Type="http://schemas.openxmlformats.org/officeDocument/2006/relationships/theme" Target="theme/theme1.xml"/><Relationship Id="rId19" Type="http://schemas.openxmlformats.org/officeDocument/2006/relationships/slide" Target="slides/slide15.xml"/><Relationship Id="rId18" Type="http://schemas.openxmlformats.org/officeDocument/2006/relationships/slide" Target="slides/slide14.xml"/><Relationship Id="rId17" Type="http://schemas.openxmlformats.org/officeDocument/2006/relationships/slide" Target="slides/slide13.xml"/><Relationship Id="rId16" Type="http://schemas.openxmlformats.org/officeDocument/2006/relationships/slide" Target="slides/slide12.xml"/><Relationship Id="rId150" Type="http://schemas.openxmlformats.org/officeDocument/2006/relationships/commentAuthors" Target="commentAuthors.xml"/><Relationship Id="rId15" Type="http://schemas.openxmlformats.org/officeDocument/2006/relationships/slide" Target="slides/slide11.xml"/><Relationship Id="rId149" Type="http://schemas.openxmlformats.org/officeDocument/2006/relationships/tableStyles" Target="tableStyles.xml"/><Relationship Id="rId148" Type="http://schemas.openxmlformats.org/officeDocument/2006/relationships/viewProps" Target="viewProps.xml"/><Relationship Id="rId147" Type="http://schemas.openxmlformats.org/officeDocument/2006/relationships/presProps" Target="presProps.xml"/><Relationship Id="rId146" Type="http://schemas.openxmlformats.org/officeDocument/2006/relationships/handoutMaster" Target="handoutMasters/handoutMaster1.xml"/><Relationship Id="rId145" Type="http://schemas.openxmlformats.org/officeDocument/2006/relationships/slide" Target="slides/slide141.xml"/><Relationship Id="rId144" Type="http://schemas.openxmlformats.org/officeDocument/2006/relationships/slide" Target="slides/slide140.xml"/><Relationship Id="rId143" Type="http://schemas.openxmlformats.org/officeDocument/2006/relationships/slide" Target="slides/slide139.xml"/><Relationship Id="rId142" Type="http://schemas.openxmlformats.org/officeDocument/2006/relationships/slide" Target="slides/slide138.xml"/><Relationship Id="rId141" Type="http://schemas.openxmlformats.org/officeDocument/2006/relationships/slide" Target="slides/slide137.xml"/><Relationship Id="rId140" Type="http://schemas.openxmlformats.org/officeDocument/2006/relationships/slide" Target="slides/slide136.xml"/><Relationship Id="rId14" Type="http://schemas.openxmlformats.org/officeDocument/2006/relationships/slide" Target="slides/slide10.xml"/><Relationship Id="rId139" Type="http://schemas.openxmlformats.org/officeDocument/2006/relationships/slide" Target="slides/slide135.xml"/><Relationship Id="rId138" Type="http://schemas.openxmlformats.org/officeDocument/2006/relationships/slide" Target="slides/slide134.xml"/><Relationship Id="rId137" Type="http://schemas.openxmlformats.org/officeDocument/2006/relationships/slide" Target="slides/slide133.xml"/><Relationship Id="rId136" Type="http://schemas.openxmlformats.org/officeDocument/2006/relationships/slide" Target="slides/slide132.xml"/><Relationship Id="rId135" Type="http://schemas.openxmlformats.org/officeDocument/2006/relationships/slide" Target="slides/slide131.xml"/><Relationship Id="rId134" Type="http://schemas.openxmlformats.org/officeDocument/2006/relationships/slide" Target="slides/slide130.xml"/><Relationship Id="rId133" Type="http://schemas.openxmlformats.org/officeDocument/2006/relationships/slide" Target="slides/slide129.xml"/><Relationship Id="rId132" Type="http://schemas.openxmlformats.org/officeDocument/2006/relationships/slide" Target="slides/slide128.xml"/><Relationship Id="rId131" Type="http://schemas.openxmlformats.org/officeDocument/2006/relationships/slide" Target="slides/slide127.xml"/><Relationship Id="rId130" Type="http://schemas.openxmlformats.org/officeDocument/2006/relationships/slide" Target="slides/slide126.xml"/><Relationship Id="rId13" Type="http://schemas.openxmlformats.org/officeDocument/2006/relationships/slide" Target="slides/slide9.xml"/><Relationship Id="rId129" Type="http://schemas.openxmlformats.org/officeDocument/2006/relationships/slide" Target="slides/slide125.xml"/><Relationship Id="rId128" Type="http://schemas.openxmlformats.org/officeDocument/2006/relationships/slide" Target="slides/slide124.xml"/><Relationship Id="rId127" Type="http://schemas.openxmlformats.org/officeDocument/2006/relationships/slide" Target="slides/slide123.xml"/><Relationship Id="rId126" Type="http://schemas.openxmlformats.org/officeDocument/2006/relationships/slide" Target="slides/slide122.xml"/><Relationship Id="rId125" Type="http://schemas.openxmlformats.org/officeDocument/2006/relationships/slide" Target="slides/slide121.xml"/><Relationship Id="rId124" Type="http://schemas.openxmlformats.org/officeDocument/2006/relationships/slide" Target="slides/slide120.xml"/><Relationship Id="rId123" Type="http://schemas.openxmlformats.org/officeDocument/2006/relationships/slide" Target="slides/slide119.xml"/><Relationship Id="rId122" Type="http://schemas.openxmlformats.org/officeDocument/2006/relationships/slide" Target="slides/slide118.xml"/><Relationship Id="rId121" Type="http://schemas.openxmlformats.org/officeDocument/2006/relationships/slide" Target="slides/slide117.xml"/><Relationship Id="rId120" Type="http://schemas.openxmlformats.org/officeDocument/2006/relationships/slide" Target="slides/slide116.xml"/><Relationship Id="rId12" Type="http://schemas.openxmlformats.org/officeDocument/2006/relationships/slide" Target="slides/slide8.xml"/><Relationship Id="rId119" Type="http://schemas.openxmlformats.org/officeDocument/2006/relationships/slide" Target="slides/slide115.xml"/><Relationship Id="rId118" Type="http://schemas.openxmlformats.org/officeDocument/2006/relationships/slide" Target="slides/slide114.xml"/><Relationship Id="rId117" Type="http://schemas.openxmlformats.org/officeDocument/2006/relationships/slide" Target="slides/slide113.xml"/><Relationship Id="rId116" Type="http://schemas.openxmlformats.org/officeDocument/2006/relationships/slide" Target="slides/slide112.xml"/><Relationship Id="rId115" Type="http://schemas.openxmlformats.org/officeDocument/2006/relationships/slide" Target="slides/slide111.xml"/><Relationship Id="rId114" Type="http://schemas.openxmlformats.org/officeDocument/2006/relationships/slide" Target="slides/slide110.xml"/><Relationship Id="rId113" Type="http://schemas.openxmlformats.org/officeDocument/2006/relationships/slide" Target="slides/slide109.xml"/><Relationship Id="rId112" Type="http://schemas.openxmlformats.org/officeDocument/2006/relationships/slide" Target="slides/slide108.xml"/><Relationship Id="rId111" Type="http://schemas.openxmlformats.org/officeDocument/2006/relationships/slide" Target="slides/slide107.xml"/><Relationship Id="rId110" Type="http://schemas.openxmlformats.org/officeDocument/2006/relationships/slide" Target="slides/slide106.xml"/><Relationship Id="rId11" Type="http://schemas.openxmlformats.org/officeDocument/2006/relationships/slide" Target="slides/slide7.xml"/><Relationship Id="rId109" Type="http://schemas.openxmlformats.org/officeDocument/2006/relationships/slide" Target="slides/slide105.xml"/><Relationship Id="rId108" Type="http://schemas.openxmlformats.org/officeDocument/2006/relationships/slide" Target="slides/slide104.xml"/><Relationship Id="rId107" Type="http://schemas.openxmlformats.org/officeDocument/2006/relationships/slide" Target="slides/slide103.xml"/><Relationship Id="rId106" Type="http://schemas.openxmlformats.org/officeDocument/2006/relationships/slide" Target="slides/slide102.xml"/><Relationship Id="rId105" Type="http://schemas.openxmlformats.org/officeDocument/2006/relationships/slide" Target="slides/slide101.xml"/><Relationship Id="rId104" Type="http://schemas.openxmlformats.org/officeDocument/2006/relationships/slide" Target="slides/slide100.xml"/><Relationship Id="rId103" Type="http://schemas.openxmlformats.org/officeDocument/2006/relationships/slide" Target="slides/slide99.xml"/><Relationship Id="rId102" Type="http://schemas.openxmlformats.org/officeDocument/2006/relationships/slide" Target="slides/slide98.xml"/><Relationship Id="rId101" Type="http://schemas.openxmlformats.org/officeDocument/2006/relationships/slide" Target="slides/slide97.xml"/><Relationship Id="rId100" Type="http://schemas.openxmlformats.org/officeDocument/2006/relationships/slide" Target="slides/slide96.xml"/><Relationship Id="rId10" Type="http://schemas.openxmlformats.org/officeDocument/2006/relationships/slide" Target="slides/slide6.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3078290" cy="513492"/>
          </a:xfrm>
          <a:prstGeom prst="rect">
            <a:avLst/>
          </a:prstGeom>
        </p:spPr>
        <p:txBody>
          <a:bodyPr vert="horz" lIns="91440" tIns="45720" rIns="91440" bIns="45720" rtlCol="0"/>
          <a:lstStyle>
            <a:lvl1pPr algn="l">
              <a:defRPr sz="1245"/>
            </a:lvl1pPr>
          </a:lstStyle>
          <a:p>
            <a:endParaRPr lang="zh-CN" altLang="en-US"/>
          </a:p>
        </p:txBody>
      </p:sp>
      <p:sp>
        <p:nvSpPr>
          <p:cNvPr id="3" name="日期占位符 2"/>
          <p:cNvSpPr>
            <a:spLocks noGrp="1"/>
          </p:cNvSpPr>
          <p:nvPr>
            <p:ph type="dt" sz="quarter" idx="1"/>
          </p:nvPr>
        </p:nvSpPr>
        <p:spPr>
          <a:xfrm>
            <a:off x="4023812" y="0"/>
            <a:ext cx="3078290" cy="513492"/>
          </a:xfrm>
          <a:prstGeom prst="rect">
            <a:avLst/>
          </a:prstGeom>
        </p:spPr>
        <p:txBody>
          <a:bodyPr vert="horz" lIns="91440" tIns="45720" rIns="91440" bIns="45720" rtlCol="0"/>
          <a:lstStyle>
            <a:lvl1pPr algn="r">
              <a:defRPr sz="1245"/>
            </a:lvl1pPr>
          </a:lstStyle>
          <a:p>
            <a:fld id="{0F9B84EA-7D68-4D60-9CB1-D50884785D1C}" type="datetimeFigureOut">
              <a:rPr lang="zh-CN" altLang="en-US" smtClean="0"/>
            </a:fld>
            <a:endParaRPr lang="zh-CN" altLang="en-US"/>
          </a:p>
        </p:txBody>
      </p:sp>
      <p:sp>
        <p:nvSpPr>
          <p:cNvPr id="4" name="页脚占位符 3"/>
          <p:cNvSpPr>
            <a:spLocks noGrp="1"/>
          </p:cNvSpPr>
          <p:nvPr>
            <p:ph type="ftr" sz="quarter" idx="2"/>
          </p:nvPr>
        </p:nvSpPr>
        <p:spPr>
          <a:xfrm>
            <a:off x="0" y="9720804"/>
            <a:ext cx="3078290" cy="513491"/>
          </a:xfrm>
          <a:prstGeom prst="rect">
            <a:avLst/>
          </a:prstGeom>
        </p:spPr>
        <p:txBody>
          <a:bodyPr vert="horz" lIns="91440" tIns="45720" rIns="91440" bIns="45720" rtlCol="0" anchor="b"/>
          <a:lstStyle>
            <a:lvl1pPr algn="l">
              <a:defRPr sz="1245"/>
            </a:lvl1pPr>
          </a:lstStyle>
          <a:p>
            <a:endParaRPr lang="zh-CN" altLang="en-US"/>
          </a:p>
        </p:txBody>
      </p:sp>
      <p:sp>
        <p:nvSpPr>
          <p:cNvPr id="5" name="灯片编号占位符 4"/>
          <p:cNvSpPr>
            <a:spLocks noGrp="1"/>
          </p:cNvSpPr>
          <p:nvPr>
            <p:ph type="sldNum" sz="quarter" idx="3"/>
          </p:nvPr>
        </p:nvSpPr>
        <p:spPr>
          <a:xfrm>
            <a:off x="4023812" y="9720804"/>
            <a:ext cx="3078290" cy="513491"/>
          </a:xfrm>
          <a:prstGeom prst="rect">
            <a:avLst/>
          </a:prstGeom>
        </p:spPr>
        <p:txBody>
          <a:bodyPr vert="horz" lIns="91440" tIns="45720" rIns="91440" bIns="45720" rtlCol="0" anchor="b"/>
          <a:lstStyle>
            <a:lvl1pPr algn="r">
              <a:defRPr sz="1245"/>
            </a:lvl1pPr>
          </a:lstStyle>
          <a:p>
            <a:fld id="{8D4E0FC9-F1F8-4FAE-9988-3BA365CFD46F}"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3078163" cy="512763"/>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4024313" y="0"/>
            <a:ext cx="3078162" cy="512763"/>
          </a:xfrm>
          <a:prstGeom prst="rect">
            <a:avLst/>
          </a:prstGeom>
        </p:spPr>
        <p:txBody>
          <a:bodyPr vert="horz" lIns="91440" tIns="45720" rIns="91440" bIns="45720" rtlCol="0"/>
          <a:lstStyle>
            <a:lvl1pPr algn="r">
              <a:defRPr sz="1200"/>
            </a:lvl1pPr>
          </a:lstStyle>
          <a:p>
            <a:fld id="{D6C8D182-E4C8-4120-9249-FC9774456FF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482600" y="1279525"/>
            <a:ext cx="6140450" cy="34544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711200" y="4926013"/>
            <a:ext cx="5683250" cy="4029075"/>
          </a:xfrm>
          <a:prstGeom prst="rect">
            <a:avLst/>
          </a:prstGeom>
        </p:spPr>
        <p:txBody>
          <a:bodyPr vert="horz" lIns="91440" tIns="45720" rIns="91440" bIns="45720" rtlCol="0"/>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0" y="9721850"/>
            <a:ext cx="3078163" cy="512763"/>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4024313" y="9721850"/>
            <a:ext cx="3078162" cy="512763"/>
          </a:xfrm>
          <a:prstGeom prst="rect">
            <a:avLst/>
          </a:prstGeom>
        </p:spPr>
        <p:txBody>
          <a:bodyPr vert="horz" lIns="91440" tIns="45720" rIns="91440" bIns="45720" rtlCol="0" anchor="b"/>
          <a:lstStyle>
            <a:lvl1pPr algn="r">
              <a:defRPr sz="1200"/>
            </a:lvl1pPr>
          </a:lstStyle>
          <a:p>
            <a:fld id="{85D0DACE-38E0-42D2-9336-2B707D34BC6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2.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1.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8.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6.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9" Type="http://schemas.openxmlformats.org/officeDocument/2006/relationships/tags" Target="../tags/tag8.xml"/><Relationship Id="rId8" Type="http://schemas.openxmlformats.org/officeDocument/2006/relationships/tags" Target="../tags/tag7.xml"/><Relationship Id="rId7" Type="http://schemas.openxmlformats.org/officeDocument/2006/relationships/tags" Target="../tags/tag6.xml"/><Relationship Id="rId6" Type="http://schemas.openxmlformats.org/officeDocument/2006/relationships/tags" Target="../tags/tag5.xml"/><Relationship Id="rId5" Type="http://schemas.openxmlformats.org/officeDocument/2006/relationships/tags" Target="../tags/tag4.xml"/><Relationship Id="rId4" Type="http://schemas.openxmlformats.org/officeDocument/2006/relationships/tags" Target="../tags/tag3.xml"/><Relationship Id="rId3" Type="http://schemas.openxmlformats.org/officeDocument/2006/relationships/tags" Target="../tags/tag2.xml"/><Relationship Id="rId2" Type="http://schemas.openxmlformats.org/officeDocument/2006/relationships/tags" Target="../tags/tag1.xml"/><Relationship Id="rId14" Type="http://schemas.openxmlformats.org/officeDocument/2006/relationships/tags" Target="../tags/tag13.xml"/><Relationship Id="rId13" Type="http://schemas.openxmlformats.org/officeDocument/2006/relationships/tags" Target="../tags/tag12.xml"/><Relationship Id="rId12" Type="http://schemas.openxmlformats.org/officeDocument/2006/relationships/tags" Target="../tags/tag11.xml"/><Relationship Id="rId11" Type="http://schemas.openxmlformats.org/officeDocument/2006/relationships/tags" Target="../tags/tag10.xml"/><Relationship Id="rId10" Type="http://schemas.openxmlformats.org/officeDocument/2006/relationships/tags" Target="../tags/tag9.xml"/><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6" Type="http://schemas.openxmlformats.org/officeDocument/2006/relationships/tags" Target="../tags/tag18.xml"/><Relationship Id="rId5" Type="http://schemas.openxmlformats.org/officeDocument/2006/relationships/tags" Target="../tags/tag17.xml"/><Relationship Id="rId4" Type="http://schemas.openxmlformats.org/officeDocument/2006/relationships/tags" Target="../tags/tag16.xml"/><Relationship Id="rId3" Type="http://schemas.openxmlformats.org/officeDocument/2006/relationships/tags" Target="../tags/tag15.xml"/><Relationship Id="rId2" Type="http://schemas.openxmlformats.org/officeDocument/2006/relationships/tags" Target="../tags/tag14.xml"/><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7" Type="http://schemas.openxmlformats.org/officeDocument/2006/relationships/tags" Target="../tags/tag24.xml"/><Relationship Id="rId6" Type="http://schemas.openxmlformats.org/officeDocument/2006/relationships/tags" Target="../tags/tag23.xml"/><Relationship Id="rId5" Type="http://schemas.openxmlformats.org/officeDocument/2006/relationships/tags" Target="../tags/tag22.xml"/><Relationship Id="rId4" Type="http://schemas.openxmlformats.org/officeDocument/2006/relationships/tags" Target="../tags/tag21.xml"/><Relationship Id="rId3" Type="http://schemas.openxmlformats.org/officeDocument/2006/relationships/tags" Target="../tags/tag20.xml"/><Relationship Id="rId2" Type="http://schemas.openxmlformats.org/officeDocument/2006/relationships/tags" Target="../tags/tag19.xml"/><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7" Type="http://schemas.openxmlformats.org/officeDocument/2006/relationships/tags" Target="../tags/tag30.xml"/><Relationship Id="rId6" Type="http://schemas.openxmlformats.org/officeDocument/2006/relationships/tags" Target="../tags/tag29.xml"/><Relationship Id="rId5" Type="http://schemas.openxmlformats.org/officeDocument/2006/relationships/tags" Target="../tags/tag28.xml"/><Relationship Id="rId4" Type="http://schemas.openxmlformats.org/officeDocument/2006/relationships/tags" Target="../tags/tag27.xml"/><Relationship Id="rId3" Type="http://schemas.openxmlformats.org/officeDocument/2006/relationships/tags" Target="../tags/tag26.xml"/><Relationship Id="rId2" Type="http://schemas.openxmlformats.org/officeDocument/2006/relationships/tags" Target="../tags/tag25.xml"/><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9" Type="http://schemas.openxmlformats.org/officeDocument/2006/relationships/tags" Target="../tags/tag38.xml"/><Relationship Id="rId8" Type="http://schemas.openxmlformats.org/officeDocument/2006/relationships/tags" Target="../tags/tag37.xml"/><Relationship Id="rId7" Type="http://schemas.openxmlformats.org/officeDocument/2006/relationships/tags" Target="../tags/tag36.xml"/><Relationship Id="rId6" Type="http://schemas.openxmlformats.org/officeDocument/2006/relationships/tags" Target="../tags/tag35.xml"/><Relationship Id="rId5" Type="http://schemas.openxmlformats.org/officeDocument/2006/relationships/tags" Target="../tags/tag34.xml"/><Relationship Id="rId4" Type="http://schemas.openxmlformats.org/officeDocument/2006/relationships/tags" Target="../tags/tag33.xml"/><Relationship Id="rId3" Type="http://schemas.openxmlformats.org/officeDocument/2006/relationships/tags" Target="../tags/tag32.xml"/><Relationship Id="rId2" Type="http://schemas.openxmlformats.org/officeDocument/2006/relationships/tags" Target="../tags/tag31.xml"/><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5" Type="http://schemas.openxmlformats.org/officeDocument/2006/relationships/tags" Target="../tags/tag42.xml"/><Relationship Id="rId4" Type="http://schemas.openxmlformats.org/officeDocument/2006/relationships/tags" Target="../tags/tag41.xml"/><Relationship Id="rId3" Type="http://schemas.openxmlformats.org/officeDocument/2006/relationships/tags" Target="../tags/tag40.xml"/><Relationship Id="rId2" Type="http://schemas.openxmlformats.org/officeDocument/2006/relationships/tags" Target="../tags/tag39.xml"/><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4" Type="http://schemas.openxmlformats.org/officeDocument/2006/relationships/tags" Target="../tags/tag45.xml"/><Relationship Id="rId3" Type="http://schemas.openxmlformats.org/officeDocument/2006/relationships/tags" Target="../tags/tag44.xml"/><Relationship Id="rId2" Type="http://schemas.openxmlformats.org/officeDocument/2006/relationships/tags" Target="../tags/tag43.xml"/><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7" Type="http://schemas.openxmlformats.org/officeDocument/2006/relationships/tags" Target="../tags/tag51.xml"/><Relationship Id="rId6" Type="http://schemas.openxmlformats.org/officeDocument/2006/relationships/tags" Target="../tags/tag50.xml"/><Relationship Id="rId5" Type="http://schemas.openxmlformats.org/officeDocument/2006/relationships/tags" Target="../tags/tag49.xml"/><Relationship Id="rId4" Type="http://schemas.openxmlformats.org/officeDocument/2006/relationships/tags" Target="../tags/tag48.xml"/><Relationship Id="rId3" Type="http://schemas.openxmlformats.org/officeDocument/2006/relationships/tags" Target="../tags/tag47.xml"/><Relationship Id="rId2" Type="http://schemas.openxmlformats.org/officeDocument/2006/relationships/tags" Target="../tags/tag46.xml"/><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6" Type="http://schemas.openxmlformats.org/officeDocument/2006/relationships/tags" Target="../tags/tag56.xml"/><Relationship Id="rId5" Type="http://schemas.openxmlformats.org/officeDocument/2006/relationships/tags" Target="../tags/tag55.xml"/><Relationship Id="rId4" Type="http://schemas.openxmlformats.org/officeDocument/2006/relationships/tags" Target="../tags/tag54.xml"/><Relationship Id="rId3" Type="http://schemas.openxmlformats.org/officeDocument/2006/relationships/tags" Target="../tags/tag53.xml"/><Relationship Id="rId2" Type="http://schemas.openxmlformats.org/officeDocument/2006/relationships/tags" Target="../tags/tag52.xml"/><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5" Type="http://schemas.openxmlformats.org/officeDocument/2006/relationships/tags" Target="../tags/tag60.xml"/><Relationship Id="rId4" Type="http://schemas.openxmlformats.org/officeDocument/2006/relationships/tags" Target="../tags/tag59.xml"/><Relationship Id="rId3" Type="http://schemas.openxmlformats.org/officeDocument/2006/relationships/tags" Target="../tags/tag58.xml"/><Relationship Id="rId2" Type="http://schemas.openxmlformats.org/officeDocument/2006/relationships/tags" Target="../tags/tag57.xml"/><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9" Type="http://schemas.openxmlformats.org/officeDocument/2006/relationships/tags" Target="../tags/tag68.xml"/><Relationship Id="rId8" Type="http://schemas.openxmlformats.org/officeDocument/2006/relationships/tags" Target="../tags/tag67.xml"/><Relationship Id="rId7" Type="http://schemas.openxmlformats.org/officeDocument/2006/relationships/tags" Target="../tags/tag66.xml"/><Relationship Id="rId6" Type="http://schemas.openxmlformats.org/officeDocument/2006/relationships/tags" Target="../tags/tag65.xml"/><Relationship Id="rId5" Type="http://schemas.openxmlformats.org/officeDocument/2006/relationships/tags" Target="../tags/tag64.xml"/><Relationship Id="rId4" Type="http://schemas.openxmlformats.org/officeDocument/2006/relationships/tags" Target="../tags/tag63.xml"/><Relationship Id="rId3" Type="http://schemas.openxmlformats.org/officeDocument/2006/relationships/tags" Target="../tags/tag62.xml"/><Relationship Id="rId2" Type="http://schemas.openxmlformats.org/officeDocument/2006/relationships/tags" Target="../tags/tag61.xml"/><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7" Type="http://schemas.openxmlformats.org/officeDocument/2006/relationships/tags" Target="../tags/tag74.xml"/><Relationship Id="rId6" Type="http://schemas.openxmlformats.org/officeDocument/2006/relationships/tags" Target="../tags/tag73.xml"/><Relationship Id="rId5" Type="http://schemas.openxmlformats.org/officeDocument/2006/relationships/tags" Target="../tags/tag72.xml"/><Relationship Id="rId4" Type="http://schemas.openxmlformats.org/officeDocument/2006/relationships/tags" Target="../tags/tag71.xml"/><Relationship Id="rId3" Type="http://schemas.openxmlformats.org/officeDocument/2006/relationships/tags" Target="../tags/tag70.xml"/><Relationship Id="rId2" Type="http://schemas.openxmlformats.org/officeDocument/2006/relationships/tags" Target="../tags/tag69.xml"/><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8" Type="http://schemas.openxmlformats.org/officeDocument/2006/relationships/tags" Target="../tags/tag81.xml"/><Relationship Id="rId7" Type="http://schemas.openxmlformats.org/officeDocument/2006/relationships/tags" Target="../tags/tag80.xml"/><Relationship Id="rId6" Type="http://schemas.openxmlformats.org/officeDocument/2006/relationships/tags" Target="../tags/tag79.xml"/><Relationship Id="rId5" Type="http://schemas.openxmlformats.org/officeDocument/2006/relationships/tags" Target="../tags/tag78.xml"/><Relationship Id="rId4" Type="http://schemas.openxmlformats.org/officeDocument/2006/relationships/tags" Target="../tags/tag77.xml"/><Relationship Id="rId3" Type="http://schemas.openxmlformats.org/officeDocument/2006/relationships/tags" Target="../tags/tag76.xml"/><Relationship Id="rId2" Type="http://schemas.openxmlformats.org/officeDocument/2006/relationships/tags" Target="../tags/tag75.xml"/><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9" Type="http://schemas.openxmlformats.org/officeDocument/2006/relationships/tags" Target="../tags/tag89.xml"/><Relationship Id="rId8" Type="http://schemas.openxmlformats.org/officeDocument/2006/relationships/tags" Target="../tags/tag88.xml"/><Relationship Id="rId7" Type="http://schemas.openxmlformats.org/officeDocument/2006/relationships/tags" Target="../tags/tag87.xml"/><Relationship Id="rId6" Type="http://schemas.openxmlformats.org/officeDocument/2006/relationships/tags" Target="../tags/tag86.xml"/><Relationship Id="rId5" Type="http://schemas.openxmlformats.org/officeDocument/2006/relationships/tags" Target="../tags/tag85.xml"/><Relationship Id="rId4" Type="http://schemas.openxmlformats.org/officeDocument/2006/relationships/tags" Target="../tags/tag84.xml"/><Relationship Id="rId3" Type="http://schemas.openxmlformats.org/officeDocument/2006/relationships/tags" Target="../tags/tag83.xml"/><Relationship Id="rId2" Type="http://schemas.openxmlformats.org/officeDocument/2006/relationships/tags" Target="../tags/tag82.xml"/><Relationship Id="rId10" Type="http://schemas.openxmlformats.org/officeDocument/2006/relationships/tags" Target="../tags/tag90.xml"/><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9" Type="http://schemas.openxmlformats.org/officeDocument/2006/relationships/tags" Target="../tags/tag98.xml"/><Relationship Id="rId8" Type="http://schemas.openxmlformats.org/officeDocument/2006/relationships/tags" Target="../tags/tag97.xml"/><Relationship Id="rId7" Type="http://schemas.openxmlformats.org/officeDocument/2006/relationships/tags" Target="../tags/tag96.xml"/><Relationship Id="rId6" Type="http://schemas.openxmlformats.org/officeDocument/2006/relationships/tags" Target="../tags/tag95.xml"/><Relationship Id="rId5" Type="http://schemas.openxmlformats.org/officeDocument/2006/relationships/tags" Target="../tags/tag94.xml"/><Relationship Id="rId4" Type="http://schemas.openxmlformats.org/officeDocument/2006/relationships/tags" Target="../tags/tag93.xml"/><Relationship Id="rId3" Type="http://schemas.openxmlformats.org/officeDocument/2006/relationships/tags" Target="../tags/tag92.xml"/><Relationship Id="rId2" Type="http://schemas.openxmlformats.org/officeDocument/2006/relationships/tags" Target="../tags/tag91.xml"/><Relationship Id="rId10" Type="http://schemas.openxmlformats.org/officeDocument/2006/relationships/tags" Target="../tags/tag99.xml"/><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9" Type="http://schemas.openxmlformats.org/officeDocument/2006/relationships/tags" Target="../tags/tag107.xml"/><Relationship Id="rId8" Type="http://schemas.openxmlformats.org/officeDocument/2006/relationships/tags" Target="../tags/tag106.xml"/><Relationship Id="rId7" Type="http://schemas.openxmlformats.org/officeDocument/2006/relationships/tags" Target="../tags/tag105.xml"/><Relationship Id="rId6" Type="http://schemas.openxmlformats.org/officeDocument/2006/relationships/tags" Target="../tags/tag104.xml"/><Relationship Id="rId5" Type="http://schemas.openxmlformats.org/officeDocument/2006/relationships/tags" Target="../tags/tag103.xml"/><Relationship Id="rId4" Type="http://schemas.openxmlformats.org/officeDocument/2006/relationships/tags" Target="../tags/tag102.xml"/><Relationship Id="rId3" Type="http://schemas.openxmlformats.org/officeDocument/2006/relationships/tags" Target="../tags/tag101.xml"/><Relationship Id="rId2" Type="http://schemas.openxmlformats.org/officeDocument/2006/relationships/tags" Target="../tags/tag100.xml"/><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9" Type="http://schemas.openxmlformats.org/officeDocument/2006/relationships/tags" Target="../tags/tag115.xml"/><Relationship Id="rId8" Type="http://schemas.openxmlformats.org/officeDocument/2006/relationships/tags" Target="../tags/tag114.xml"/><Relationship Id="rId7" Type="http://schemas.openxmlformats.org/officeDocument/2006/relationships/tags" Target="../tags/tag113.xml"/><Relationship Id="rId6" Type="http://schemas.openxmlformats.org/officeDocument/2006/relationships/tags" Target="../tags/tag112.xml"/><Relationship Id="rId5" Type="http://schemas.openxmlformats.org/officeDocument/2006/relationships/tags" Target="../tags/tag111.xml"/><Relationship Id="rId4" Type="http://schemas.openxmlformats.org/officeDocument/2006/relationships/tags" Target="../tags/tag110.xml"/><Relationship Id="rId3" Type="http://schemas.openxmlformats.org/officeDocument/2006/relationships/tags" Target="../tags/tag109.xml"/><Relationship Id="rId2" Type="http://schemas.openxmlformats.org/officeDocument/2006/relationships/tags" Target="../tags/tag108.xml"/><Relationship Id="rId10" Type="http://schemas.openxmlformats.org/officeDocument/2006/relationships/tags" Target="../tags/tag116.xml"/><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7" Type="http://schemas.openxmlformats.org/officeDocument/2006/relationships/tags" Target="../tags/tag122.xml"/><Relationship Id="rId6" Type="http://schemas.openxmlformats.org/officeDocument/2006/relationships/tags" Target="../tags/tag121.xml"/><Relationship Id="rId5" Type="http://schemas.openxmlformats.org/officeDocument/2006/relationships/tags" Target="../tags/tag120.xml"/><Relationship Id="rId4" Type="http://schemas.openxmlformats.org/officeDocument/2006/relationships/tags" Target="../tags/tag119.xml"/><Relationship Id="rId3" Type="http://schemas.openxmlformats.org/officeDocument/2006/relationships/tags" Target="../tags/tag118.xml"/><Relationship Id="rId2" Type="http://schemas.openxmlformats.org/officeDocument/2006/relationships/tags" Target="../tags/tag117.xml"/><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hasCustomPrompt="1"/>
          </p:nvPr>
        </p:nvSpPr>
        <p:spPr>
          <a:xfrm>
            <a:off x="1524000" y="1322962"/>
            <a:ext cx="9144000" cy="2187001"/>
          </a:xfrm>
        </p:spPr>
        <p:txBody>
          <a:bodyPr anchor="b">
            <a:normAutofit/>
          </a:bodyPr>
          <a:lstStyle>
            <a:lvl1pPr algn="ctr">
              <a:lnSpc>
                <a:spcPct val="130000"/>
              </a:lnSpc>
              <a:defRPr sz="6000">
                <a:effectLst>
                  <a:outerShdw blurRad="38100" dist="38100" dir="2700000" algn="tl">
                    <a:srgbClr val="000000">
                      <a:alpha val="43137"/>
                    </a:srgbClr>
                  </a:outerShdw>
                </a:effectLst>
              </a:defRPr>
            </a:lvl1pPr>
          </a:lstStyle>
          <a:p>
            <a:r>
              <a:rPr lang="zh-CN" altLang="en-US" dirty="0"/>
              <a:t>单击此处添加标题</a:t>
            </a:r>
            <a:endParaRPr lang="zh-CN" altLang="en-US" dirty="0"/>
          </a:p>
        </p:txBody>
      </p:sp>
      <p:sp>
        <p:nvSpPr>
          <p:cNvPr id="4" name="日期占位符 3"/>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9AE70B2-8BF9-45C0-BB95-33D1B9D3A854}" type="slidenum">
              <a:rPr lang="zh-CN" altLang="en-US" smtClean="0"/>
            </a:fld>
            <a:endParaRPr lang="zh-CN" altLang="en-US"/>
          </a:p>
        </p:txBody>
      </p:sp>
      <p:sp>
        <p:nvSpPr>
          <p:cNvPr id="3" name="副标题 2"/>
          <p:cNvSpPr>
            <a:spLocks noGrp="1"/>
          </p:cNvSpPr>
          <p:nvPr>
            <p:ph type="subTitle" idx="1" hasCustomPrompt="1"/>
          </p:nvPr>
        </p:nvSpPr>
        <p:spPr>
          <a:xfrm>
            <a:off x="1524000" y="3602038"/>
            <a:ext cx="9144000" cy="1655762"/>
          </a:xfrm>
        </p:spPr>
        <p:txBody>
          <a:bodyPr>
            <a:normAutofit/>
          </a:bodyPr>
          <a:lstStyle>
            <a:lvl1pPr marL="0" indent="0" algn="ctr">
              <a:buNone/>
              <a:defRPr sz="1800">
                <a:solidFill>
                  <a:schemeClr val="tx1">
                    <a:lumMod val="75000"/>
                    <a:lumOff val="25000"/>
                  </a:schemeClr>
                </a:solidFill>
                <a:effectLst/>
                <a:latin typeface="+mj-lt"/>
                <a:ea typeface="+mj-ea"/>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单击此处添加副标题</a:t>
            </a:r>
            <a:endParaRPr lang="zh-CN" alt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647700" y="258445"/>
            <a:ext cx="10515600" cy="1325563"/>
          </a:xfrm>
        </p:spPr>
        <p:txBody>
          <a:bodyPr anchor="ctr" anchorCtr="0">
            <a:normAutofit/>
          </a:bodyPr>
          <a:lstStyle>
            <a:lvl1pPr>
              <a:defRPr sz="2400" b="1">
                <a:effectLst>
                  <a:outerShdw blurRad="38100" dist="38100" dir="2700000" algn="tl">
                    <a:srgbClr val="000000">
                      <a:alpha val="43137"/>
                    </a:srgbClr>
                  </a:outerShdw>
                </a:effectLst>
              </a:defRPr>
            </a:lvl1pPr>
          </a:lstStyle>
          <a:p>
            <a:r>
              <a:rPr lang="zh-CN" altLang="en-US" dirty="0"/>
              <a:t>单击此处编辑母版标题样式</a:t>
            </a:r>
            <a:endParaRPr lang="zh-CN" altLang="en-US" dirty="0"/>
          </a:p>
        </p:txBody>
      </p:sp>
      <p:sp>
        <p:nvSpPr>
          <p:cNvPr id="3" name="内容占位符 2"/>
          <p:cNvSpPr>
            <a:spLocks noGrp="1"/>
          </p:cNvSpPr>
          <p:nvPr>
            <p:ph idx="1"/>
          </p:nvPr>
        </p:nvSpPr>
        <p:spPr>
          <a:xfrm>
            <a:off x="647700" y="1825625"/>
            <a:ext cx="10515600" cy="4351338"/>
          </a:xfrm>
        </p:spPr>
        <p:txBody>
          <a:bodyPr>
            <a:normAutofit/>
          </a:bodyPr>
          <a:lstStyle>
            <a:lvl1pPr>
              <a:defRPr sz="2000">
                <a:solidFill>
                  <a:schemeClr val="tx1">
                    <a:lumMod val="75000"/>
                    <a:lumOff val="25000"/>
                  </a:schemeClr>
                </a:solidFill>
              </a:defRPr>
            </a:lvl1pPr>
            <a:lvl2pPr>
              <a:defRPr sz="1800">
                <a:solidFill>
                  <a:schemeClr val="tx1">
                    <a:lumMod val="75000"/>
                    <a:lumOff val="25000"/>
                  </a:schemeClr>
                </a:solidFill>
              </a:defRPr>
            </a:lvl2pPr>
            <a:lvl3pPr>
              <a:defRPr sz="1600">
                <a:solidFill>
                  <a:schemeClr val="tx1">
                    <a:lumMod val="75000"/>
                    <a:lumOff val="25000"/>
                  </a:schemeClr>
                </a:solidFill>
              </a:defRPr>
            </a:lvl3pPr>
            <a:lvl4pPr>
              <a:defRPr sz="1600">
                <a:solidFill>
                  <a:schemeClr val="tx1">
                    <a:lumMod val="75000"/>
                    <a:lumOff val="25000"/>
                  </a:schemeClr>
                </a:solidFill>
              </a:defRPr>
            </a:lvl4pPr>
            <a:lvl5pPr>
              <a:defRPr sz="1600">
                <a:solidFill>
                  <a:schemeClr val="tx1">
                    <a:lumMod val="75000"/>
                    <a:lumOff val="25000"/>
                  </a:schemeClr>
                </a:solidFill>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3751117"/>
            <a:ext cx="7321550" cy="811357"/>
          </a:xfrm>
        </p:spPr>
        <p:txBody>
          <a:bodyPr anchor="b">
            <a:normAutofit/>
          </a:bodyPr>
          <a:lstStyle>
            <a:lvl1pPr>
              <a:defRPr sz="4000">
                <a:effectLst>
                  <a:outerShdw blurRad="38100" dist="38100" dir="2700000" algn="tl">
                    <a:srgbClr val="000000">
                      <a:alpha val="43137"/>
                    </a:srgbClr>
                  </a:outerShdw>
                </a:effectLst>
              </a:defRPr>
            </a:lvl1pPr>
          </a:lstStyle>
          <a:p>
            <a:r>
              <a:rPr lang="zh-CN" altLang="en-US" dirty="0"/>
              <a:t>单击此处编辑母版标题样式</a:t>
            </a:r>
            <a:endParaRPr lang="zh-CN" altLang="en-US" dirty="0"/>
          </a:p>
        </p:txBody>
      </p:sp>
      <p:sp>
        <p:nvSpPr>
          <p:cNvPr id="3" name="文本占位符 2"/>
          <p:cNvSpPr>
            <a:spLocks noGrp="1"/>
          </p:cNvSpPr>
          <p:nvPr>
            <p:ph type="body" idx="1"/>
          </p:nvPr>
        </p:nvSpPr>
        <p:spPr>
          <a:xfrm>
            <a:off x="831850" y="4610028"/>
            <a:ext cx="7321550" cy="647555"/>
          </a:xfrm>
        </p:spPr>
        <p:txBody>
          <a:bodyPr>
            <a:normAutofit/>
          </a:bodyPr>
          <a:lstStyle>
            <a:lvl1pPr marL="0" indent="0">
              <a:buNone/>
              <a:defRPr sz="18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dirty="0"/>
              <a:t>单击此处编辑母版文本样式</a:t>
            </a:r>
            <a:endParaRPr lang="zh-CN" altLang="en-US" dirty="0"/>
          </a:p>
        </p:txBody>
      </p:sp>
      <p:sp>
        <p:nvSpPr>
          <p:cNvPr id="4" name="日期占位符 3"/>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647700" y="258445"/>
            <a:ext cx="10515600" cy="1325563"/>
          </a:xfrm>
        </p:spPr>
        <p:txBody>
          <a:bodyPr>
            <a:normAutofit/>
          </a:bodyPr>
          <a:lstStyle>
            <a:lvl1pPr>
              <a:defRPr sz="2400" b="1" i="0">
                <a:effectLst>
                  <a:outerShdw blurRad="38100" dist="38100" dir="2700000" algn="tl">
                    <a:srgbClr val="000000">
                      <a:alpha val="43137"/>
                    </a:srgbClr>
                  </a:outerShdw>
                </a:effectLst>
              </a:defRPr>
            </a:lvl1pPr>
          </a:lstStyle>
          <a:p>
            <a:r>
              <a:rPr lang="zh-CN" altLang="en-US" dirty="0"/>
              <a:t>单击此处编辑母版标题样式</a:t>
            </a:r>
            <a:endParaRPr lang="zh-CN" altLang="en-US" dirty="0"/>
          </a:p>
        </p:txBody>
      </p:sp>
      <p:sp>
        <p:nvSpPr>
          <p:cNvPr id="3" name="内容占位符 2"/>
          <p:cNvSpPr>
            <a:spLocks noGrp="1"/>
          </p:cNvSpPr>
          <p:nvPr>
            <p:ph sz="half" idx="1"/>
          </p:nvPr>
        </p:nvSpPr>
        <p:spPr>
          <a:xfrm>
            <a:off x="647700" y="1825625"/>
            <a:ext cx="5181600" cy="4351338"/>
          </a:xfrm>
        </p:spPr>
        <p:txBody>
          <a:bodyPr>
            <a:normAutofit/>
          </a:bodyPr>
          <a:lstStyle>
            <a:lvl1pPr>
              <a:lnSpc>
                <a:spcPct val="150000"/>
              </a:lnSpc>
              <a:defRPr sz="2000">
                <a:solidFill>
                  <a:schemeClr val="tx1">
                    <a:lumMod val="75000"/>
                    <a:lumOff val="25000"/>
                  </a:schemeClr>
                </a:solidFill>
              </a:defRPr>
            </a:lvl1pPr>
            <a:lvl2pPr>
              <a:lnSpc>
                <a:spcPct val="150000"/>
              </a:lnSpc>
              <a:defRPr sz="1800">
                <a:solidFill>
                  <a:schemeClr val="tx1">
                    <a:lumMod val="75000"/>
                    <a:lumOff val="25000"/>
                  </a:schemeClr>
                </a:solidFill>
              </a:defRPr>
            </a:lvl2pPr>
            <a:lvl3pPr>
              <a:lnSpc>
                <a:spcPct val="150000"/>
              </a:lnSpc>
              <a:defRPr sz="1600">
                <a:solidFill>
                  <a:schemeClr val="tx1">
                    <a:lumMod val="75000"/>
                    <a:lumOff val="25000"/>
                  </a:schemeClr>
                </a:solidFill>
              </a:defRPr>
            </a:lvl3pPr>
            <a:lvl4pPr>
              <a:lnSpc>
                <a:spcPct val="150000"/>
              </a:lnSpc>
              <a:defRPr sz="1600">
                <a:solidFill>
                  <a:schemeClr val="tx1">
                    <a:lumMod val="75000"/>
                    <a:lumOff val="25000"/>
                  </a:schemeClr>
                </a:solidFill>
              </a:defRPr>
            </a:lvl4pPr>
            <a:lvl5pPr>
              <a:lnSpc>
                <a:spcPct val="150000"/>
              </a:lnSpc>
              <a:defRPr sz="1600">
                <a:solidFill>
                  <a:schemeClr val="tx1">
                    <a:lumMod val="75000"/>
                    <a:lumOff val="25000"/>
                  </a:schemeClr>
                </a:solidFill>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内容占位符 3"/>
          <p:cNvSpPr>
            <a:spLocks noGrp="1"/>
          </p:cNvSpPr>
          <p:nvPr>
            <p:ph sz="half" idx="2"/>
          </p:nvPr>
        </p:nvSpPr>
        <p:spPr>
          <a:xfrm>
            <a:off x="5981700" y="1825625"/>
            <a:ext cx="5181600" cy="4351338"/>
          </a:xfrm>
        </p:spPr>
        <p:txBody>
          <a:bodyPr>
            <a:normAutofit/>
          </a:bodyPr>
          <a:lstStyle>
            <a:lvl1pPr>
              <a:lnSpc>
                <a:spcPct val="150000"/>
              </a:lnSpc>
              <a:defRPr sz="2000">
                <a:solidFill>
                  <a:schemeClr val="tx1">
                    <a:lumMod val="75000"/>
                    <a:lumOff val="25000"/>
                  </a:schemeClr>
                </a:solidFill>
              </a:defRPr>
            </a:lvl1pPr>
            <a:lvl2pPr>
              <a:lnSpc>
                <a:spcPct val="150000"/>
              </a:lnSpc>
              <a:defRPr sz="1800">
                <a:solidFill>
                  <a:schemeClr val="tx1">
                    <a:lumMod val="75000"/>
                    <a:lumOff val="25000"/>
                  </a:schemeClr>
                </a:solidFill>
              </a:defRPr>
            </a:lvl2pPr>
            <a:lvl3pPr>
              <a:lnSpc>
                <a:spcPct val="150000"/>
              </a:lnSpc>
              <a:defRPr sz="1600">
                <a:solidFill>
                  <a:schemeClr val="tx1">
                    <a:lumMod val="75000"/>
                    <a:lumOff val="25000"/>
                  </a:schemeClr>
                </a:solidFill>
              </a:defRPr>
            </a:lvl3pPr>
            <a:lvl4pPr>
              <a:lnSpc>
                <a:spcPct val="150000"/>
              </a:lnSpc>
              <a:defRPr sz="1600">
                <a:solidFill>
                  <a:schemeClr val="tx1">
                    <a:lumMod val="75000"/>
                    <a:lumOff val="25000"/>
                  </a:schemeClr>
                </a:solidFill>
              </a:defRPr>
            </a:lvl4pPr>
            <a:lvl5pPr>
              <a:lnSpc>
                <a:spcPct val="150000"/>
              </a:lnSpc>
              <a:defRPr sz="1600">
                <a:solidFill>
                  <a:schemeClr val="tx1">
                    <a:lumMod val="75000"/>
                    <a:lumOff val="25000"/>
                  </a:schemeClr>
                </a:solidFill>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5" name="日期占位符 4"/>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9788" y="1744961"/>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单击此处编辑母版文本样式</a:t>
            </a:r>
            <a:endParaRPr lang="zh-CN" altLang="en-US" dirty="0"/>
          </a:p>
        </p:txBody>
      </p:sp>
      <p:sp>
        <p:nvSpPr>
          <p:cNvPr id="4" name="内容占位符 3"/>
          <p:cNvSpPr>
            <a:spLocks noGrp="1"/>
          </p:cNvSpPr>
          <p:nvPr>
            <p:ph sz="half" idx="2"/>
          </p:nvPr>
        </p:nvSpPr>
        <p:spPr>
          <a:xfrm>
            <a:off x="839788" y="2615609"/>
            <a:ext cx="5157787" cy="3574054"/>
          </a:xfrm>
        </p:spPr>
        <p:txBody>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5" name="文本占位符 4"/>
          <p:cNvSpPr>
            <a:spLocks noGrp="1"/>
          </p:cNvSpPr>
          <p:nvPr>
            <p:ph type="body" sz="quarter" idx="3"/>
          </p:nvPr>
        </p:nvSpPr>
        <p:spPr>
          <a:xfrm>
            <a:off x="6172200" y="1744961"/>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单击此处编辑母版文本样式</a:t>
            </a:r>
            <a:endParaRPr lang="zh-CN" altLang="en-US" dirty="0"/>
          </a:p>
        </p:txBody>
      </p:sp>
      <p:sp>
        <p:nvSpPr>
          <p:cNvPr id="6" name="内容占位符 5"/>
          <p:cNvSpPr>
            <a:spLocks noGrp="1"/>
          </p:cNvSpPr>
          <p:nvPr>
            <p:ph sz="quarter" idx="4"/>
          </p:nvPr>
        </p:nvSpPr>
        <p:spPr>
          <a:xfrm>
            <a:off x="6172200" y="2615609"/>
            <a:ext cx="5183188" cy="3574054"/>
          </a:xfrm>
        </p:spPr>
        <p:txBody>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7" name="日期占位符 6"/>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838200" y="2766219"/>
            <a:ext cx="10515600" cy="1325563"/>
          </a:xfrm>
        </p:spPr>
        <p:txBody>
          <a:bodyPr>
            <a:normAutofit/>
          </a:bodyPr>
          <a:lstStyle>
            <a:lvl1pPr algn="ctr">
              <a:defRPr sz="4800" b="0">
                <a:effectLst>
                  <a:outerShdw blurRad="38100" dist="38100" dir="2700000" algn="tl">
                    <a:srgbClr val="000000">
                      <a:alpha val="43137"/>
                    </a:srgbClr>
                  </a:outerShdw>
                </a:effectLst>
              </a:defRPr>
            </a:lvl1pPr>
          </a:lstStyle>
          <a:p>
            <a:r>
              <a:rPr lang="zh-CN" altLang="en-US" dirty="0"/>
              <a:t>单击此处编辑母版标题样式</a:t>
            </a:r>
            <a:endParaRPr lang="zh-CN" altLang="en-US" dirty="0"/>
          </a:p>
        </p:txBody>
      </p:sp>
      <p:sp>
        <p:nvSpPr>
          <p:cNvPr id="3" name="日期占位符 2"/>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646747" y="127000"/>
            <a:ext cx="4165200" cy="1600200"/>
          </a:xfrm>
        </p:spPr>
        <p:txBody>
          <a:bodyPr anchor="ctr" anchorCtr="0">
            <a:normAutofit/>
          </a:bodyPr>
          <a:lstStyle>
            <a:lvl1pPr>
              <a:defRPr sz="2400" b="1">
                <a:effectLst>
                  <a:outerShdw blurRad="38100" dist="38100" dir="2700000" algn="tl">
                    <a:srgbClr val="000000">
                      <a:alpha val="43137"/>
                    </a:srgbClr>
                  </a:outerShdw>
                </a:effectLst>
              </a:defRPr>
            </a:lvl1pPr>
          </a:lstStyle>
          <a:p>
            <a:r>
              <a:rPr lang="zh-CN" altLang="en-US" dirty="0"/>
              <a:t>单击此处编辑标题</a:t>
            </a:r>
            <a:endParaRPr lang="zh-CN" altLang="en-US" dirty="0"/>
          </a:p>
        </p:txBody>
      </p:sp>
      <p:sp>
        <p:nvSpPr>
          <p:cNvPr id="3" name="图片占位符 2"/>
          <p:cNvSpPr>
            <a:spLocks noGrp="1" noChangeAspect="1"/>
          </p:cNvSpPr>
          <p:nvPr>
            <p:ph type="pic" idx="1"/>
          </p:nvPr>
        </p:nvSpPr>
        <p:spPr>
          <a:xfrm>
            <a:off x="5184000" y="766354"/>
            <a:ext cx="5817375" cy="5094446"/>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dirty="0"/>
          </a:p>
        </p:txBody>
      </p:sp>
      <p:sp>
        <p:nvSpPr>
          <p:cNvPr id="4" name="文本占位符 3"/>
          <p:cNvSpPr>
            <a:spLocks noGrp="1"/>
          </p:cNvSpPr>
          <p:nvPr>
            <p:ph type="body" sz="half" idx="2"/>
          </p:nvPr>
        </p:nvSpPr>
        <p:spPr>
          <a:xfrm>
            <a:off x="651827" y="2057400"/>
            <a:ext cx="4165200" cy="3811588"/>
          </a:xfrm>
        </p:spPr>
        <p:txBody>
          <a:bodyPr>
            <a:normAutofit/>
          </a:bodyPr>
          <a:lstStyle>
            <a:lvl1pPr marL="0" indent="0">
              <a:lnSpc>
                <a:spcPct val="150000"/>
              </a:lnSpc>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dirty="0"/>
              <a:t>单击此处编辑母版文本样式</a:t>
            </a:r>
            <a:endParaRPr lang="zh-CN" altLang="en-US" dirty="0"/>
          </a:p>
        </p:txBody>
      </p:sp>
      <p:sp>
        <p:nvSpPr>
          <p:cNvPr id="5" name="日期占位符 4"/>
          <p:cNvSpPr>
            <a:spLocks noGrp="1"/>
          </p:cNvSpPr>
          <p:nvPr>
            <p:ph type="dt" sz="half" idx="10"/>
          </p:nvPr>
        </p:nvSpPr>
        <p:spPr/>
        <p:txBody>
          <a:bodyPr/>
          <a:lstStyle/>
          <a:p>
            <a:fld id="{9EFD9D74-47D9-4702-A33C-335B63B48DBF}" type="datetimeFigureOut">
              <a:rPr lang="zh-CN" altLang="en-US" smtClean="0"/>
            </a:fld>
            <a:endParaRPr lang="zh-CN" altLang="en-US" dirty="0"/>
          </a:p>
        </p:txBody>
      </p:sp>
      <p:sp>
        <p:nvSpPr>
          <p:cNvPr id="6" name="页脚占位符 5"/>
          <p:cNvSpPr>
            <a:spLocks noGrp="1"/>
          </p:cNvSpPr>
          <p:nvPr>
            <p:ph type="ftr" sz="quarter" idx="11"/>
          </p:nvPr>
        </p:nvSpPr>
        <p:spPr/>
        <p:txBody>
          <a:bodyPr/>
          <a:lstStyle/>
          <a:p>
            <a:endParaRPr lang="zh-CN" altLang="en-US" dirty="0"/>
          </a:p>
        </p:txBody>
      </p:sp>
      <p:sp>
        <p:nvSpPr>
          <p:cNvPr id="7" name="灯片编号占位符 6"/>
          <p:cNvSpPr>
            <a:spLocks noGrp="1"/>
          </p:cNvSpPr>
          <p:nvPr>
            <p:ph type="sldNum" sz="quarter" idx="12"/>
          </p:nvPr>
        </p:nvSpPr>
        <p:spPr/>
        <p:txBody>
          <a:bodyPr/>
          <a:lstStyle/>
          <a:p>
            <a:fld id="{FABC47A4-756D-490B-A52F-7D9E2C9FC05F}"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9824484" y="365125"/>
            <a:ext cx="1529316" cy="5811838"/>
          </a:xfrm>
        </p:spPr>
        <p:txBody>
          <a:bodyPr vert="eaVert">
            <a:normAutofit/>
          </a:bodyPr>
          <a:lstStyle>
            <a:lvl1pPr>
              <a:defRPr sz="3600"/>
            </a:lvl1pPr>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838200" y="365125"/>
            <a:ext cx="8879958" cy="5811838"/>
          </a:xfrm>
        </p:spPr>
        <p:txBody>
          <a:bodyPr vert="eaVert"/>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内容">
    <p:spTree>
      <p:nvGrpSpPr>
        <p:cNvPr id="1" name=""/>
        <p:cNvGrpSpPr/>
        <p:nvPr/>
      </p:nvGrpSpPr>
      <p:grpSpPr>
        <a:xfrm>
          <a:off x="0" y="0"/>
          <a:ext cx="0" cy="0"/>
          <a:chOff x="0" y="0"/>
          <a:chExt cx="0" cy="0"/>
        </a:xfrm>
      </p:grpSpPr>
      <p:sp>
        <p:nvSpPr>
          <p:cNvPr id="3" name="日期占位符 2"/>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49AE70B2-8BF9-45C0-BB95-33D1B9D3A854}" type="slidenum">
              <a:rPr lang="zh-CN" altLang="en-US" smtClean="0"/>
            </a:fld>
            <a:endParaRPr lang="zh-CN" altLang="en-US"/>
          </a:p>
        </p:txBody>
      </p:sp>
      <p:sp>
        <p:nvSpPr>
          <p:cNvPr id="7" name="内容占位符 6"/>
          <p:cNvSpPr>
            <a:spLocks noGrp="1"/>
          </p:cNvSpPr>
          <p:nvPr>
            <p:ph sz="quarter" idx="13"/>
          </p:nvPr>
        </p:nvSpPr>
        <p:spPr>
          <a:xfrm>
            <a:off x="838200" y="551543"/>
            <a:ext cx="10515600" cy="5558971"/>
          </a:xfrm>
        </p:spPr>
        <p:txBody>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标题幻灯片">
    <p:bg>
      <p:bgPr>
        <a:solidFill>
          <a:schemeClr val="bg2"/>
        </a:solidFill>
        <a:effectLst/>
      </p:bgPr>
    </p:bg>
    <p:spTree>
      <p:nvGrpSpPr>
        <p:cNvPr id="1" name=""/>
        <p:cNvGrpSpPr/>
        <p:nvPr/>
      </p:nvGrpSpPr>
      <p:grpSpPr>
        <a:xfrm>
          <a:off x="0" y="0"/>
          <a:ext cx="0" cy="0"/>
          <a:chOff x="0" y="0"/>
          <a:chExt cx="0" cy="0"/>
        </a:xfrm>
      </p:grpSpPr>
      <p:sp>
        <p:nvSpPr>
          <p:cNvPr id="7" name="矩形 6"/>
          <p:cNvSpPr/>
          <p:nvPr userDrawn="1">
            <p:custDataLst>
              <p:tags r:id="rId2"/>
            </p:custDataLst>
          </p:nvPr>
        </p:nvSpPr>
        <p:spPr>
          <a:xfrm>
            <a:off x="274320" y="321260"/>
            <a:ext cx="11683455" cy="393053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highlight>
                <a:srgbClr val="1171F1"/>
              </a:highlight>
            </a:endParaRPr>
          </a:p>
        </p:txBody>
      </p:sp>
      <p:sp>
        <p:nvSpPr>
          <p:cNvPr id="8" name="任意形状 8"/>
          <p:cNvSpPr/>
          <p:nvPr userDrawn="1">
            <p:custDataLst>
              <p:tags r:id="rId3"/>
            </p:custDataLst>
          </p:nvPr>
        </p:nvSpPr>
        <p:spPr>
          <a:xfrm>
            <a:off x="9490237" y="321259"/>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gs>
              <a:gs pos="99000">
                <a:schemeClr val="tx2">
                  <a:lumMod val="90000"/>
                  <a:alpha val="24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dirty="0">
              <a:highlight>
                <a:srgbClr val="1171F1"/>
              </a:highlight>
            </a:endParaRPr>
          </a:p>
        </p:txBody>
      </p:sp>
      <p:sp>
        <p:nvSpPr>
          <p:cNvPr id="9" name="任意形状 9"/>
          <p:cNvSpPr/>
          <p:nvPr userDrawn="1">
            <p:custDataLst>
              <p:tags r:id="rId4"/>
            </p:custDataLst>
          </p:nvPr>
        </p:nvSpPr>
        <p:spPr>
          <a:xfrm rot="10800000">
            <a:off x="261015" y="2411670"/>
            <a:ext cx="1887415" cy="184012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bg2"/>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dirty="0">
              <a:highlight>
                <a:srgbClr val="1171F1"/>
              </a:highlight>
            </a:endParaRPr>
          </a:p>
        </p:txBody>
      </p:sp>
      <p:sp>
        <p:nvSpPr>
          <p:cNvPr id="10" name="矩形 9"/>
          <p:cNvSpPr/>
          <p:nvPr userDrawn="1">
            <p:custDataLst>
              <p:tags r:id="rId5"/>
            </p:custDataLst>
          </p:nvPr>
        </p:nvSpPr>
        <p:spPr>
          <a:xfrm>
            <a:off x="9471025" y="6254750"/>
            <a:ext cx="1800225" cy="7620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矩形 10"/>
          <p:cNvSpPr/>
          <p:nvPr userDrawn="1">
            <p:custDataLst>
              <p:tags r:id="rId6"/>
            </p:custDataLst>
          </p:nvPr>
        </p:nvSpPr>
        <p:spPr>
          <a:xfrm flipV="1">
            <a:off x="750570" y="6305550"/>
            <a:ext cx="715645" cy="7620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矩形 11"/>
          <p:cNvSpPr/>
          <p:nvPr userDrawn="1">
            <p:custDataLst>
              <p:tags r:id="rId7"/>
            </p:custDataLst>
          </p:nvPr>
        </p:nvSpPr>
        <p:spPr>
          <a:xfrm>
            <a:off x="1555115" y="6306820"/>
            <a:ext cx="88900" cy="7620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矩形 12"/>
          <p:cNvSpPr/>
          <p:nvPr userDrawn="1">
            <p:custDataLst>
              <p:tags r:id="rId8"/>
            </p:custDataLst>
          </p:nvPr>
        </p:nvSpPr>
        <p:spPr>
          <a:xfrm>
            <a:off x="1731010" y="6306820"/>
            <a:ext cx="253365" cy="7620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日期占位符 15"/>
          <p:cNvSpPr>
            <a:spLocks noGrp="1"/>
          </p:cNvSpPr>
          <p:nvPr>
            <p:ph type="dt" sz="half" idx="10"/>
            <p:custDataLst>
              <p:tags r:id="rId9"/>
            </p:custDataLst>
          </p:nvPr>
        </p:nvSpPr>
        <p:spPr/>
        <p:txBody>
          <a:bodyPr/>
          <a:lstStyle/>
          <a:p>
            <a:fld id="{760FBDFE-C587-4B4C-A407-44438C67B59E}" type="datetimeFigureOut">
              <a:rPr lang="zh-CN" altLang="en-US" smtClean="0"/>
            </a:fld>
            <a:endParaRPr lang="zh-CN" altLang="en-US"/>
          </a:p>
        </p:txBody>
      </p:sp>
      <p:sp>
        <p:nvSpPr>
          <p:cNvPr id="17" name="页脚占位符 16"/>
          <p:cNvSpPr>
            <a:spLocks noGrp="1"/>
          </p:cNvSpPr>
          <p:nvPr>
            <p:ph type="ftr" sz="quarter" idx="11"/>
            <p:custDataLst>
              <p:tags r:id="rId10"/>
            </p:custDataLst>
          </p:nvPr>
        </p:nvSpPr>
        <p:spPr/>
        <p:txBody>
          <a:bodyPr/>
          <a:lstStyle/>
          <a:p>
            <a:endParaRPr lang="zh-CN" altLang="en-US" dirty="0"/>
          </a:p>
        </p:txBody>
      </p:sp>
      <p:sp>
        <p:nvSpPr>
          <p:cNvPr id="18" name="灯片编号占位符 17"/>
          <p:cNvSpPr>
            <a:spLocks noGrp="1"/>
          </p:cNvSpPr>
          <p:nvPr>
            <p:ph type="sldNum" sz="quarter" idx="12"/>
            <p:custDataLst>
              <p:tags r:id="rId11"/>
            </p:custDataLst>
          </p:nvPr>
        </p:nvSpPr>
        <p:spPr/>
        <p:txBody>
          <a:bodyPr/>
          <a:lstStyle/>
          <a:p>
            <a:fld id="{49AE70B2-8BF9-45C0-BB95-33D1B9D3A854}" type="slidenum">
              <a:rPr lang="zh-CN" altLang="en-US" smtClean="0"/>
            </a:fld>
            <a:endParaRPr lang="zh-CN" altLang="en-US" dirty="0"/>
          </a:p>
        </p:txBody>
      </p:sp>
      <p:sp>
        <p:nvSpPr>
          <p:cNvPr id="2" name="标题 1"/>
          <p:cNvSpPr>
            <a:spLocks noGrp="1"/>
          </p:cNvSpPr>
          <p:nvPr>
            <p:ph type="ctrTitle" hasCustomPrompt="1"/>
            <p:custDataLst>
              <p:tags r:id="rId12"/>
            </p:custDataLst>
          </p:nvPr>
        </p:nvSpPr>
        <p:spPr>
          <a:xfrm>
            <a:off x="883644" y="809127"/>
            <a:ext cx="9144000" cy="1896745"/>
          </a:xfrm>
        </p:spPr>
        <p:txBody>
          <a:bodyPr lIns="91440" tIns="45720" rIns="91440" bIns="0" anchor="b" anchorCtr="0">
            <a:normAutofit/>
          </a:bodyPr>
          <a:lstStyle>
            <a:lvl1pPr algn="l">
              <a:defRPr sz="6600" b="1" spc="600" baseline="0">
                <a:latin typeface="Arial" panose="020B0604020202020204" pitchFamily="34" charset="0"/>
              </a:defRPr>
            </a:lvl1pPr>
          </a:lstStyle>
          <a:p>
            <a:r>
              <a:rPr lang="zh-CN" altLang="en-US" dirty="0"/>
              <a:t>单击此处编辑标题</a:t>
            </a:r>
            <a:endParaRPr lang="zh-CN" altLang="en-US" dirty="0"/>
          </a:p>
        </p:txBody>
      </p:sp>
      <p:sp>
        <p:nvSpPr>
          <p:cNvPr id="3" name="副标题 2"/>
          <p:cNvSpPr>
            <a:spLocks noGrp="1"/>
          </p:cNvSpPr>
          <p:nvPr>
            <p:ph type="subTitle" idx="1" hasCustomPrompt="1"/>
            <p:custDataLst>
              <p:tags r:id="rId13"/>
            </p:custDataLst>
          </p:nvPr>
        </p:nvSpPr>
        <p:spPr>
          <a:xfrm>
            <a:off x="883643" y="3017520"/>
            <a:ext cx="9144000" cy="890270"/>
          </a:xfrm>
        </p:spPr>
        <p:txBody>
          <a:bodyPr lIns="91440" tIns="0" rIns="91440" bIns="45720">
            <a:normAutofit/>
          </a:bodyPr>
          <a:lstStyle>
            <a:lvl1pPr marL="0" indent="0" algn="l" eaLnBrk="1" fontAlgn="auto" latinLnBrk="0" hangingPunct="1">
              <a:lnSpc>
                <a:spcPct val="100000"/>
              </a:lnSpc>
              <a:buNone/>
              <a:defRPr sz="2400" u="none" strike="noStrike" kern="1200" cap="none" spc="200" normalizeH="0" baseline="0">
                <a:solidFill>
                  <a:schemeClr val="tx1">
                    <a:lumMod val="75000"/>
                    <a:lumOff val="25000"/>
                  </a:schemeClr>
                </a:solidFill>
                <a:uFillTx/>
                <a:latin typeface="Arial" panose="020B06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单击此处编辑副标题</a:t>
            </a:r>
            <a:endParaRPr lang="zh-CN" altLang="en-US" dirty="0"/>
          </a:p>
        </p:txBody>
      </p:sp>
      <p:sp>
        <p:nvSpPr>
          <p:cNvPr id="5" name="文本占位符 4"/>
          <p:cNvSpPr>
            <a:spLocks noGrp="1"/>
          </p:cNvSpPr>
          <p:nvPr>
            <p:ph type="body" sz="quarter" idx="13" hasCustomPrompt="1"/>
            <p:custDataLst>
              <p:tags r:id="rId14"/>
            </p:custDataLst>
          </p:nvPr>
        </p:nvSpPr>
        <p:spPr>
          <a:xfrm>
            <a:off x="883644" y="5050433"/>
            <a:ext cx="3365430" cy="579657"/>
          </a:xfrm>
        </p:spPr>
        <p:txBody>
          <a:bodyPr lIns="91440" tIns="45720" rIns="91440" bIns="45720">
            <a:normAutofit/>
          </a:bodyPr>
          <a:lstStyle>
            <a:lvl1pPr marL="0" indent="0">
              <a:buNone/>
              <a:defRPr sz="2400" baseline="0">
                <a:solidFill>
                  <a:schemeClr val="accent1"/>
                </a:solidFill>
                <a:latin typeface="Arial" panose="020B0604020202020204" pitchFamily="34" charset="0"/>
              </a:defRPr>
            </a:lvl1pPr>
          </a:lstStyle>
          <a:p>
            <a:pPr lvl="0"/>
            <a:r>
              <a:rPr lang="zh-CN" altLang="en-US" dirty="0"/>
              <a:t>编辑文本</a:t>
            </a:r>
            <a:endParaRPr lang="zh-CN" alt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reserve="1">
  <p:cSld name="标题和内容">
    <p:bg>
      <p:bgPr>
        <a:solidFill>
          <a:schemeClr val="bg2"/>
        </a:solidFill>
        <a:effectLst/>
      </p:bgPr>
    </p:bg>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69882" y="443234"/>
            <a:ext cx="10852237" cy="441964"/>
          </a:xfrm>
        </p:spPr>
        <p:txBody>
          <a:bodyPr vert="horz" lIns="101600" tIns="38100" rIns="76200" bIns="38100" rtlCol="0" anchor="t" anchorCtr="0">
            <a:noAutofit/>
          </a:bodyPr>
          <a:lstStyle>
            <a:lvl1pPr marL="0" marR="0" algn="l" defTabSz="914400" rtl="0" eaLnBrk="1" fontAlgn="auto" latinLnBrk="0" hangingPunct="1">
              <a:lnSpc>
                <a:spcPct val="100000"/>
              </a:lnSpc>
              <a:buNone/>
              <a:defRPr kumimoji="0" lang="zh-CN" altLang="en-US" sz="2400" b="1" i="0" u="none" strike="noStrike" kern="1200" cap="none" spc="200" normalizeH="0" baseline="0" noProof="1" dirty="0">
                <a:solidFill>
                  <a:schemeClr val="accent1"/>
                </a:solidFill>
                <a:uFillTx/>
                <a:latin typeface="Arial" panose="020B0604020202020204" pitchFamily="34" charset="0"/>
                <a:ea typeface="微软雅黑" panose="020B0503020204020204" charset="-122"/>
                <a:cs typeface="+mj-cs"/>
                <a:sym typeface="+mn-ea"/>
              </a:defRPr>
            </a:lvl1pPr>
          </a:lstStyle>
          <a:p>
            <a:pPr lvl="0"/>
            <a:r>
              <a:rPr dirty="0">
                <a:sym typeface="+mn-ea"/>
              </a:rPr>
              <a:t>单击此处编辑母版标题样式</a:t>
            </a:r>
            <a:endParaRPr dirty="0">
              <a:sym typeface="+mn-ea"/>
            </a:endParaRPr>
          </a:p>
        </p:txBody>
      </p:sp>
      <p:sp>
        <p:nvSpPr>
          <p:cNvPr id="3" name="内容占位符 2"/>
          <p:cNvSpPr>
            <a:spLocks noGrp="1"/>
          </p:cNvSpPr>
          <p:nvPr>
            <p:ph idx="1"/>
            <p:custDataLst>
              <p:tags r:id="rId3"/>
            </p:custDataLst>
          </p:nvPr>
        </p:nvSpPr>
        <p:spPr>
          <a:xfrm>
            <a:off x="669882" y="952508"/>
            <a:ext cx="10852237" cy="5388907"/>
          </a:xfrm>
        </p:spPr>
        <p:txBody>
          <a:bodyPr vert="horz" lIns="101600" tIns="0" rIns="82550" bIns="0" rtlCol="0">
            <a:no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charset="-122"/>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charset="-122"/>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charset="-122"/>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charset="-122"/>
                <a:cs typeface="+mn-cs"/>
                <a:sym typeface="+mn-ea"/>
              </a:defRPr>
            </a:lvl5pPr>
          </a:lstStyle>
          <a:p>
            <a:pPr lvl="0"/>
            <a:r>
              <a:rPr dirty="0">
                <a:sym typeface="+mn-ea"/>
              </a:rPr>
              <a:t>单击此处编辑母版文本样式</a:t>
            </a:r>
            <a:endParaRPr dirty="0">
              <a:sym typeface="+mn-ea"/>
            </a:endParaRPr>
          </a:p>
          <a:p>
            <a:pPr lvl="1"/>
            <a:r>
              <a:rPr dirty="0">
                <a:sym typeface="+mn-ea"/>
              </a:rPr>
              <a:t>第二级</a:t>
            </a:r>
            <a:endParaRPr dirty="0">
              <a:sym typeface="+mn-ea"/>
            </a:endParaRPr>
          </a:p>
          <a:p>
            <a:pPr lvl="2"/>
            <a:r>
              <a:rPr dirty="0">
                <a:sym typeface="+mn-ea"/>
              </a:rPr>
              <a:t>第三级</a:t>
            </a:r>
            <a:endParaRPr dirty="0">
              <a:sym typeface="+mn-ea"/>
            </a:endParaRPr>
          </a:p>
          <a:p>
            <a:pPr lvl="3"/>
            <a:r>
              <a:rPr dirty="0">
                <a:sym typeface="+mn-ea"/>
              </a:rPr>
              <a:t>第四级</a:t>
            </a:r>
            <a:endParaRPr dirty="0">
              <a:sym typeface="+mn-ea"/>
            </a:endParaRPr>
          </a:p>
          <a:p>
            <a:pPr lvl="4"/>
            <a:r>
              <a:rPr dirty="0">
                <a:sym typeface="+mn-ea"/>
              </a:rPr>
              <a:t>第五级</a:t>
            </a:r>
            <a:endParaRPr dirty="0">
              <a:sym typeface="+mn-ea"/>
            </a:endParaRPr>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secHead" preserve="1">
  <p:cSld name="节标题">
    <p:bg>
      <p:bgPr>
        <a:solidFill>
          <a:schemeClr val="bg2"/>
        </a:solidFill>
        <a:effectLst/>
      </p:bgPr>
    </p:bg>
    <p:spTree>
      <p:nvGrpSpPr>
        <p:cNvPr id="1" name=""/>
        <p:cNvGrpSpPr/>
        <p:nvPr/>
      </p:nvGrpSpPr>
      <p:grpSpPr>
        <a:xfrm>
          <a:off x="0" y="0"/>
          <a:ext cx="0" cy="0"/>
          <a:chOff x="0" y="0"/>
          <a:chExt cx="0" cy="0"/>
        </a:xfrm>
      </p:grpSpPr>
      <p:sp>
        <p:nvSpPr>
          <p:cNvPr id="14" name="矩形 13"/>
          <p:cNvSpPr/>
          <p:nvPr userDrawn="1">
            <p:custDataLst>
              <p:tags r:id="rId2"/>
            </p:custDataLst>
          </p:nvPr>
        </p:nvSpPr>
        <p:spPr>
          <a:xfrm>
            <a:off x="0" y="6474460"/>
            <a:ext cx="12249150" cy="38354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highlight>
                <a:srgbClr val="1171F1"/>
              </a:highlight>
            </a:endParaRPr>
          </a:p>
        </p:txBody>
      </p:sp>
      <p:sp>
        <p:nvSpPr>
          <p:cNvPr id="2" name="标题 1"/>
          <p:cNvSpPr>
            <a:spLocks noGrp="1"/>
          </p:cNvSpPr>
          <p:nvPr>
            <p:ph type="title" hasCustomPrompt="1"/>
            <p:custDataLst>
              <p:tags r:id="rId3"/>
            </p:custDataLst>
          </p:nvPr>
        </p:nvSpPr>
        <p:spPr>
          <a:xfrm>
            <a:off x="4676775" y="2059757"/>
            <a:ext cx="6243774" cy="922021"/>
          </a:xfrm>
        </p:spPr>
        <p:txBody>
          <a:bodyPr lIns="91440" tIns="45720" rIns="91440" bIns="0" anchor="b" anchorCtr="0">
            <a:normAutofit/>
          </a:bodyPr>
          <a:lstStyle>
            <a:lvl1pPr>
              <a:defRPr sz="5400" u="none" strike="noStrike" kern="1200" cap="none" spc="300" normalizeH="0" baseline="0">
                <a:solidFill>
                  <a:schemeClr val="accent1"/>
                </a:solidFill>
                <a:uFillTx/>
                <a:latin typeface="Arial" panose="020B0604020202020204" pitchFamily="34" charset="0"/>
                <a:ea typeface="微软雅黑" panose="020B0503020204020204" charset="-122"/>
              </a:defRPr>
            </a:lvl1pPr>
          </a:lstStyle>
          <a:p>
            <a:r>
              <a:rPr lang="zh-CN" altLang="en-US" dirty="0"/>
              <a:t>单击此处编辑标题</a:t>
            </a:r>
            <a:endParaRPr lang="zh-CN" altLang="en-US" dirty="0"/>
          </a:p>
        </p:txBody>
      </p:sp>
      <p:sp>
        <p:nvSpPr>
          <p:cNvPr id="3" name="文本占位符 2"/>
          <p:cNvSpPr>
            <a:spLocks noGrp="1"/>
          </p:cNvSpPr>
          <p:nvPr>
            <p:ph type="body" idx="1" hasCustomPrompt="1"/>
            <p:custDataLst>
              <p:tags r:id="rId4"/>
            </p:custDataLst>
          </p:nvPr>
        </p:nvSpPr>
        <p:spPr>
          <a:xfrm>
            <a:off x="4676775" y="3102596"/>
            <a:ext cx="6243774" cy="1401006"/>
          </a:xfrm>
        </p:spPr>
        <p:txBody>
          <a:bodyPr lIns="91440" tIns="0" rIns="91440" bIns="45720">
            <a:normAutofit/>
          </a:bodyPr>
          <a:lstStyle>
            <a:lvl1pPr marL="0" indent="0" eaLnBrk="1" fontAlgn="auto" latinLnBrk="0" hangingPunct="1">
              <a:buNone/>
              <a:defRPr kumimoji="0" lang="zh-CN" altLang="en-US" sz="1800" b="0" i="0" u="none" strike="noStrike" kern="1200" cap="none" spc="150" normalizeH="0" baseline="0" noProof="1">
                <a:solidFill>
                  <a:schemeClr val="tx1">
                    <a:lumMod val="75000"/>
                    <a:lumOff val="25000"/>
                  </a:schemeClr>
                </a:solidFill>
                <a:uFillTx/>
                <a:latin typeface="Arial" panose="020B0604020202020204" pitchFamily="34" charset="0"/>
                <a:ea typeface="微软雅黑" panose="020B0503020204020204" charset="-122"/>
                <a:cs typeface="+mn-cs"/>
                <a:sym typeface="+mn-ea"/>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dirty="0"/>
              <a:t>单击此处编辑文本</a:t>
            </a:r>
            <a:endParaRPr lang="zh-CN" altLang="en-US" dirty="0"/>
          </a:p>
        </p:txBody>
      </p:sp>
      <p:sp>
        <p:nvSpPr>
          <p:cNvPr id="4" name="日期占位符 3"/>
          <p:cNvSpPr>
            <a:spLocks noGrp="1"/>
          </p:cNvSpPr>
          <p:nvPr>
            <p:ph type="dt" sz="half" idx="10"/>
            <p:custDataLst>
              <p:tags r:id="rId5"/>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6"/>
            </p:custDataLst>
          </p:nvPr>
        </p:nvSpPr>
        <p:spPr/>
        <p:txBody>
          <a:bodyPr/>
          <a:lstStyle/>
          <a:p>
            <a:endParaRPr lang="zh-CN" altLang="en-US"/>
          </a:p>
        </p:txBody>
      </p:sp>
      <p:sp>
        <p:nvSpPr>
          <p:cNvPr id="6" name="灯片编号占位符 5"/>
          <p:cNvSpPr>
            <a:spLocks noGrp="1"/>
          </p:cNvSpPr>
          <p:nvPr>
            <p:ph type="sldNum" sz="quarter" idx="12"/>
            <p:custDataLst>
              <p:tags r:id="rId7"/>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woObj" preserve="1">
  <p:cSld name="两栏内容">
    <p:bg>
      <p:bgPr>
        <a:solidFill>
          <a:schemeClr val="bg2"/>
        </a:solidFill>
        <a:effectLst/>
      </p:bgPr>
    </p:bg>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69882" y="443234"/>
            <a:ext cx="10852237" cy="441964"/>
          </a:xfrm>
        </p:spPr>
        <p:txBody>
          <a:bodyPr vert="horz" lIns="101600" tIns="38100" rIns="76200" bIns="38100" rtlCol="0" anchor="t" anchorCtr="0">
            <a:noAutofit/>
          </a:bodyPr>
          <a:lstStyle>
            <a:lvl1pPr marL="0" marR="0" lvl="0" algn="l" defTabSz="914400" rtl="0" eaLnBrk="1" fontAlgn="auto" latinLnBrk="0" hangingPunct="1">
              <a:lnSpc>
                <a:spcPct val="100000"/>
              </a:lnSpc>
              <a:buNone/>
              <a:defRPr kumimoji="0" lang="zh-CN" altLang="en-US" sz="2400" b="1" i="0" u="none" strike="noStrike" kern="1200" cap="none" spc="200" normalizeH="0" baseline="0" noProof="1" dirty="0">
                <a:solidFill>
                  <a:schemeClr val="accent1"/>
                </a:solidFill>
                <a:uFillTx/>
                <a:latin typeface="Arial" panose="020B0604020202020204" pitchFamily="34" charset="0"/>
                <a:ea typeface="微软雅黑" panose="020B0503020204020204" charset="-122"/>
                <a:cs typeface="+mj-cs"/>
                <a:sym typeface="+mn-ea"/>
              </a:defRPr>
            </a:lvl1pPr>
          </a:lstStyle>
          <a:p>
            <a:pPr lvl="0"/>
            <a:r>
              <a:rPr dirty="0">
                <a:sym typeface="+mn-ea"/>
              </a:rPr>
              <a:t>单击此处编辑母版标题样式</a:t>
            </a:r>
            <a:endParaRPr dirty="0">
              <a:sym typeface="+mn-ea"/>
            </a:endParaRPr>
          </a:p>
        </p:txBody>
      </p:sp>
      <p:sp>
        <p:nvSpPr>
          <p:cNvPr id="3" name="内容占位符 2"/>
          <p:cNvSpPr>
            <a:spLocks noGrp="1"/>
          </p:cNvSpPr>
          <p:nvPr>
            <p:ph sz="half" idx="1"/>
            <p:custDataLst>
              <p:tags r:id="rId3"/>
            </p:custDataLst>
          </p:nvPr>
        </p:nvSpPr>
        <p:spPr>
          <a:xfrm>
            <a:off x="676280" y="952508"/>
            <a:ext cx="5283242" cy="5388907"/>
          </a:xfrm>
        </p:spPr>
        <p:txBody>
          <a:bodyPr vert="horz" lIns="101600" tIns="0" rIns="82550" bIns="0" rtlCol="0">
            <a:no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charset="-122"/>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charset="-122"/>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charset="-122"/>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charset="-122"/>
                <a:cs typeface="+mn-cs"/>
                <a:sym typeface="+mn-ea"/>
              </a:defRPr>
            </a:lvl5pPr>
          </a:lstStyle>
          <a:p>
            <a:pPr lvl="0"/>
            <a:r>
              <a:rPr>
                <a:sym typeface="+mn-ea"/>
              </a:rPr>
              <a:t>单击此处编辑母版文本样式</a:t>
            </a:r>
            <a:endParaRPr>
              <a:sym typeface="+mn-ea"/>
            </a:endParaRPr>
          </a:p>
          <a:p>
            <a:pPr lvl="1"/>
            <a:r>
              <a:rPr>
                <a:sym typeface="+mn-ea"/>
              </a:rPr>
              <a:t>第二级</a:t>
            </a:r>
            <a:endParaRPr>
              <a:sym typeface="+mn-ea"/>
            </a:endParaRPr>
          </a:p>
          <a:p>
            <a:pPr lvl="2"/>
            <a:r>
              <a:rPr>
                <a:sym typeface="+mn-ea"/>
              </a:rPr>
              <a:t>第三级</a:t>
            </a:r>
            <a:endParaRPr>
              <a:sym typeface="+mn-ea"/>
            </a:endParaRPr>
          </a:p>
          <a:p>
            <a:pPr lvl="3"/>
            <a:r>
              <a:rPr>
                <a:sym typeface="+mn-ea"/>
              </a:rPr>
              <a:t>第四级</a:t>
            </a:r>
            <a:endParaRPr>
              <a:sym typeface="+mn-ea"/>
            </a:endParaRPr>
          </a:p>
          <a:p>
            <a:pPr lvl="4"/>
            <a:r>
              <a:rPr>
                <a:sym typeface="+mn-ea"/>
              </a:rPr>
              <a:t>第五级</a:t>
            </a:r>
            <a:endParaRPr>
              <a:sym typeface="+mn-ea"/>
            </a:endParaRPr>
          </a:p>
        </p:txBody>
      </p:sp>
      <p:sp>
        <p:nvSpPr>
          <p:cNvPr id="4" name="内容占位符 3"/>
          <p:cNvSpPr>
            <a:spLocks noGrp="1"/>
          </p:cNvSpPr>
          <p:nvPr>
            <p:ph sz="half" idx="2"/>
            <p:custDataLst>
              <p:tags r:id="rId4"/>
            </p:custDataLst>
          </p:nvPr>
        </p:nvSpPr>
        <p:spPr>
          <a:xfrm>
            <a:off x="6245227" y="952508"/>
            <a:ext cx="5283242" cy="5388907"/>
          </a:xfrm>
        </p:spPr>
        <p:txBody>
          <a:bodyPr>
            <a:noAutofit/>
          </a:bodyPr>
          <a:lstStyle>
            <a:lvl1pPr>
              <a:defRPr sz="1600" baseline="0">
                <a:solidFill>
                  <a:schemeClr val="tx1">
                    <a:lumMod val="75000"/>
                    <a:lumOff val="25000"/>
                  </a:schemeClr>
                </a:solidFill>
                <a:latin typeface="Arial" panose="020B0604020202020204" pitchFamily="34" charset="0"/>
                <a:ea typeface="微软雅黑" panose="020B0503020204020204" charset="-122"/>
              </a:defRPr>
            </a:lvl1pPr>
            <a:lvl2pPr>
              <a:defRPr sz="1600" baseline="0">
                <a:solidFill>
                  <a:schemeClr val="tx1">
                    <a:lumMod val="75000"/>
                    <a:lumOff val="25000"/>
                  </a:schemeClr>
                </a:solidFill>
                <a:latin typeface="Arial" panose="020B0604020202020204" pitchFamily="34" charset="0"/>
                <a:ea typeface="微软雅黑" panose="020B0503020204020204" charset="-122"/>
              </a:defRPr>
            </a:lvl2pPr>
            <a:lvl3pPr>
              <a:defRPr sz="1600" baseline="0">
                <a:solidFill>
                  <a:schemeClr val="tx1">
                    <a:lumMod val="75000"/>
                    <a:lumOff val="25000"/>
                  </a:schemeClr>
                </a:solidFill>
                <a:latin typeface="Arial" panose="020B0604020202020204" pitchFamily="34" charset="0"/>
                <a:ea typeface="微软雅黑" panose="020B0503020204020204" charset="-122"/>
              </a:defRPr>
            </a:lvl3pPr>
            <a:lvl4pPr>
              <a:defRPr sz="1600" baseline="0">
                <a:solidFill>
                  <a:schemeClr val="tx1">
                    <a:lumMod val="75000"/>
                    <a:lumOff val="25000"/>
                  </a:schemeClr>
                </a:solidFill>
                <a:latin typeface="Arial" panose="020B0604020202020204" pitchFamily="34" charset="0"/>
                <a:ea typeface="微软雅黑" panose="020B0503020204020204" charset="-122"/>
              </a:defRPr>
            </a:lvl4pPr>
            <a:lvl5pPr>
              <a:defRPr sz="1600" baseline="0">
                <a:solidFill>
                  <a:schemeClr val="tx1">
                    <a:lumMod val="75000"/>
                    <a:lumOff val="25000"/>
                  </a:schemeClr>
                </a:solidFill>
                <a:latin typeface="Arial" panose="020B0604020202020204" pitchFamily="34" charset="0"/>
                <a:ea typeface="微软雅黑" panose="020B0503020204020204" charset="-122"/>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5" name="日期占位符 4"/>
          <p:cNvSpPr>
            <a:spLocks noGrp="1"/>
          </p:cNvSpPr>
          <p:nvPr>
            <p:ph type="dt" sz="half" idx="10"/>
            <p:custDataLst>
              <p:tags r:id="rId5"/>
            </p:custDataLst>
          </p:nvPr>
        </p:nvSpPr>
        <p:spPr/>
        <p:txBody>
          <a:bodyPr/>
          <a:lstStyle/>
          <a:p>
            <a:fld id="{760FBDFE-C587-4B4C-A407-44438C67B59E}" type="datetimeFigureOut">
              <a:rPr lang="zh-CN" altLang="en-US" smtClean="0"/>
            </a:fld>
            <a:endParaRPr lang="zh-CN" altLang="en-US"/>
          </a:p>
        </p:txBody>
      </p:sp>
      <p:sp>
        <p:nvSpPr>
          <p:cNvPr id="6" name="页脚占位符 5"/>
          <p:cNvSpPr>
            <a:spLocks noGrp="1"/>
          </p:cNvSpPr>
          <p:nvPr>
            <p:ph type="ftr" sz="quarter" idx="11"/>
            <p:custDataLst>
              <p:tags r:id="rId6"/>
            </p:custDataLst>
          </p:nvPr>
        </p:nvSpPr>
        <p:spPr/>
        <p:txBody>
          <a:bodyPr/>
          <a:lstStyle/>
          <a:p>
            <a:endParaRPr lang="zh-CN" altLang="en-US"/>
          </a:p>
        </p:txBody>
      </p:sp>
      <p:sp>
        <p:nvSpPr>
          <p:cNvPr id="7" name="灯片编号占位符 6"/>
          <p:cNvSpPr>
            <a:spLocks noGrp="1"/>
          </p:cNvSpPr>
          <p:nvPr>
            <p:ph type="sldNum" sz="quarter" idx="12"/>
            <p:custDataLst>
              <p:tags r:id="rId7"/>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TxTwoObj" preserve="1">
  <p:cSld name="比较">
    <p:bg>
      <p:bgPr>
        <a:solidFill>
          <a:schemeClr val="bg2"/>
        </a:solidFill>
        <a:effectLst/>
      </p:bgPr>
    </p:bg>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69882" y="443234"/>
            <a:ext cx="10852237" cy="441964"/>
          </a:xfrm>
        </p:spPr>
        <p:txBody>
          <a:bodyPr vert="horz" lIns="101600" tIns="38100" rIns="76200" bIns="38100" rtlCol="0" anchor="t" anchorCtr="0">
            <a:noAutofit/>
          </a:bodyPr>
          <a:lstStyle>
            <a:lvl1pPr marL="0" marR="0" lvl="0" algn="l" defTabSz="914400" rtl="0" eaLnBrk="1" fontAlgn="auto" latinLnBrk="0" hangingPunct="1">
              <a:lnSpc>
                <a:spcPct val="100000"/>
              </a:lnSpc>
              <a:buNone/>
              <a:defRPr kumimoji="0" lang="zh-CN" altLang="en-US" sz="2400" b="1" i="0" u="none" strike="noStrike" kern="1200" cap="none" spc="200" normalizeH="0" baseline="0" noProof="1" dirty="0">
                <a:solidFill>
                  <a:schemeClr val="accent1"/>
                </a:solidFill>
                <a:uFillTx/>
                <a:latin typeface="Arial" panose="020B0604020202020204" pitchFamily="34" charset="0"/>
                <a:ea typeface="微软雅黑" panose="020B0503020204020204" charset="-122"/>
                <a:cs typeface="+mj-cs"/>
                <a:sym typeface="+mn-ea"/>
              </a:defRPr>
            </a:lvl1pPr>
          </a:lstStyle>
          <a:p>
            <a:pPr lvl="0"/>
            <a:r>
              <a:rPr dirty="0">
                <a:sym typeface="+mn-ea"/>
              </a:rPr>
              <a:t>单击此处编辑母版标题样式</a:t>
            </a:r>
            <a:endParaRPr dirty="0">
              <a:sym typeface="+mn-ea"/>
            </a:endParaRPr>
          </a:p>
        </p:txBody>
      </p:sp>
      <p:sp>
        <p:nvSpPr>
          <p:cNvPr id="3" name="文本占位符 2"/>
          <p:cNvSpPr>
            <a:spLocks noGrp="1"/>
          </p:cNvSpPr>
          <p:nvPr>
            <p:ph type="body" idx="1" hasCustomPrompt="1"/>
            <p:custDataLst>
              <p:tags r:id="rId3"/>
            </p:custDataLst>
          </p:nvPr>
        </p:nvSpPr>
        <p:spPr>
          <a:xfrm>
            <a:off x="669930" y="952508"/>
            <a:ext cx="5283242" cy="381003"/>
          </a:xfrm>
        </p:spPr>
        <p:txBody>
          <a:bodyPr lIns="101600" tIns="38100" rIns="76200" bIns="38100" anchor="t" anchorCtr="0">
            <a:noAutofit/>
          </a:bodyPr>
          <a:lstStyle>
            <a:lvl1pPr marL="0" indent="0" eaLnBrk="1" fontAlgn="auto" latinLnBrk="0" hangingPunct="1">
              <a:lnSpc>
                <a:spcPct val="100000"/>
              </a:lnSpc>
              <a:spcAft>
                <a:spcPts val="0"/>
              </a:spcAft>
              <a:buNone/>
              <a:defRPr sz="2000" b="0" u="none" strike="noStrike" kern="1200" cap="none" spc="200" normalizeH="0" baseline="0">
                <a:solidFill>
                  <a:schemeClr val="tx1">
                    <a:lumMod val="75000"/>
                    <a:lumOff val="25000"/>
                  </a:schemeClr>
                </a:solidFill>
                <a:uFillTx/>
                <a:latin typeface="Arial" panose="020B0604020202020204" pitchFamily="34" charset="0"/>
                <a:ea typeface="微软雅黑" panose="020B0503020204020204" charset="-12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单击此处编辑文本</a:t>
            </a:r>
            <a:endParaRPr lang="zh-CN" altLang="en-US" dirty="0"/>
          </a:p>
        </p:txBody>
      </p:sp>
      <p:sp>
        <p:nvSpPr>
          <p:cNvPr id="4" name="内容占位符 3"/>
          <p:cNvSpPr>
            <a:spLocks noGrp="1"/>
          </p:cNvSpPr>
          <p:nvPr>
            <p:ph sz="half" idx="2"/>
            <p:custDataLst>
              <p:tags r:id="rId4"/>
            </p:custDataLst>
          </p:nvPr>
        </p:nvSpPr>
        <p:spPr>
          <a:xfrm>
            <a:off x="669925" y="1406525"/>
            <a:ext cx="5283200" cy="4934752"/>
          </a:xfrm>
        </p:spPr>
        <p:txBody>
          <a:bodyPr vert="horz" lIns="101600" tIns="0" rIns="82550" bIns="0" rtlCol="0">
            <a:no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charset="-122"/>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charset="-122"/>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charset="-122"/>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charset="-122"/>
                <a:cs typeface="+mn-cs"/>
                <a:sym typeface="+mn-ea"/>
              </a:defRPr>
            </a:lvl5pPr>
          </a:lstStyle>
          <a:p>
            <a:pPr lvl="0"/>
            <a:r>
              <a:rPr dirty="0">
                <a:sym typeface="+mn-ea"/>
              </a:rPr>
              <a:t>单击此处编辑母版文本样式</a:t>
            </a:r>
            <a:endParaRPr dirty="0">
              <a:sym typeface="+mn-ea"/>
            </a:endParaRPr>
          </a:p>
          <a:p>
            <a:pPr lvl="1"/>
            <a:r>
              <a:rPr dirty="0">
                <a:sym typeface="+mn-ea"/>
              </a:rPr>
              <a:t>第二级</a:t>
            </a:r>
            <a:endParaRPr dirty="0">
              <a:sym typeface="+mn-ea"/>
            </a:endParaRPr>
          </a:p>
          <a:p>
            <a:pPr lvl="2"/>
            <a:r>
              <a:rPr dirty="0">
                <a:sym typeface="+mn-ea"/>
              </a:rPr>
              <a:t>第三级</a:t>
            </a:r>
            <a:endParaRPr dirty="0">
              <a:sym typeface="+mn-ea"/>
            </a:endParaRPr>
          </a:p>
          <a:p>
            <a:pPr lvl="3"/>
            <a:r>
              <a:rPr dirty="0">
                <a:sym typeface="+mn-ea"/>
              </a:rPr>
              <a:t>第四级</a:t>
            </a:r>
            <a:endParaRPr dirty="0">
              <a:sym typeface="+mn-ea"/>
            </a:endParaRPr>
          </a:p>
          <a:p>
            <a:pPr lvl="4"/>
            <a:r>
              <a:rPr dirty="0">
                <a:sym typeface="+mn-ea"/>
              </a:rPr>
              <a:t>第五级</a:t>
            </a:r>
            <a:endParaRPr dirty="0">
              <a:sym typeface="+mn-ea"/>
            </a:endParaRPr>
          </a:p>
        </p:txBody>
      </p:sp>
      <p:sp>
        <p:nvSpPr>
          <p:cNvPr id="5" name="文本占位符 4"/>
          <p:cNvSpPr>
            <a:spLocks noGrp="1"/>
          </p:cNvSpPr>
          <p:nvPr>
            <p:ph type="body" sz="quarter" idx="3" hasCustomPrompt="1"/>
            <p:custDataLst>
              <p:tags r:id="rId5"/>
            </p:custDataLst>
          </p:nvPr>
        </p:nvSpPr>
        <p:spPr>
          <a:xfrm>
            <a:off x="6235750" y="952508"/>
            <a:ext cx="5283242" cy="381003"/>
          </a:xfrm>
        </p:spPr>
        <p:txBody>
          <a:bodyPr vert="horz" lIns="101600" tIns="38100" rIns="76200" bIns="38100" rtlCol="0" anchor="t" anchorCtr="0">
            <a:noAutofit/>
          </a:bodyPr>
          <a:lstStyle>
            <a:lvl1pPr marL="0" marR="0" lvl="0" indent="0" algn="l" defTabSz="914400" rtl="0" eaLnBrk="1" fontAlgn="auto" latinLnBrk="0" hangingPunct="1">
              <a:lnSpc>
                <a:spcPct val="100000"/>
              </a:lnSpc>
              <a:spcBef>
                <a:spcPts val="0"/>
              </a:spcBef>
              <a:spcAft>
                <a:spcPts val="0"/>
              </a:spcAft>
              <a:buFont typeface="Arial" panose="020B0604020202020204" pitchFamily="34" charset="0"/>
              <a:buNone/>
              <a:defRPr kumimoji="0" lang="zh-CN" altLang="en-US" sz="2000" b="0" i="0" u="none" strike="noStrike" kern="1200" cap="none" spc="200" normalizeH="0" baseline="0" noProof="1" dirty="0">
                <a:solidFill>
                  <a:schemeClr val="tx1">
                    <a:lumMod val="75000"/>
                    <a:lumOff val="25000"/>
                  </a:schemeClr>
                </a:solidFill>
                <a:uFillTx/>
                <a:latin typeface="Arial" panose="020B0604020202020204" pitchFamily="34" charset="0"/>
                <a:ea typeface="微软雅黑" panose="020B0503020204020204" charset="-122"/>
                <a:cs typeface="+mn-cs"/>
                <a:sym typeface="+mn-ea"/>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a:sym typeface="+mn-ea"/>
              </a:rPr>
              <a:t>单击此处编辑文本</a:t>
            </a:r>
            <a:endParaRPr>
              <a:sym typeface="+mn-ea"/>
            </a:endParaRPr>
          </a:p>
        </p:txBody>
      </p:sp>
      <p:sp>
        <p:nvSpPr>
          <p:cNvPr id="6" name="内容占位符 5"/>
          <p:cNvSpPr>
            <a:spLocks noGrp="1"/>
          </p:cNvSpPr>
          <p:nvPr>
            <p:ph sz="quarter" idx="4"/>
            <p:custDataLst>
              <p:tags r:id="rId6"/>
            </p:custDataLst>
          </p:nvPr>
        </p:nvSpPr>
        <p:spPr>
          <a:xfrm>
            <a:off x="6235750" y="1406525"/>
            <a:ext cx="5283242" cy="4934752"/>
          </a:xfrm>
        </p:spPr>
        <p:txBody>
          <a:bodyPr vert="horz" lIns="101600" tIns="0" rIns="82550" bIns="0" rtlCol="0">
            <a:no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charset="-122"/>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charset="-122"/>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charset="-122"/>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charset="-122"/>
                <a:cs typeface="+mn-cs"/>
                <a:sym typeface="+mn-ea"/>
              </a:defRPr>
            </a:lvl5pPr>
          </a:lstStyle>
          <a:p>
            <a:pPr lvl="0"/>
            <a:r>
              <a:rPr dirty="0">
                <a:sym typeface="+mn-ea"/>
              </a:rPr>
              <a:t>单击此处编辑母版文本样式</a:t>
            </a:r>
            <a:endParaRPr dirty="0">
              <a:sym typeface="+mn-ea"/>
            </a:endParaRPr>
          </a:p>
          <a:p>
            <a:pPr lvl="1"/>
            <a:r>
              <a:rPr dirty="0">
                <a:sym typeface="+mn-ea"/>
              </a:rPr>
              <a:t>第二级</a:t>
            </a:r>
            <a:endParaRPr dirty="0">
              <a:sym typeface="+mn-ea"/>
            </a:endParaRPr>
          </a:p>
          <a:p>
            <a:pPr lvl="2"/>
            <a:r>
              <a:rPr dirty="0">
                <a:sym typeface="+mn-ea"/>
              </a:rPr>
              <a:t>第三级</a:t>
            </a:r>
            <a:endParaRPr dirty="0">
              <a:sym typeface="+mn-ea"/>
            </a:endParaRPr>
          </a:p>
          <a:p>
            <a:pPr lvl="3"/>
            <a:r>
              <a:rPr dirty="0">
                <a:sym typeface="+mn-ea"/>
              </a:rPr>
              <a:t>第四级</a:t>
            </a:r>
            <a:endParaRPr dirty="0">
              <a:sym typeface="+mn-ea"/>
            </a:endParaRPr>
          </a:p>
          <a:p>
            <a:pPr lvl="4"/>
            <a:r>
              <a:rPr dirty="0">
                <a:sym typeface="+mn-ea"/>
              </a:rPr>
              <a:t>第五级</a:t>
            </a:r>
            <a:endParaRPr dirty="0">
              <a:sym typeface="+mn-ea"/>
            </a:endParaRPr>
          </a:p>
        </p:txBody>
      </p:sp>
      <p:sp>
        <p:nvSpPr>
          <p:cNvPr id="7" name="日期占位符 6"/>
          <p:cNvSpPr>
            <a:spLocks noGrp="1"/>
          </p:cNvSpPr>
          <p:nvPr>
            <p:ph type="dt" sz="half" idx="10"/>
            <p:custDataLst>
              <p:tags r:id="rId7"/>
            </p:custDataLst>
          </p:nvPr>
        </p:nvSpPr>
        <p:spPr/>
        <p:txBody>
          <a:bodyPr/>
          <a:lstStyle/>
          <a:p>
            <a:fld id="{760FBDFE-C587-4B4C-A407-44438C67B59E}" type="datetimeFigureOut">
              <a:rPr lang="zh-CN" altLang="en-US" smtClean="0"/>
            </a:fld>
            <a:endParaRPr lang="zh-CN" altLang="en-US"/>
          </a:p>
        </p:txBody>
      </p:sp>
      <p:sp>
        <p:nvSpPr>
          <p:cNvPr id="8" name="页脚占位符 7"/>
          <p:cNvSpPr>
            <a:spLocks noGrp="1"/>
          </p:cNvSpPr>
          <p:nvPr>
            <p:ph type="ftr" sz="quarter" idx="11"/>
            <p:custDataLst>
              <p:tags r:id="rId8"/>
            </p:custDataLst>
          </p:nvPr>
        </p:nvSpPr>
        <p:spPr/>
        <p:txBody>
          <a:bodyPr/>
          <a:lstStyle/>
          <a:p>
            <a:endParaRPr lang="zh-CN" altLang="en-US"/>
          </a:p>
        </p:txBody>
      </p:sp>
      <p:sp>
        <p:nvSpPr>
          <p:cNvPr id="9" name="灯片编号占位符 8"/>
          <p:cNvSpPr>
            <a:spLocks noGrp="1"/>
          </p:cNvSpPr>
          <p:nvPr>
            <p:ph type="sldNum" sz="quarter" idx="12"/>
            <p:custDataLst>
              <p:tags r:id="rId9"/>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itleOnly" preserve="1">
  <p:cSld name="仅标题">
    <p:bg>
      <p:bgPr>
        <a:solidFill>
          <a:schemeClr val="bg2"/>
        </a:solidFill>
        <a:effectLst/>
      </p:bgPr>
    </p:bg>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p:txBody>
          <a:bodyPr vert="horz" lIns="101600" tIns="38100" rIns="76200" bIns="38100" rtlCol="0" anchor="t" anchorCtr="0">
            <a:noAutofit/>
          </a:bodyPr>
          <a:lstStyle>
            <a:lvl1pPr marL="0" marR="0" lvl="0" algn="l" defTabSz="914400" rtl="0" eaLnBrk="1" fontAlgn="auto" latinLnBrk="0" hangingPunct="1">
              <a:lnSpc>
                <a:spcPct val="100000"/>
              </a:lnSpc>
              <a:buNone/>
              <a:defRPr kumimoji="0" lang="zh-CN" altLang="en-US" sz="2400" b="1" i="0" u="none" strike="noStrike" kern="1200" cap="none" spc="200" normalizeH="0" baseline="0" noProof="1" dirty="0">
                <a:solidFill>
                  <a:schemeClr val="accent1"/>
                </a:solidFill>
                <a:uFillTx/>
                <a:latin typeface="Arial" panose="020B0604020202020204" pitchFamily="34" charset="0"/>
                <a:ea typeface="微软雅黑" panose="020B0503020204020204" charset="-122"/>
                <a:cs typeface="+mj-cs"/>
                <a:sym typeface="+mn-ea"/>
              </a:defRPr>
            </a:lvl1pPr>
          </a:lstStyle>
          <a:p>
            <a:pPr lvl="0"/>
            <a:r>
              <a:rPr>
                <a:sym typeface="+mn-ea"/>
              </a:rPr>
              <a:t>单击此处编辑母版标题样式</a:t>
            </a:r>
            <a:endParaRPr>
              <a:sym typeface="+mn-ea"/>
            </a:endParaRPr>
          </a:p>
        </p:txBody>
      </p:sp>
      <p:sp>
        <p:nvSpPr>
          <p:cNvPr id="3" name="日期占位符 2"/>
          <p:cNvSpPr>
            <a:spLocks noGrp="1"/>
          </p:cNvSpPr>
          <p:nvPr>
            <p:ph type="dt" sz="half" idx="10"/>
            <p:custDataLst>
              <p:tags r:id="rId3"/>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4"/>
            </p:custDataLst>
          </p:nvPr>
        </p:nvSpPr>
        <p:spPr/>
        <p:txBody>
          <a:bodyPr/>
          <a:lstStyle/>
          <a:p>
            <a:endParaRPr lang="zh-CN" altLang="en-US"/>
          </a:p>
        </p:txBody>
      </p:sp>
      <p:sp>
        <p:nvSpPr>
          <p:cNvPr id="5" name="灯片编号占位符 4"/>
          <p:cNvSpPr>
            <a:spLocks noGrp="1"/>
          </p:cNvSpPr>
          <p:nvPr>
            <p:ph type="sldNum" sz="quarter" idx="12"/>
            <p:custDataLst>
              <p:tags r:id="rId5"/>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blank" preserve="1">
  <p:cSld name="空白">
    <p:bg>
      <p:bgPr>
        <a:solidFill>
          <a:schemeClr val="bg2"/>
        </a:solidFill>
        <a:effectLst/>
      </p:bgPr>
    </p:bg>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3" name="页脚占位符 2"/>
          <p:cNvSpPr>
            <a:spLocks noGrp="1"/>
          </p:cNvSpPr>
          <p:nvPr>
            <p:ph type="ftr" sz="quarter" idx="11"/>
            <p:custDataLst>
              <p:tags r:id="rId3"/>
            </p:custDataLst>
          </p:nvPr>
        </p:nvSpPr>
        <p:spPr/>
        <p:txBody>
          <a:bodyPr/>
          <a:lstStyle/>
          <a:p>
            <a:endParaRPr lang="zh-CN" altLang="en-US"/>
          </a:p>
        </p:txBody>
      </p:sp>
      <p:sp>
        <p:nvSpPr>
          <p:cNvPr id="4" name="灯片编号占位符 3"/>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图片与标题">
    <p:bg>
      <p:bgPr>
        <a:solidFill>
          <a:schemeClr val="bg2"/>
        </a:solidFill>
        <a:effectLst/>
      </p:bgPr>
    </p:bg>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69930" y="443234"/>
            <a:ext cx="10852237" cy="441964"/>
          </a:xfrm>
        </p:spPr>
        <p:txBody>
          <a:bodyPr vert="horz" lIns="101600" tIns="38100" rIns="76200" bIns="38100" rtlCol="0" anchor="t" anchorCtr="0">
            <a:noAutofit/>
          </a:bodyPr>
          <a:lstStyle>
            <a:lvl1pPr marL="0" marR="0" lvl="0" algn="l" defTabSz="914400" rtl="0" eaLnBrk="1" fontAlgn="auto" latinLnBrk="0" hangingPunct="1">
              <a:lnSpc>
                <a:spcPct val="100000"/>
              </a:lnSpc>
              <a:buNone/>
              <a:defRPr kumimoji="0" lang="zh-CN" altLang="en-US" sz="2400" b="1" i="0" u="none" strike="noStrike" kern="1200" cap="none" spc="200" normalizeH="0" baseline="0" noProof="1" dirty="0">
                <a:solidFill>
                  <a:schemeClr val="accent1"/>
                </a:solidFill>
                <a:uFillTx/>
                <a:latin typeface="Arial" panose="020B0604020202020204" pitchFamily="34" charset="0"/>
                <a:ea typeface="微软雅黑" panose="020B0503020204020204" charset="-122"/>
                <a:cs typeface="+mj-cs"/>
                <a:sym typeface="+mn-ea"/>
              </a:defRPr>
            </a:lvl1pPr>
          </a:lstStyle>
          <a:p>
            <a:pPr lvl="0"/>
            <a:r>
              <a:rPr dirty="0">
                <a:sym typeface="+mn-ea"/>
              </a:rPr>
              <a:t>单击此处编辑母版标题样式</a:t>
            </a:r>
            <a:endParaRPr dirty="0">
              <a:sym typeface="+mn-ea"/>
            </a:endParaRPr>
          </a:p>
        </p:txBody>
      </p:sp>
      <p:sp>
        <p:nvSpPr>
          <p:cNvPr id="3" name="图片占位符 2"/>
          <p:cNvSpPr>
            <a:spLocks noGrp="1"/>
          </p:cNvSpPr>
          <p:nvPr>
            <p:ph type="pic" idx="1"/>
            <p:custDataLst>
              <p:tags r:id="rId3"/>
            </p:custDataLst>
          </p:nvPr>
        </p:nvSpPr>
        <p:spPr>
          <a:xfrm>
            <a:off x="669930" y="952508"/>
            <a:ext cx="5283242" cy="5388907"/>
          </a:xfrm>
        </p:spPr>
        <p:txBody>
          <a:bodyPr vert="horz" lIns="101600" tIns="0" rIns="82550" bIns="0" rtlCol="0">
            <a:noAutofit/>
          </a:bodyPr>
          <a:lstStyle>
            <a:lvl1pPr marL="0" marR="0" lvl="0" indent="0" algn="l" defTabSz="914400" rtl="0" eaLnBrk="1" fontAlgn="auto" latinLnBrk="0" hangingPunct="1">
              <a:lnSpc>
                <a:spcPct val="130000"/>
              </a:lnSpc>
              <a:spcBef>
                <a:spcPts val="0"/>
              </a:spcBef>
              <a:spcAft>
                <a:spcPts val="1000"/>
              </a:spcAft>
              <a:buFont typeface="Arial" panose="020B0604020202020204" pitchFamily="34" charset="0"/>
              <a:buNone/>
              <a:defRPr kumimoji="0" lang="zh-CN" altLang="en-US" sz="16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solidFill>
                <a:uFillTx/>
                <a:latin typeface="+mn-lt"/>
                <a:ea typeface="+mn-ea"/>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5pPr>
          </a:lstStyle>
          <a:p>
            <a:pPr lvl="0"/>
            <a:endParaRPr dirty="0">
              <a:sym typeface="+mn-ea"/>
            </a:endParaRPr>
          </a:p>
        </p:txBody>
      </p:sp>
      <p:sp>
        <p:nvSpPr>
          <p:cNvPr id="4" name="文本占位符 3"/>
          <p:cNvSpPr>
            <a:spLocks noGrp="1"/>
          </p:cNvSpPr>
          <p:nvPr>
            <p:ph type="body" sz="half" idx="2"/>
            <p:custDataLst>
              <p:tags r:id="rId4"/>
            </p:custDataLst>
          </p:nvPr>
        </p:nvSpPr>
        <p:spPr>
          <a:xfrm>
            <a:off x="6238925" y="952508"/>
            <a:ext cx="5283242" cy="5388907"/>
          </a:xfrm>
        </p:spPr>
        <p:txBody>
          <a:bodyPr vert="horz" lIns="101600" tIns="0" rIns="82550" bIns="0" rtlCol="0">
            <a:norm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charset="-122"/>
                <a:cs typeface="+mn-cs"/>
                <a:sym typeface="+mn-ea"/>
              </a:defRPr>
            </a:lvl1pPr>
          </a:lstStyle>
          <a:p>
            <a:pPr lvl="0"/>
            <a:r>
              <a:rPr>
                <a:sym typeface="+mn-ea"/>
              </a:rPr>
              <a:t>单击此处编辑母版文本样式</a:t>
            </a:r>
            <a:endParaRPr>
              <a:sym typeface="+mn-ea"/>
            </a:endParaRPr>
          </a:p>
        </p:txBody>
      </p:sp>
      <p:sp>
        <p:nvSpPr>
          <p:cNvPr id="5" name="日期占位符 4"/>
          <p:cNvSpPr>
            <a:spLocks noGrp="1"/>
          </p:cNvSpPr>
          <p:nvPr>
            <p:ph type="dt" sz="half" idx="10"/>
            <p:custDataLst>
              <p:tags r:id="rId5"/>
            </p:custDataLst>
          </p:nvPr>
        </p:nvSpPr>
        <p:spPr/>
        <p:txBody>
          <a:bodyPr/>
          <a:lstStyle/>
          <a:p>
            <a:fld id="{9EFD9D74-47D9-4702-A33C-335B63B48DBF}" type="datetimeFigureOut">
              <a:rPr lang="zh-CN" altLang="en-US" smtClean="0"/>
            </a:fld>
            <a:endParaRPr lang="zh-CN" altLang="en-US" dirty="0"/>
          </a:p>
        </p:txBody>
      </p:sp>
      <p:sp>
        <p:nvSpPr>
          <p:cNvPr id="6" name="页脚占位符 5"/>
          <p:cNvSpPr>
            <a:spLocks noGrp="1"/>
          </p:cNvSpPr>
          <p:nvPr>
            <p:ph type="ftr" sz="quarter" idx="11"/>
            <p:custDataLst>
              <p:tags r:id="rId6"/>
            </p:custDataLst>
          </p:nvPr>
        </p:nvSpPr>
        <p:spPr/>
        <p:txBody>
          <a:bodyPr/>
          <a:lstStyle/>
          <a:p>
            <a:endParaRPr lang="zh-CN" altLang="en-US" dirty="0"/>
          </a:p>
        </p:txBody>
      </p:sp>
      <p:sp>
        <p:nvSpPr>
          <p:cNvPr id="7" name="灯片编号占位符 6"/>
          <p:cNvSpPr>
            <a:spLocks noGrp="1"/>
          </p:cNvSpPr>
          <p:nvPr>
            <p:ph type="sldNum" sz="quarter" idx="12"/>
            <p:custDataLst>
              <p:tags r:id="rId7"/>
            </p:custDataLst>
          </p:nvPr>
        </p:nvSpPr>
        <p:spPr/>
        <p:txBody>
          <a:bodyPr/>
          <a:lstStyle/>
          <a:p>
            <a:fld id="{FABC47A4-756D-490B-A52F-7D9E2C9FC05F}" type="slidenum">
              <a:rPr lang="zh-CN" altLang="en-US" smtClean="0"/>
            </a:fld>
            <a:endParaRPr lang="zh-CN" altLang="en-US"/>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vertTitleAndTx" preserve="1">
  <p:cSld name="竖排标题与文本">
    <p:bg>
      <p:bgPr>
        <a:solidFill>
          <a:schemeClr val="bg2"/>
        </a:solidFill>
        <a:effectLst/>
      </p:bgPr>
    </p:bg>
    <p:spTree>
      <p:nvGrpSpPr>
        <p:cNvPr id="1" name=""/>
        <p:cNvGrpSpPr/>
        <p:nvPr/>
      </p:nvGrpSpPr>
      <p:grpSpPr>
        <a:xfrm>
          <a:off x="0" y="0"/>
          <a:ext cx="0" cy="0"/>
          <a:chOff x="0" y="0"/>
          <a:chExt cx="0" cy="0"/>
        </a:xfrm>
      </p:grpSpPr>
      <p:sp>
        <p:nvSpPr>
          <p:cNvPr id="2" name="竖排标题 1"/>
          <p:cNvSpPr>
            <a:spLocks noGrp="1"/>
          </p:cNvSpPr>
          <p:nvPr>
            <p:ph type="title" orient="vert"/>
            <p:custDataLst>
              <p:tags r:id="rId2"/>
            </p:custDataLst>
          </p:nvPr>
        </p:nvSpPr>
        <p:spPr>
          <a:xfrm>
            <a:off x="10571135" y="952508"/>
            <a:ext cx="950984" cy="5388907"/>
          </a:xfrm>
        </p:spPr>
        <p:txBody>
          <a:bodyPr vert="eaVert" lIns="101600" tIns="38100" rIns="76200" bIns="38100" rtlCol="0" anchor="ctr" anchorCtr="0">
            <a:noAutofit/>
          </a:bodyPr>
          <a:lstStyle>
            <a:lvl1pPr marL="0" marR="0" lvl="0" algn="l" defTabSz="914400" rtl="0" eaLnBrk="1" fontAlgn="auto" latinLnBrk="0" hangingPunct="1">
              <a:lnSpc>
                <a:spcPct val="100000"/>
              </a:lnSpc>
              <a:spcAft>
                <a:spcPts val="0"/>
              </a:spcAft>
              <a:buNone/>
              <a:defRPr kumimoji="0" lang="zh-CN" altLang="en-US" sz="2400" b="1" i="0" u="none" strike="noStrike" kern="1200" cap="none" spc="200" normalizeH="0" baseline="0" noProof="1" dirty="0">
                <a:solidFill>
                  <a:schemeClr val="accent1"/>
                </a:solidFill>
                <a:uFillTx/>
                <a:latin typeface="Arial" panose="020B0604020202020204" pitchFamily="34" charset="0"/>
                <a:ea typeface="微软雅黑" panose="020B0503020204020204" charset="-122"/>
                <a:cs typeface="+mj-cs"/>
                <a:sym typeface="+mn-ea"/>
              </a:defRPr>
            </a:lvl1pPr>
          </a:lstStyle>
          <a:p>
            <a:pPr lvl="0"/>
            <a:r>
              <a:rPr>
                <a:sym typeface="+mn-ea"/>
              </a:rPr>
              <a:t>单击此处编辑母版标题样式</a:t>
            </a:r>
            <a:endParaRPr>
              <a:sym typeface="+mn-ea"/>
            </a:endParaRPr>
          </a:p>
        </p:txBody>
      </p:sp>
      <p:sp>
        <p:nvSpPr>
          <p:cNvPr id="3" name="竖排文字占位符 2"/>
          <p:cNvSpPr>
            <a:spLocks noGrp="1"/>
          </p:cNvSpPr>
          <p:nvPr>
            <p:ph type="body" orient="vert" idx="1"/>
            <p:custDataLst>
              <p:tags r:id="rId3"/>
            </p:custDataLst>
          </p:nvPr>
        </p:nvSpPr>
        <p:spPr>
          <a:xfrm>
            <a:off x="669925" y="952500"/>
            <a:ext cx="9828101" cy="5388907"/>
          </a:xfrm>
        </p:spPr>
        <p:txBody>
          <a:bodyPr vert="eaVert"/>
          <a:lstStyle>
            <a:lvl1pPr indent="0" eaLnBrk="1" fontAlgn="auto" latinLnBrk="0" hangingPunct="1">
              <a:defRPr baseline="0">
                <a:solidFill>
                  <a:schemeClr val="tx1">
                    <a:lumMod val="75000"/>
                    <a:lumOff val="25000"/>
                  </a:schemeClr>
                </a:solidFill>
                <a:latin typeface="Arial" panose="020B0604020202020204" pitchFamily="34" charset="0"/>
                <a:ea typeface="微软雅黑" panose="020B0503020204020204" charset="-122"/>
              </a:defRPr>
            </a:lvl1pPr>
            <a:lvl2pPr indent="0" eaLnBrk="1" fontAlgn="auto" latinLnBrk="0" hangingPunct="1">
              <a:defRPr baseline="0">
                <a:solidFill>
                  <a:schemeClr val="tx1">
                    <a:lumMod val="75000"/>
                    <a:lumOff val="25000"/>
                  </a:schemeClr>
                </a:solidFill>
                <a:latin typeface="Arial" panose="020B0604020202020204" pitchFamily="34" charset="0"/>
                <a:ea typeface="微软雅黑" panose="020B0503020204020204" charset="-122"/>
              </a:defRPr>
            </a:lvl2pPr>
            <a:lvl3pPr indent="0" eaLnBrk="1" fontAlgn="auto" latinLnBrk="0" hangingPunct="1">
              <a:defRPr baseline="0">
                <a:solidFill>
                  <a:schemeClr val="tx1">
                    <a:lumMod val="75000"/>
                    <a:lumOff val="25000"/>
                  </a:schemeClr>
                </a:solidFill>
                <a:latin typeface="Arial" panose="020B0604020202020204" pitchFamily="34" charset="0"/>
                <a:ea typeface="微软雅黑" panose="020B0503020204020204" charset="-122"/>
              </a:defRPr>
            </a:lvl3pPr>
            <a:lvl4pPr indent="0" eaLnBrk="1" fontAlgn="auto" latinLnBrk="0" hangingPunct="1">
              <a:defRPr baseline="0">
                <a:solidFill>
                  <a:schemeClr val="tx1">
                    <a:lumMod val="75000"/>
                    <a:lumOff val="25000"/>
                  </a:schemeClr>
                </a:solidFill>
                <a:latin typeface="Arial" panose="020B0604020202020204" pitchFamily="34" charset="0"/>
                <a:ea typeface="微软雅黑" panose="020B0503020204020204" charset="-122"/>
              </a:defRPr>
            </a:lvl4pPr>
            <a:lvl5pPr indent="0" eaLnBrk="1" fontAlgn="auto" latinLnBrk="0" hangingPunct="1">
              <a:defRPr baseline="0">
                <a:solidFill>
                  <a:schemeClr val="tx1">
                    <a:lumMod val="75000"/>
                    <a:lumOff val="25000"/>
                  </a:schemeClr>
                </a:solidFill>
                <a:latin typeface="Arial" panose="020B0604020202020204" pitchFamily="34" charset="0"/>
                <a:ea typeface="微软雅黑" panose="020B0503020204020204" charset="-122"/>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内容">
    <p:bg>
      <p:bgPr>
        <a:solidFill>
          <a:schemeClr val="bg2"/>
        </a:solidFill>
        <a:effectLst/>
      </p:bgPr>
    </p:bg>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
        <p:nvSpPr>
          <p:cNvPr id="7" name="内容占位符 6"/>
          <p:cNvSpPr>
            <a:spLocks noGrp="1"/>
          </p:cNvSpPr>
          <p:nvPr>
            <p:ph sz="quarter" idx="13"/>
            <p:custDataLst>
              <p:tags r:id="rId5"/>
            </p:custDataLst>
          </p:nvPr>
        </p:nvSpPr>
        <p:spPr>
          <a:xfrm>
            <a:off x="669930" y="952508"/>
            <a:ext cx="10852237" cy="5388907"/>
          </a:xfrm>
        </p:spPr>
        <p:txBody>
          <a:bodyPr/>
          <a:lstStyle>
            <a:lvl1pPr>
              <a:defRPr baseline="0">
                <a:solidFill>
                  <a:schemeClr val="tx1">
                    <a:lumMod val="75000"/>
                    <a:lumOff val="25000"/>
                  </a:schemeClr>
                </a:solidFill>
                <a:latin typeface="Arial" panose="020B0604020202020204" pitchFamily="34" charset="0"/>
              </a:defRPr>
            </a:lvl1pPr>
            <a:lvl2pPr>
              <a:defRPr baseline="0">
                <a:solidFill>
                  <a:schemeClr val="tx1">
                    <a:lumMod val="75000"/>
                    <a:lumOff val="25000"/>
                  </a:schemeClr>
                </a:solidFill>
                <a:latin typeface="Arial" panose="020B0604020202020204" pitchFamily="34" charset="0"/>
              </a:defRPr>
            </a:lvl2pPr>
            <a:lvl3pPr>
              <a:defRPr baseline="0">
                <a:solidFill>
                  <a:schemeClr val="tx1">
                    <a:lumMod val="75000"/>
                    <a:lumOff val="25000"/>
                  </a:schemeClr>
                </a:solidFill>
                <a:latin typeface="Arial" panose="020B0604020202020204" pitchFamily="34" charset="0"/>
              </a:defRPr>
            </a:lvl3pPr>
            <a:lvl4pPr>
              <a:defRPr baseline="0">
                <a:solidFill>
                  <a:schemeClr val="tx1">
                    <a:lumMod val="75000"/>
                    <a:lumOff val="25000"/>
                  </a:schemeClr>
                </a:solidFill>
                <a:latin typeface="Arial" panose="020B0604020202020204" pitchFamily="34" charset="0"/>
              </a:defRPr>
            </a:lvl4pPr>
            <a:lvl5pPr>
              <a:defRPr baseline="0">
                <a:solidFill>
                  <a:schemeClr val="tx1">
                    <a:lumMod val="75000"/>
                    <a:lumOff val="25000"/>
                  </a:schemeClr>
                </a:solidFill>
                <a:latin typeface="Arial" panose="020B0604020202020204" pitchFamily="34" charset="0"/>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末尾幻灯片">
    <p:bg>
      <p:bgPr>
        <a:solidFill>
          <a:schemeClr val="bg2"/>
        </a:solidFill>
        <a:effectLst/>
      </p:bgPr>
    </p:bg>
    <p:spTree>
      <p:nvGrpSpPr>
        <p:cNvPr id="1" name=""/>
        <p:cNvGrpSpPr/>
        <p:nvPr/>
      </p:nvGrpSpPr>
      <p:grpSpPr>
        <a:xfrm>
          <a:off x="0" y="0"/>
          <a:ext cx="0" cy="0"/>
          <a:chOff x="0" y="0"/>
          <a:chExt cx="0" cy="0"/>
        </a:xfrm>
      </p:grpSpPr>
      <p:sp>
        <p:nvSpPr>
          <p:cNvPr id="6" name="矩形 5"/>
          <p:cNvSpPr/>
          <p:nvPr userDrawn="1">
            <p:custDataLst>
              <p:tags r:id="rId2"/>
            </p:custDataLst>
          </p:nvPr>
        </p:nvSpPr>
        <p:spPr>
          <a:xfrm>
            <a:off x="266065" y="313690"/>
            <a:ext cx="11683365" cy="5634990"/>
          </a:xfrm>
          <a:prstGeom prst="rect">
            <a:avLst/>
          </a:prstGeom>
          <a:solidFill>
            <a:schemeClr val="tx2"/>
          </a:solidFill>
          <a:ln w="28575" cmpd="sng">
            <a:no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highlight>
                <a:srgbClr val="1171F1"/>
              </a:highlight>
            </a:endParaRPr>
          </a:p>
        </p:txBody>
      </p:sp>
      <p:sp>
        <p:nvSpPr>
          <p:cNvPr id="9" name="矩形 8"/>
          <p:cNvSpPr/>
          <p:nvPr userDrawn="1">
            <p:custDataLst>
              <p:tags r:id="rId3"/>
            </p:custDataLst>
          </p:nvPr>
        </p:nvSpPr>
        <p:spPr>
          <a:xfrm>
            <a:off x="1422400" y="4064000"/>
            <a:ext cx="5283200" cy="12700"/>
          </a:xfrm>
          <a:prstGeom prst="rect">
            <a:avLst/>
          </a:prstGeom>
          <a:solidFill>
            <a:schemeClr val="accent1">
              <a:lumMod val="50000"/>
              <a:alpha val="1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任意形状 8"/>
          <p:cNvSpPr/>
          <p:nvPr userDrawn="1">
            <p:custDataLst>
              <p:tags r:id="rId4"/>
            </p:custDataLst>
          </p:nvPr>
        </p:nvSpPr>
        <p:spPr>
          <a:xfrm>
            <a:off x="9480712" y="313004"/>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gs>
              <a:gs pos="100000">
                <a:schemeClr val="tx2">
                  <a:lumMod val="90000"/>
                  <a:alpha val="24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dirty="0">
              <a:highlight>
                <a:srgbClr val="1171F1"/>
              </a:highlight>
            </a:endParaRPr>
          </a:p>
        </p:txBody>
      </p:sp>
      <p:sp>
        <p:nvSpPr>
          <p:cNvPr id="8" name="任意形状 9"/>
          <p:cNvSpPr/>
          <p:nvPr userDrawn="1">
            <p:custDataLst>
              <p:tags r:id="rId5"/>
            </p:custDataLst>
          </p:nvPr>
        </p:nvSpPr>
        <p:spPr>
          <a:xfrm rot="10800000">
            <a:off x="261015" y="4113028"/>
            <a:ext cx="1887415" cy="184012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99000">
                <a:schemeClr val="bg2"/>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dirty="0">
              <a:highlight>
                <a:srgbClr val="1171F1"/>
              </a:highlight>
            </a:endParaRPr>
          </a:p>
        </p:txBody>
      </p:sp>
      <p:sp>
        <p:nvSpPr>
          <p:cNvPr id="2" name="标题 1"/>
          <p:cNvSpPr>
            <a:spLocks noGrp="1"/>
          </p:cNvSpPr>
          <p:nvPr>
            <p:ph type="title" hasCustomPrompt="1"/>
            <p:custDataLst>
              <p:tags r:id="rId6"/>
            </p:custDataLst>
          </p:nvPr>
        </p:nvSpPr>
        <p:spPr>
          <a:xfrm>
            <a:off x="1320799" y="2376714"/>
            <a:ext cx="6653601" cy="1607337"/>
          </a:xfrm>
        </p:spPr>
        <p:txBody>
          <a:bodyPr vert="horz" lIns="91440" tIns="45720" rIns="91440" bIns="0" rtlCol="0" anchor="b" anchorCtr="0">
            <a:normAutofit/>
          </a:bodyPr>
          <a:lstStyle>
            <a:lvl1pPr marL="0" marR="0" algn="l" defTabSz="914400" rtl="0" eaLnBrk="1" fontAlgn="auto" latinLnBrk="0" hangingPunct="1">
              <a:lnSpc>
                <a:spcPct val="100000"/>
              </a:lnSpc>
              <a:buNone/>
              <a:defRPr kumimoji="0" lang="zh-CN" altLang="en-US" sz="9600" b="1" i="0" u="none" strike="noStrike" kern="1200" cap="none" spc="600" normalizeH="0" baseline="0" noProof="1" dirty="0">
                <a:solidFill>
                  <a:schemeClr val="accent1"/>
                </a:solidFill>
                <a:uFillTx/>
                <a:latin typeface="Arial" panose="020B0604020202020204" pitchFamily="34" charset="0"/>
                <a:ea typeface="微软雅黑" panose="020B0503020204020204" charset="-122"/>
                <a:cs typeface="+mj-cs"/>
                <a:sym typeface="+mn-ea"/>
              </a:defRPr>
            </a:lvl1pPr>
          </a:lstStyle>
          <a:p>
            <a:pPr lvl="0"/>
            <a:r>
              <a:rPr dirty="0">
                <a:sym typeface="+mn-ea"/>
              </a:rPr>
              <a:t>编辑标题</a:t>
            </a:r>
            <a:endParaRPr dirty="0">
              <a:sym typeface="+mn-ea"/>
            </a:endParaRPr>
          </a:p>
        </p:txBody>
      </p:sp>
      <p:sp>
        <p:nvSpPr>
          <p:cNvPr id="3" name="日期占位符 2"/>
          <p:cNvSpPr>
            <a:spLocks noGrp="1"/>
          </p:cNvSpPr>
          <p:nvPr>
            <p:ph type="dt" sz="half" idx="10"/>
            <p:custDataLst>
              <p:tags r:id="rId7"/>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8"/>
            </p:custDataLst>
          </p:nvPr>
        </p:nvSpPr>
        <p:spPr/>
        <p:txBody>
          <a:bodyPr/>
          <a:lstStyle/>
          <a:p>
            <a:endParaRPr lang="zh-CN" altLang="en-US"/>
          </a:p>
        </p:txBody>
      </p:sp>
      <p:sp>
        <p:nvSpPr>
          <p:cNvPr id="5" name="灯片编号占位符 4"/>
          <p:cNvSpPr>
            <a:spLocks noGrp="1"/>
          </p:cNvSpPr>
          <p:nvPr>
            <p:ph type="sldNum" sz="quarter" idx="12"/>
            <p:custDataLst>
              <p:tags r:id="rId9"/>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通用">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2"/>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dirty="0">
              <a:highlight>
                <a:srgbClr val="1171F1"/>
              </a:highlight>
            </a:endParaRPr>
          </a:p>
        </p:txBody>
      </p:sp>
      <p:sp>
        <p:nvSpPr>
          <p:cNvPr id="6" name="任意形状 8"/>
          <p:cNvSpPr/>
          <p:nvPr userDrawn="1">
            <p:custDataLst>
              <p:tags r:id="rId3"/>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dirty="0">
              <a:highlight>
                <a:srgbClr val="1171F1"/>
              </a:highlight>
            </a:endParaRPr>
          </a:p>
        </p:txBody>
      </p:sp>
      <p:sp>
        <p:nvSpPr>
          <p:cNvPr id="2" name="标题 1"/>
          <p:cNvSpPr>
            <a:spLocks noGrp="1"/>
          </p:cNvSpPr>
          <p:nvPr>
            <p:ph type="title"/>
            <p:custDataLst>
              <p:tags r:id="rId4"/>
            </p:custDataLst>
          </p:nvPr>
        </p:nvSpPr>
        <p:spPr/>
        <p:txBody>
          <a:bodyPr>
            <a:normAutofit/>
          </a:bodyPr>
          <a:lstStyle>
            <a:lvl1pPr>
              <a:defRPr baseline="0">
                <a:latin typeface="Arial" panose="020B0604020202020204" pitchFamily="34" charset="0"/>
                <a:ea typeface="微软雅黑" panose="020B0503020204020204" charset="-122"/>
              </a:defRPr>
            </a:lvl1pPr>
          </a:lstStyle>
          <a:p>
            <a:r>
              <a:rPr lang="zh-CN" altLang="en-US" dirty="0"/>
              <a:t>单击此处编辑母版标题样式</a:t>
            </a:r>
            <a:endParaRPr lang="zh-CN" altLang="en-US" dirty="0"/>
          </a:p>
        </p:txBody>
      </p:sp>
      <p:sp>
        <p:nvSpPr>
          <p:cNvPr id="3" name="日期占位符 2"/>
          <p:cNvSpPr>
            <a:spLocks noGrp="1"/>
          </p:cNvSpPr>
          <p:nvPr>
            <p:ph type="dt" sz="half" idx="10"/>
            <p:custDataLst>
              <p:tags r:id="rId5"/>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6"/>
            </p:custDataLst>
          </p:nvPr>
        </p:nvSpPr>
        <p:spPr/>
        <p:txBody>
          <a:bodyPr/>
          <a:lstStyle/>
          <a:p>
            <a:endParaRPr lang="zh-CN" altLang="en-US" dirty="0"/>
          </a:p>
        </p:txBody>
      </p:sp>
      <p:sp>
        <p:nvSpPr>
          <p:cNvPr id="5" name="灯片编号占位符 4"/>
          <p:cNvSpPr>
            <a:spLocks noGrp="1"/>
          </p:cNvSpPr>
          <p:nvPr>
            <p:ph type="sldNum" sz="quarter" idx="12"/>
            <p:custDataLst>
              <p:tags r:id="rId7"/>
            </p:custDataLst>
          </p:nvPr>
        </p:nvSpPr>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相框">
    <p:bg>
      <p:bgPr>
        <a:solidFill>
          <a:schemeClr val="tx2"/>
        </a:solidFill>
        <a:effectLst/>
      </p:bgPr>
    </p:bg>
    <p:spTree>
      <p:nvGrpSpPr>
        <p:cNvPr id="1" name=""/>
        <p:cNvGrpSpPr/>
        <p:nvPr/>
      </p:nvGrpSpPr>
      <p:grpSpPr>
        <a:xfrm>
          <a:off x="0" y="0"/>
          <a:ext cx="0" cy="0"/>
          <a:chOff x="0" y="0"/>
          <a:chExt cx="0" cy="0"/>
        </a:xfrm>
      </p:grpSpPr>
      <p:sp>
        <p:nvSpPr>
          <p:cNvPr id="11" name="矩形 10"/>
          <p:cNvSpPr/>
          <p:nvPr userDrawn="1">
            <p:custDataLst>
              <p:tags r:id="rId2"/>
            </p:custDataLst>
          </p:nvPr>
        </p:nvSpPr>
        <p:spPr>
          <a:xfrm>
            <a:off x="0" y="0"/>
            <a:ext cx="12192635"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userDrawn="1">
            <p:custDataLst>
              <p:tags r:id="rId3"/>
            </p:custDataLst>
          </p:nvPr>
        </p:nvSpPr>
        <p:spPr>
          <a:xfrm>
            <a:off x="292800" y="304200"/>
            <a:ext cx="11606400" cy="62496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title" hasCustomPrompt="1"/>
            <p:custDataLst>
              <p:tags r:id="rId4"/>
            </p:custDataLst>
          </p:nvPr>
        </p:nvSpPr>
        <p:spPr>
          <a:xfrm>
            <a:off x="1281600" y="1249200"/>
            <a:ext cx="9626400" cy="723600"/>
          </a:xfrm>
        </p:spPr>
        <p:txBody>
          <a:bodyPr anchor="ctr">
            <a:normAutofit/>
          </a:bodyPr>
          <a:lstStyle>
            <a:lvl1pPr>
              <a:defRPr sz="3200" baseline="0">
                <a:solidFill>
                  <a:schemeClr val="accent1"/>
                </a:solidFill>
                <a:latin typeface="Arial" panose="020B0604020202020204" pitchFamily="34" charset="0"/>
                <a:ea typeface="微软雅黑" panose="020B0503020204020204" charset="-122"/>
              </a:defRPr>
            </a:lvl1pPr>
          </a:lstStyle>
          <a:p>
            <a:r>
              <a:rPr lang="zh-CN" altLang="en-US" dirty="0"/>
              <a:t>单击此处编辑标题</a:t>
            </a:r>
            <a:endParaRPr lang="zh-CN" altLang="en-US" dirty="0"/>
          </a:p>
        </p:txBody>
      </p:sp>
      <p:sp>
        <p:nvSpPr>
          <p:cNvPr id="7" name="内容占位符 6"/>
          <p:cNvSpPr>
            <a:spLocks noGrp="1"/>
          </p:cNvSpPr>
          <p:nvPr>
            <p:ph sz="quarter" idx="13"/>
            <p:custDataLst>
              <p:tags r:id="rId5"/>
            </p:custDataLst>
          </p:nvPr>
        </p:nvSpPr>
        <p:spPr>
          <a:xfrm>
            <a:off x="1281113" y="2163600"/>
            <a:ext cx="9626600" cy="3445200"/>
          </a:xfrm>
        </p:spPr>
        <p:txBody>
          <a:bodyPr/>
          <a:lstStyle>
            <a:lvl1pPr>
              <a:defRPr baseline="0">
                <a:solidFill>
                  <a:schemeClr val="tx1">
                    <a:lumMod val="75000"/>
                    <a:lumOff val="25000"/>
                  </a:schemeClr>
                </a:solidFill>
                <a:latin typeface="Arial" panose="020B0604020202020204" pitchFamily="34" charset="0"/>
                <a:ea typeface="微软雅黑" panose="020B0503020204020204" charset="-122"/>
              </a:defRPr>
            </a:lvl1pPr>
            <a:lvl2pPr>
              <a:defRPr baseline="0">
                <a:solidFill>
                  <a:schemeClr val="tx1">
                    <a:lumMod val="75000"/>
                    <a:lumOff val="25000"/>
                  </a:schemeClr>
                </a:solidFill>
                <a:latin typeface="Arial" panose="020B0604020202020204" pitchFamily="34" charset="0"/>
                <a:ea typeface="微软雅黑" panose="020B0503020204020204" charset="-122"/>
              </a:defRPr>
            </a:lvl2pPr>
            <a:lvl3pPr>
              <a:defRPr baseline="0">
                <a:solidFill>
                  <a:schemeClr val="tx1">
                    <a:lumMod val="75000"/>
                    <a:lumOff val="25000"/>
                  </a:schemeClr>
                </a:solidFill>
                <a:latin typeface="Arial" panose="020B0604020202020204" pitchFamily="34" charset="0"/>
                <a:ea typeface="微软雅黑" panose="020B0503020204020204" charset="-122"/>
              </a:defRPr>
            </a:lvl3pPr>
            <a:lvl4pPr>
              <a:defRPr baseline="0">
                <a:solidFill>
                  <a:schemeClr val="tx1">
                    <a:lumMod val="75000"/>
                    <a:lumOff val="25000"/>
                  </a:schemeClr>
                </a:solidFill>
                <a:latin typeface="Arial" panose="020B0604020202020204" pitchFamily="34" charset="0"/>
                <a:ea typeface="微软雅黑" panose="020B0503020204020204" charset="-122"/>
              </a:defRPr>
            </a:lvl4pPr>
            <a:lvl5pPr>
              <a:defRPr baseline="0">
                <a:solidFill>
                  <a:schemeClr val="tx1">
                    <a:lumMod val="75000"/>
                    <a:lumOff val="25000"/>
                  </a:schemeClr>
                </a:solidFill>
                <a:latin typeface="Arial" panose="020B0604020202020204" pitchFamily="34" charset="0"/>
                <a:ea typeface="微软雅黑" panose="020B0503020204020204" charset="-122"/>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3" name="日期占位符 2"/>
          <p:cNvSpPr>
            <a:spLocks noGrp="1"/>
          </p:cNvSpPr>
          <p:nvPr>
            <p:ph type="dt" sz="half" idx="10"/>
            <p:custDataLst>
              <p:tags r:id="rId6"/>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7"/>
            </p:custDataLst>
          </p:nvPr>
        </p:nvSpPr>
        <p:spPr/>
        <p:txBody>
          <a:bodyPr/>
          <a:lstStyle/>
          <a:p>
            <a:endParaRPr lang="zh-CN" altLang="en-US" dirty="0"/>
          </a:p>
        </p:txBody>
      </p:sp>
      <p:sp>
        <p:nvSpPr>
          <p:cNvPr id="5" name="灯片编号占位符 4"/>
          <p:cNvSpPr>
            <a:spLocks noGrp="1"/>
          </p:cNvSpPr>
          <p:nvPr>
            <p:ph type="sldNum" sz="quarter" idx="12"/>
            <p:custDataLst>
              <p:tags r:id="rId8"/>
            </p:custDataLst>
          </p:nvPr>
        </p:nvSpPr>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左右">
    <p:bg>
      <p:bgPr>
        <a:solidFill>
          <a:schemeClr val="bg2"/>
        </a:solidFill>
        <a:effectLst/>
      </p:bgPr>
    </p:bg>
    <p:spTree>
      <p:nvGrpSpPr>
        <p:cNvPr id="1" name=""/>
        <p:cNvGrpSpPr/>
        <p:nvPr/>
      </p:nvGrpSpPr>
      <p:grpSpPr>
        <a:xfrm>
          <a:off x="0" y="0"/>
          <a:ext cx="0" cy="0"/>
          <a:chOff x="0" y="0"/>
          <a:chExt cx="0" cy="0"/>
        </a:xfrm>
      </p:grpSpPr>
      <p:sp>
        <p:nvSpPr>
          <p:cNvPr id="8" name="矩形 7"/>
          <p:cNvSpPr/>
          <p:nvPr userDrawn="1">
            <p:custDataLst>
              <p:tags r:id="rId2"/>
            </p:custDataLst>
          </p:nvPr>
        </p:nvSpPr>
        <p:spPr>
          <a:xfrm>
            <a:off x="0" y="0"/>
            <a:ext cx="4823460" cy="6866255"/>
          </a:xfrm>
          <a:prstGeom prst="rect">
            <a:avLst/>
          </a:prstGeom>
          <a:solidFill>
            <a:schemeClr val="tx2">
              <a:alpha val="7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dirty="0">
              <a:sym typeface="+mn-ea"/>
            </a:endParaRPr>
          </a:p>
        </p:txBody>
      </p:sp>
      <p:sp>
        <p:nvSpPr>
          <p:cNvPr id="6" name="任意形状 8"/>
          <p:cNvSpPr/>
          <p:nvPr userDrawn="1">
            <p:custDataLst>
              <p:tags r:id="rId3"/>
            </p:custDataLst>
          </p:nvPr>
        </p:nvSpPr>
        <p:spPr>
          <a:xfrm rot="16200000">
            <a:off x="-21591" y="25773"/>
            <a:ext cx="1741805" cy="1698625"/>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gs>
              <a:gs pos="100000">
                <a:schemeClr val="tx2">
                  <a:lumMod val="90000"/>
                  <a:alpha val="24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dirty="0">
              <a:highlight>
                <a:srgbClr val="1171F1"/>
              </a:highlight>
            </a:endParaRPr>
          </a:p>
        </p:txBody>
      </p:sp>
      <p:sp>
        <p:nvSpPr>
          <p:cNvPr id="10" name="任意形状 9"/>
          <p:cNvSpPr/>
          <p:nvPr userDrawn="1">
            <p:custDataLst>
              <p:tags r:id="rId4"/>
            </p:custDataLst>
          </p:nvPr>
        </p:nvSpPr>
        <p:spPr>
          <a:xfrm rot="10800000">
            <a:off x="0" y="5913755"/>
            <a:ext cx="976630" cy="95250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tx2">
                  <a:lumMod val="90000"/>
                  <a:alpha val="24000"/>
                </a:schemeClr>
              </a:gs>
              <a:gs pos="100000">
                <a:schemeClr val="bg2"/>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dirty="0">
              <a:highlight>
                <a:srgbClr val="1171F1"/>
              </a:highlight>
            </a:endParaRPr>
          </a:p>
        </p:txBody>
      </p:sp>
      <p:sp>
        <p:nvSpPr>
          <p:cNvPr id="2" name="标题 1"/>
          <p:cNvSpPr>
            <a:spLocks noGrp="1"/>
          </p:cNvSpPr>
          <p:nvPr>
            <p:ph type="title" hasCustomPrompt="1"/>
            <p:custDataLst>
              <p:tags r:id="rId5"/>
            </p:custDataLst>
          </p:nvPr>
        </p:nvSpPr>
        <p:spPr>
          <a:xfrm>
            <a:off x="583200" y="770400"/>
            <a:ext cx="3960000" cy="882000"/>
          </a:xfrm>
        </p:spPr>
        <p:txBody>
          <a:bodyPr anchor="ctr">
            <a:normAutofit/>
          </a:bodyPr>
          <a:lstStyle>
            <a:lvl1pPr>
              <a:defRPr sz="3600" baseline="0">
                <a:solidFill>
                  <a:schemeClr val="accent1"/>
                </a:solidFill>
                <a:latin typeface="Arial" panose="020B0604020202020204" pitchFamily="34" charset="0"/>
                <a:ea typeface="微软雅黑" panose="020B0503020204020204" charset="-122"/>
              </a:defRPr>
            </a:lvl1pPr>
          </a:lstStyle>
          <a:p>
            <a:r>
              <a:rPr lang="zh-CN" altLang="en-US" dirty="0"/>
              <a:t>单击编辑标题</a:t>
            </a:r>
            <a:endParaRPr lang="zh-CN" altLang="en-US" dirty="0"/>
          </a:p>
        </p:txBody>
      </p:sp>
      <p:sp>
        <p:nvSpPr>
          <p:cNvPr id="3" name="日期占位符 2"/>
          <p:cNvSpPr>
            <a:spLocks noGrp="1"/>
          </p:cNvSpPr>
          <p:nvPr>
            <p:ph type="dt" sz="half" idx="10"/>
            <p:custDataLst>
              <p:tags r:id="rId6"/>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7"/>
            </p:custDataLst>
          </p:nvPr>
        </p:nvSpPr>
        <p:spPr/>
        <p:txBody>
          <a:bodyPr/>
          <a:lstStyle/>
          <a:p>
            <a:endParaRPr lang="zh-CN" altLang="en-US" dirty="0"/>
          </a:p>
        </p:txBody>
      </p:sp>
      <p:sp>
        <p:nvSpPr>
          <p:cNvPr id="5" name="灯片编号占位符 4"/>
          <p:cNvSpPr>
            <a:spLocks noGrp="1"/>
          </p:cNvSpPr>
          <p:nvPr>
            <p:ph type="sldNum" sz="quarter" idx="12"/>
            <p:custDataLst>
              <p:tags r:id="rId8"/>
            </p:custDataLst>
          </p:nvPr>
        </p:nvSpPr>
        <p:spPr/>
        <p:txBody>
          <a:bodyPr/>
          <a:lstStyle/>
          <a:p>
            <a:fld id="{49AE70B2-8BF9-45C0-BB95-33D1B9D3A854}" type="slidenum">
              <a:rPr lang="zh-CN" altLang="en-US" smtClean="0"/>
            </a:fld>
            <a:endParaRPr lang="zh-CN" altLang="en-US" dirty="0"/>
          </a:p>
        </p:txBody>
      </p:sp>
      <p:sp>
        <p:nvSpPr>
          <p:cNvPr id="7" name="文本占位符 6"/>
          <p:cNvSpPr>
            <a:spLocks noGrp="1"/>
          </p:cNvSpPr>
          <p:nvPr>
            <p:ph type="body" sz="quarter" idx="13"/>
            <p:custDataLst>
              <p:tags r:id="rId9"/>
            </p:custDataLst>
          </p:nvPr>
        </p:nvSpPr>
        <p:spPr>
          <a:xfrm>
            <a:off x="586800" y="1764000"/>
            <a:ext cx="3956400" cy="4093200"/>
          </a:xfrm>
        </p:spPr>
        <p:txBody>
          <a:bodyPr/>
          <a:lstStyle>
            <a:lvl1pPr>
              <a:defRPr baseline="0">
                <a:solidFill>
                  <a:schemeClr val="tx1">
                    <a:lumMod val="75000"/>
                    <a:lumOff val="25000"/>
                  </a:schemeClr>
                </a:solidFill>
                <a:latin typeface="Arial" panose="020B0604020202020204" pitchFamily="34" charset="0"/>
                <a:ea typeface="微软雅黑" panose="020B0503020204020204" charset="-122"/>
              </a:defRPr>
            </a:lvl1pPr>
            <a:lvl2pPr>
              <a:defRPr baseline="0">
                <a:solidFill>
                  <a:schemeClr val="tx1">
                    <a:lumMod val="75000"/>
                    <a:lumOff val="25000"/>
                  </a:schemeClr>
                </a:solidFill>
                <a:latin typeface="Arial" panose="020B0604020202020204" pitchFamily="34" charset="0"/>
                <a:ea typeface="微软雅黑" panose="020B0503020204020204" charset="-122"/>
              </a:defRPr>
            </a:lvl2pPr>
            <a:lvl3pPr>
              <a:defRPr baseline="0">
                <a:solidFill>
                  <a:schemeClr val="tx1">
                    <a:lumMod val="75000"/>
                    <a:lumOff val="25000"/>
                  </a:schemeClr>
                </a:solidFill>
                <a:latin typeface="Arial" panose="020B0604020202020204" pitchFamily="34" charset="0"/>
                <a:ea typeface="微软雅黑" panose="020B0503020204020204" charset="-122"/>
              </a:defRPr>
            </a:lvl3pPr>
            <a:lvl4pPr>
              <a:defRPr baseline="0">
                <a:solidFill>
                  <a:schemeClr val="tx1">
                    <a:lumMod val="75000"/>
                    <a:lumOff val="25000"/>
                  </a:schemeClr>
                </a:solidFill>
                <a:latin typeface="Arial" panose="020B0604020202020204" pitchFamily="34" charset="0"/>
                <a:ea typeface="微软雅黑" panose="020B0503020204020204" charset="-122"/>
              </a:defRPr>
            </a:lvl4pPr>
            <a:lvl5pPr>
              <a:defRPr baseline="0">
                <a:solidFill>
                  <a:schemeClr val="tx1">
                    <a:lumMod val="75000"/>
                    <a:lumOff val="25000"/>
                  </a:schemeClr>
                </a:solidFill>
                <a:latin typeface="Arial" panose="020B0604020202020204" pitchFamily="34" charset="0"/>
                <a:ea typeface="微软雅黑" panose="020B0503020204020204" charset="-122"/>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9" name="内容占位符 8"/>
          <p:cNvSpPr>
            <a:spLocks noGrp="1"/>
          </p:cNvSpPr>
          <p:nvPr>
            <p:ph sz="quarter" idx="14"/>
            <p:custDataLst>
              <p:tags r:id="rId10"/>
            </p:custDataLst>
          </p:nvPr>
        </p:nvSpPr>
        <p:spPr>
          <a:xfrm>
            <a:off x="5101200" y="769938"/>
            <a:ext cx="6480000" cy="5087937"/>
          </a:xfrm>
        </p:spPr>
        <p:txBody>
          <a:bodyPr/>
          <a:lstStyle>
            <a:lvl1pPr>
              <a:defRPr baseline="0">
                <a:solidFill>
                  <a:schemeClr val="tx1">
                    <a:lumMod val="75000"/>
                    <a:lumOff val="25000"/>
                  </a:schemeClr>
                </a:solidFill>
                <a:latin typeface="Arial" panose="020B0604020202020204" pitchFamily="34" charset="0"/>
                <a:ea typeface="微软雅黑" panose="020B0503020204020204" charset="-122"/>
              </a:defRPr>
            </a:lvl1pPr>
            <a:lvl2pPr>
              <a:defRPr baseline="0">
                <a:solidFill>
                  <a:schemeClr val="tx1">
                    <a:lumMod val="75000"/>
                    <a:lumOff val="25000"/>
                  </a:schemeClr>
                </a:solidFill>
                <a:latin typeface="Arial" panose="020B0604020202020204" pitchFamily="34" charset="0"/>
                <a:ea typeface="微软雅黑" panose="020B0503020204020204" charset="-122"/>
              </a:defRPr>
            </a:lvl2pPr>
            <a:lvl3pPr>
              <a:defRPr baseline="0">
                <a:solidFill>
                  <a:schemeClr val="tx1">
                    <a:lumMod val="75000"/>
                    <a:lumOff val="25000"/>
                  </a:schemeClr>
                </a:solidFill>
                <a:latin typeface="Arial" panose="020B0604020202020204" pitchFamily="34" charset="0"/>
                <a:ea typeface="微软雅黑" panose="020B0503020204020204" charset="-122"/>
              </a:defRPr>
            </a:lvl3pPr>
            <a:lvl4pPr>
              <a:defRPr baseline="0">
                <a:solidFill>
                  <a:schemeClr val="tx1">
                    <a:lumMod val="75000"/>
                    <a:lumOff val="25000"/>
                  </a:schemeClr>
                </a:solidFill>
                <a:latin typeface="Arial" panose="020B0604020202020204" pitchFamily="34" charset="0"/>
                <a:ea typeface="微软雅黑" panose="020B0503020204020204" charset="-122"/>
              </a:defRPr>
            </a:lvl4pPr>
            <a:lvl5pPr>
              <a:defRPr baseline="0">
                <a:solidFill>
                  <a:schemeClr val="tx1">
                    <a:lumMod val="75000"/>
                    <a:lumOff val="25000"/>
                  </a:schemeClr>
                </a:solidFill>
                <a:latin typeface="Arial" panose="020B0604020202020204" pitchFamily="34" charset="0"/>
                <a:ea typeface="微软雅黑" panose="020B0503020204020204" charset="-122"/>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上下">
    <p:bg>
      <p:bgPr>
        <a:solidFill>
          <a:schemeClr val="bg2"/>
        </a:solidFill>
        <a:effectLst/>
      </p:bgPr>
    </p:bg>
    <p:spTree>
      <p:nvGrpSpPr>
        <p:cNvPr id="1" name=""/>
        <p:cNvGrpSpPr/>
        <p:nvPr/>
      </p:nvGrpSpPr>
      <p:grpSpPr>
        <a:xfrm>
          <a:off x="0" y="0"/>
          <a:ext cx="0" cy="0"/>
          <a:chOff x="0" y="0"/>
          <a:chExt cx="0" cy="0"/>
        </a:xfrm>
      </p:grpSpPr>
      <p:sp>
        <p:nvSpPr>
          <p:cNvPr id="10" name="矩形 9"/>
          <p:cNvSpPr/>
          <p:nvPr userDrawn="1">
            <p:custDataLst>
              <p:tags r:id="rId2"/>
            </p:custDataLst>
          </p:nvPr>
        </p:nvSpPr>
        <p:spPr>
          <a:xfrm>
            <a:off x="0" y="0"/>
            <a:ext cx="12192000" cy="2663825"/>
          </a:xfrm>
          <a:prstGeom prst="rect">
            <a:avLst/>
          </a:prstGeom>
          <a:solidFill>
            <a:schemeClr val="tx2">
              <a:alpha val="7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a:sym typeface="+mn-ea"/>
            </a:endParaRPr>
          </a:p>
        </p:txBody>
      </p:sp>
      <p:sp>
        <p:nvSpPr>
          <p:cNvPr id="8" name="任意形状 9"/>
          <p:cNvSpPr/>
          <p:nvPr userDrawn="1">
            <p:custDataLst>
              <p:tags r:id="rId3"/>
            </p:custDataLst>
          </p:nvPr>
        </p:nvSpPr>
        <p:spPr>
          <a:xfrm rot="16200000">
            <a:off x="-18383" y="15240"/>
            <a:ext cx="1243965" cy="1213485"/>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tx2">
                  <a:lumMod val="90000"/>
                  <a:alpha val="24000"/>
                </a:schemeClr>
              </a:gs>
              <a:gs pos="100000">
                <a:schemeClr val="bg2"/>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dirty="0">
              <a:highlight>
                <a:srgbClr val="1171F1"/>
              </a:highlight>
            </a:endParaRPr>
          </a:p>
        </p:txBody>
      </p:sp>
      <p:sp>
        <p:nvSpPr>
          <p:cNvPr id="6" name="任意形状 8"/>
          <p:cNvSpPr/>
          <p:nvPr userDrawn="1">
            <p:custDataLst>
              <p:tags r:id="rId4"/>
            </p:custDataLst>
          </p:nvPr>
        </p:nvSpPr>
        <p:spPr>
          <a:xfrm>
            <a:off x="10344785" y="0"/>
            <a:ext cx="1847215" cy="1801495"/>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gs>
              <a:gs pos="100000">
                <a:schemeClr val="tx2">
                  <a:lumMod val="90000"/>
                  <a:alpha val="24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dirty="0">
              <a:highlight>
                <a:srgbClr val="1171F1"/>
              </a:highlight>
            </a:endParaRPr>
          </a:p>
        </p:txBody>
      </p:sp>
      <p:sp>
        <p:nvSpPr>
          <p:cNvPr id="2" name="标题 1"/>
          <p:cNvSpPr>
            <a:spLocks noGrp="1"/>
          </p:cNvSpPr>
          <p:nvPr>
            <p:ph type="title"/>
            <p:custDataLst>
              <p:tags r:id="rId5"/>
            </p:custDataLst>
          </p:nvPr>
        </p:nvSpPr>
        <p:spPr>
          <a:xfrm>
            <a:off x="612000" y="781200"/>
            <a:ext cx="10976400" cy="626400"/>
          </a:xfrm>
        </p:spPr>
        <p:txBody>
          <a:bodyPr anchor="ctr">
            <a:normAutofit/>
          </a:bodyPr>
          <a:lstStyle>
            <a:lvl1pPr algn="ctr">
              <a:defRPr sz="3600" baseline="0">
                <a:solidFill>
                  <a:schemeClr val="accent1"/>
                </a:solidFill>
                <a:latin typeface="Arial" panose="020B0604020202020204" pitchFamily="34" charset="0"/>
                <a:ea typeface="微软雅黑" panose="020B0503020204020204" charset="-122"/>
              </a:defRPr>
            </a:lvl1pPr>
          </a:lstStyle>
          <a:p>
            <a:r>
              <a:rPr lang="zh-CN" altLang="en-US" dirty="0"/>
              <a:t>单击此处编辑母版标题样式</a:t>
            </a:r>
            <a:endParaRPr lang="zh-CN" altLang="en-US" dirty="0"/>
          </a:p>
        </p:txBody>
      </p:sp>
      <p:sp>
        <p:nvSpPr>
          <p:cNvPr id="3" name="日期占位符 2"/>
          <p:cNvSpPr>
            <a:spLocks noGrp="1"/>
          </p:cNvSpPr>
          <p:nvPr>
            <p:ph type="dt" sz="half" idx="10"/>
            <p:custDataLst>
              <p:tags r:id="rId6"/>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7"/>
            </p:custDataLst>
          </p:nvPr>
        </p:nvSpPr>
        <p:spPr/>
        <p:txBody>
          <a:bodyPr/>
          <a:lstStyle/>
          <a:p>
            <a:endParaRPr lang="zh-CN" altLang="en-US" dirty="0"/>
          </a:p>
        </p:txBody>
      </p:sp>
      <p:sp>
        <p:nvSpPr>
          <p:cNvPr id="5" name="灯片编号占位符 4"/>
          <p:cNvSpPr>
            <a:spLocks noGrp="1"/>
          </p:cNvSpPr>
          <p:nvPr>
            <p:ph type="sldNum" sz="quarter" idx="12"/>
            <p:custDataLst>
              <p:tags r:id="rId8"/>
            </p:custDataLst>
          </p:nvPr>
        </p:nvSpPr>
        <p:spPr/>
        <p:txBody>
          <a:bodyPr/>
          <a:lstStyle/>
          <a:p>
            <a:fld id="{49AE70B2-8BF9-45C0-BB95-33D1B9D3A854}" type="slidenum">
              <a:rPr lang="zh-CN" altLang="en-US" smtClean="0"/>
            </a:fld>
            <a:endParaRPr lang="zh-CN" altLang="en-US" dirty="0"/>
          </a:p>
        </p:txBody>
      </p:sp>
      <p:sp>
        <p:nvSpPr>
          <p:cNvPr id="7" name="文本占位符 6"/>
          <p:cNvSpPr>
            <a:spLocks noGrp="1"/>
          </p:cNvSpPr>
          <p:nvPr>
            <p:ph type="body" sz="quarter" idx="13"/>
            <p:custDataLst>
              <p:tags r:id="rId9"/>
            </p:custDataLst>
          </p:nvPr>
        </p:nvSpPr>
        <p:spPr>
          <a:xfrm>
            <a:off x="612000" y="1659600"/>
            <a:ext cx="10975975" cy="828000"/>
          </a:xfrm>
        </p:spPr>
        <p:txBody>
          <a:bodyPr/>
          <a:lstStyle>
            <a:lvl1pPr algn="ctr">
              <a:defRPr baseline="0">
                <a:solidFill>
                  <a:schemeClr val="tx1">
                    <a:lumMod val="75000"/>
                    <a:lumOff val="25000"/>
                  </a:schemeClr>
                </a:solidFill>
                <a:latin typeface="Arial" panose="020B0604020202020204" pitchFamily="34" charset="0"/>
                <a:ea typeface="微软雅黑" panose="020B0503020204020204" charset="-122"/>
              </a:defRPr>
            </a:lvl1pPr>
          </a:lstStyle>
          <a:p>
            <a:pPr lvl="0"/>
            <a:r>
              <a:rPr lang="zh-CN" altLang="en-US" dirty="0"/>
              <a:t>单击此处编辑母版文本样式</a:t>
            </a:r>
            <a:endParaRPr lang="zh-CN" altLang="en-US" dirty="0"/>
          </a:p>
        </p:txBody>
      </p:sp>
      <p:sp>
        <p:nvSpPr>
          <p:cNvPr id="9" name="内容占位符 8"/>
          <p:cNvSpPr>
            <a:spLocks noGrp="1"/>
          </p:cNvSpPr>
          <p:nvPr>
            <p:ph sz="quarter" idx="14"/>
            <p:custDataLst>
              <p:tags r:id="rId10"/>
            </p:custDataLst>
          </p:nvPr>
        </p:nvSpPr>
        <p:spPr>
          <a:xfrm>
            <a:off x="612775" y="2808000"/>
            <a:ext cx="10965600" cy="3430800"/>
          </a:xfrm>
        </p:spPr>
        <p:txBody>
          <a:bodyPr/>
          <a:lstStyle>
            <a:lvl1pPr>
              <a:defRPr baseline="0">
                <a:solidFill>
                  <a:schemeClr val="tx1">
                    <a:lumMod val="75000"/>
                    <a:lumOff val="25000"/>
                  </a:schemeClr>
                </a:solidFill>
                <a:latin typeface="Arial" panose="020B0604020202020204" pitchFamily="34" charset="0"/>
                <a:ea typeface="微软雅黑" panose="020B0503020204020204" charset="-122"/>
              </a:defRPr>
            </a:lvl1pPr>
            <a:lvl2pPr>
              <a:defRPr baseline="0">
                <a:solidFill>
                  <a:schemeClr val="tx1">
                    <a:lumMod val="75000"/>
                    <a:lumOff val="25000"/>
                  </a:schemeClr>
                </a:solidFill>
                <a:latin typeface="Arial" panose="020B0604020202020204" pitchFamily="34" charset="0"/>
                <a:ea typeface="微软雅黑" panose="020B0503020204020204" charset="-122"/>
              </a:defRPr>
            </a:lvl2pPr>
            <a:lvl3pPr>
              <a:defRPr baseline="0">
                <a:solidFill>
                  <a:schemeClr val="tx1">
                    <a:lumMod val="75000"/>
                    <a:lumOff val="25000"/>
                  </a:schemeClr>
                </a:solidFill>
                <a:latin typeface="Arial" panose="020B0604020202020204" pitchFamily="34" charset="0"/>
                <a:ea typeface="微软雅黑" panose="020B0503020204020204" charset="-122"/>
              </a:defRPr>
            </a:lvl3pPr>
            <a:lvl4pPr>
              <a:defRPr baseline="0">
                <a:solidFill>
                  <a:schemeClr val="tx1">
                    <a:lumMod val="75000"/>
                    <a:lumOff val="25000"/>
                  </a:schemeClr>
                </a:solidFill>
                <a:latin typeface="Arial" panose="020B0604020202020204" pitchFamily="34" charset="0"/>
                <a:ea typeface="微软雅黑" panose="020B0503020204020204" charset="-122"/>
              </a:defRPr>
            </a:lvl4pPr>
            <a:lvl5pPr>
              <a:defRPr baseline="0">
                <a:solidFill>
                  <a:schemeClr val="tx1">
                    <a:lumMod val="75000"/>
                    <a:lumOff val="25000"/>
                  </a:schemeClr>
                </a:solidFill>
                <a:latin typeface="Arial" panose="020B0604020202020204" pitchFamily="34" charset="0"/>
                <a:ea typeface="微软雅黑" panose="020B0503020204020204" charset="-122"/>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下上">
    <p:bg>
      <p:bgPr>
        <a:solidFill>
          <a:schemeClr val="bg2"/>
        </a:solidFill>
        <a:effectLst/>
      </p:bgPr>
    </p:bg>
    <p:spTree>
      <p:nvGrpSpPr>
        <p:cNvPr id="1" name=""/>
        <p:cNvGrpSpPr/>
        <p:nvPr/>
      </p:nvGrpSpPr>
      <p:grpSpPr>
        <a:xfrm>
          <a:off x="0" y="0"/>
          <a:ext cx="0" cy="0"/>
          <a:chOff x="0" y="0"/>
          <a:chExt cx="0" cy="0"/>
        </a:xfrm>
      </p:grpSpPr>
      <p:sp>
        <p:nvSpPr>
          <p:cNvPr id="8" name="矩形 7"/>
          <p:cNvSpPr/>
          <p:nvPr userDrawn="1">
            <p:custDataLst>
              <p:tags r:id="rId2"/>
            </p:custDataLst>
          </p:nvPr>
        </p:nvSpPr>
        <p:spPr>
          <a:xfrm>
            <a:off x="3810" y="5029201"/>
            <a:ext cx="12192000" cy="1828799"/>
          </a:xfrm>
          <a:prstGeom prst="rect">
            <a:avLst/>
          </a:prstGeom>
          <a:solidFill>
            <a:schemeClr val="tx2">
              <a:alpha val="7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a:sym typeface="+mn-ea"/>
            </a:endParaRPr>
          </a:p>
        </p:txBody>
      </p:sp>
      <p:sp>
        <p:nvSpPr>
          <p:cNvPr id="10" name="任意形状 9"/>
          <p:cNvSpPr/>
          <p:nvPr userDrawn="1">
            <p:custDataLst>
              <p:tags r:id="rId3"/>
            </p:custDataLst>
          </p:nvPr>
        </p:nvSpPr>
        <p:spPr>
          <a:xfrm rot="10800000">
            <a:off x="3810" y="5905500"/>
            <a:ext cx="976630" cy="95250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tx2">
                  <a:lumMod val="90000"/>
                  <a:alpha val="24000"/>
                </a:schemeClr>
              </a:gs>
              <a:gs pos="100000">
                <a:schemeClr val="bg2"/>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dirty="0">
              <a:highlight>
                <a:srgbClr val="1171F1"/>
              </a:highlight>
            </a:endParaRPr>
          </a:p>
        </p:txBody>
      </p:sp>
      <p:sp>
        <p:nvSpPr>
          <p:cNvPr id="2" name="标题 1"/>
          <p:cNvSpPr>
            <a:spLocks noGrp="1"/>
          </p:cNvSpPr>
          <p:nvPr>
            <p:ph type="title"/>
            <p:custDataLst>
              <p:tags r:id="rId4"/>
            </p:custDataLst>
          </p:nvPr>
        </p:nvSpPr>
        <p:spPr>
          <a:xfrm>
            <a:off x="604800" y="669600"/>
            <a:ext cx="10976400" cy="565200"/>
          </a:xfrm>
        </p:spPr>
        <p:txBody>
          <a:bodyPr anchor="ctr">
            <a:normAutofit/>
          </a:bodyPr>
          <a:lstStyle>
            <a:lvl1pPr algn="ctr">
              <a:defRPr sz="3200" baseline="0">
                <a:solidFill>
                  <a:schemeClr val="accent1"/>
                </a:solidFill>
                <a:latin typeface="Arial" panose="020B0604020202020204" pitchFamily="34" charset="0"/>
                <a:ea typeface="微软雅黑" panose="020B0503020204020204" charset="-122"/>
              </a:defRPr>
            </a:lvl1pPr>
          </a:lstStyle>
          <a:p>
            <a:r>
              <a:rPr lang="zh-CN" altLang="en-US" dirty="0"/>
              <a:t>单击此处编辑母版标题样式</a:t>
            </a:r>
            <a:endParaRPr lang="zh-CN" altLang="en-US" dirty="0"/>
          </a:p>
        </p:txBody>
      </p:sp>
      <p:sp>
        <p:nvSpPr>
          <p:cNvPr id="3" name="日期占位符 2"/>
          <p:cNvSpPr>
            <a:spLocks noGrp="1"/>
          </p:cNvSpPr>
          <p:nvPr>
            <p:ph type="dt" sz="half" idx="10"/>
            <p:custDataLst>
              <p:tags r:id="rId5"/>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6"/>
            </p:custDataLst>
          </p:nvPr>
        </p:nvSpPr>
        <p:spPr/>
        <p:txBody>
          <a:bodyPr/>
          <a:lstStyle/>
          <a:p>
            <a:endParaRPr lang="zh-CN" altLang="en-US" dirty="0"/>
          </a:p>
        </p:txBody>
      </p:sp>
      <p:sp>
        <p:nvSpPr>
          <p:cNvPr id="5" name="灯片编号占位符 4"/>
          <p:cNvSpPr>
            <a:spLocks noGrp="1"/>
          </p:cNvSpPr>
          <p:nvPr>
            <p:ph type="sldNum" sz="quarter" idx="12"/>
            <p:custDataLst>
              <p:tags r:id="rId7"/>
            </p:custDataLst>
          </p:nvPr>
        </p:nvSpPr>
        <p:spPr/>
        <p:txBody>
          <a:bodyPr/>
          <a:lstStyle/>
          <a:p>
            <a:fld id="{49AE70B2-8BF9-45C0-BB95-33D1B9D3A854}" type="slidenum">
              <a:rPr lang="zh-CN" altLang="en-US" smtClean="0"/>
            </a:fld>
            <a:endParaRPr lang="zh-CN" altLang="en-US" dirty="0"/>
          </a:p>
        </p:txBody>
      </p:sp>
      <p:sp>
        <p:nvSpPr>
          <p:cNvPr id="7" name="内容占位符 6"/>
          <p:cNvSpPr>
            <a:spLocks noGrp="1"/>
          </p:cNvSpPr>
          <p:nvPr>
            <p:ph sz="quarter" idx="13"/>
            <p:custDataLst>
              <p:tags r:id="rId8"/>
            </p:custDataLst>
          </p:nvPr>
        </p:nvSpPr>
        <p:spPr>
          <a:xfrm>
            <a:off x="604837" y="1681200"/>
            <a:ext cx="10990800" cy="3211200"/>
          </a:xfrm>
        </p:spPr>
        <p:txBody>
          <a:bodyPr/>
          <a:lstStyle>
            <a:lvl1pPr>
              <a:defRPr baseline="0">
                <a:solidFill>
                  <a:schemeClr val="tx1">
                    <a:lumMod val="75000"/>
                    <a:lumOff val="25000"/>
                  </a:schemeClr>
                </a:solidFill>
                <a:latin typeface="Arial" panose="020B0604020202020204" pitchFamily="34" charset="0"/>
                <a:ea typeface="微软雅黑" panose="020B0503020204020204" charset="-122"/>
              </a:defRPr>
            </a:lvl1pPr>
            <a:lvl2pPr>
              <a:defRPr baseline="0">
                <a:solidFill>
                  <a:schemeClr val="tx1">
                    <a:lumMod val="75000"/>
                    <a:lumOff val="25000"/>
                  </a:schemeClr>
                </a:solidFill>
                <a:latin typeface="Arial" panose="020B0604020202020204" pitchFamily="34" charset="0"/>
                <a:ea typeface="微软雅黑" panose="020B0503020204020204" charset="-122"/>
              </a:defRPr>
            </a:lvl2pPr>
            <a:lvl3pPr>
              <a:defRPr baseline="0">
                <a:solidFill>
                  <a:schemeClr val="tx1">
                    <a:lumMod val="75000"/>
                    <a:lumOff val="25000"/>
                  </a:schemeClr>
                </a:solidFill>
                <a:latin typeface="Arial" panose="020B0604020202020204" pitchFamily="34" charset="0"/>
                <a:ea typeface="微软雅黑" panose="020B0503020204020204" charset="-122"/>
              </a:defRPr>
            </a:lvl3pPr>
            <a:lvl4pPr>
              <a:defRPr baseline="0">
                <a:solidFill>
                  <a:schemeClr val="tx1">
                    <a:lumMod val="75000"/>
                    <a:lumOff val="25000"/>
                  </a:schemeClr>
                </a:solidFill>
                <a:latin typeface="Arial" panose="020B0604020202020204" pitchFamily="34" charset="0"/>
                <a:ea typeface="微软雅黑" panose="020B0503020204020204" charset="-122"/>
              </a:defRPr>
            </a:lvl4pPr>
            <a:lvl5pPr>
              <a:defRPr baseline="0">
                <a:solidFill>
                  <a:schemeClr val="tx1">
                    <a:lumMod val="75000"/>
                    <a:lumOff val="25000"/>
                  </a:schemeClr>
                </a:solidFill>
                <a:latin typeface="Arial" panose="020B0604020202020204" pitchFamily="34" charset="0"/>
                <a:ea typeface="微软雅黑" panose="020B0503020204020204" charset="-122"/>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9" name="文本占位符 8"/>
          <p:cNvSpPr>
            <a:spLocks noGrp="1"/>
          </p:cNvSpPr>
          <p:nvPr>
            <p:ph type="body" sz="quarter" idx="14"/>
            <p:custDataLst>
              <p:tags r:id="rId9"/>
            </p:custDataLst>
          </p:nvPr>
        </p:nvSpPr>
        <p:spPr>
          <a:xfrm>
            <a:off x="594000" y="5180400"/>
            <a:ext cx="11001600" cy="1011600"/>
          </a:xfrm>
        </p:spPr>
        <p:txBody>
          <a:bodyPr/>
          <a:lstStyle>
            <a:lvl1pPr>
              <a:defRPr baseline="0">
                <a:solidFill>
                  <a:schemeClr val="tx1">
                    <a:lumMod val="75000"/>
                    <a:lumOff val="25000"/>
                  </a:schemeClr>
                </a:solidFill>
                <a:latin typeface="Arial" panose="020B0604020202020204" pitchFamily="34" charset="0"/>
                <a:ea typeface="微软雅黑" panose="020B0503020204020204" charset="-122"/>
              </a:defRPr>
            </a:lvl1pPr>
          </a:lstStyle>
          <a:p>
            <a:pPr lvl="0"/>
            <a:r>
              <a:rPr lang="zh-CN" altLang="en-US" dirty="0"/>
              <a:t>单击此处编辑母版文本样式</a:t>
            </a:r>
            <a:endParaRPr lang="zh-CN" altLang="en-US" dirty="0"/>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导航">
    <p:bg>
      <p:bgPr>
        <a:solidFill>
          <a:schemeClr val="bg2"/>
        </a:solidFill>
        <a:effectLst/>
      </p:bgPr>
    </p:bg>
    <p:spTree>
      <p:nvGrpSpPr>
        <p:cNvPr id="1" name=""/>
        <p:cNvGrpSpPr/>
        <p:nvPr/>
      </p:nvGrpSpPr>
      <p:grpSpPr>
        <a:xfrm>
          <a:off x="0" y="0"/>
          <a:ext cx="0" cy="0"/>
          <a:chOff x="0" y="0"/>
          <a:chExt cx="0" cy="0"/>
        </a:xfrm>
      </p:grpSpPr>
      <p:sp>
        <p:nvSpPr>
          <p:cNvPr id="10" name="矩形 9"/>
          <p:cNvSpPr/>
          <p:nvPr userDrawn="1">
            <p:custDataLst>
              <p:tags r:id="rId2"/>
            </p:custDataLst>
          </p:nvPr>
        </p:nvSpPr>
        <p:spPr>
          <a:xfrm>
            <a:off x="0" y="-3492"/>
            <a:ext cx="12192000" cy="914400"/>
          </a:xfrm>
          <a:prstGeom prst="rect">
            <a:avLst/>
          </a:prstGeom>
          <a:solidFill>
            <a:schemeClr val="tx2">
              <a:alpha val="7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a:sym typeface="+mn-ea"/>
            </a:endParaRPr>
          </a:p>
        </p:txBody>
      </p:sp>
      <p:sp>
        <p:nvSpPr>
          <p:cNvPr id="2" name="标题 1"/>
          <p:cNvSpPr>
            <a:spLocks noGrp="1"/>
          </p:cNvSpPr>
          <p:nvPr>
            <p:ph type="title"/>
            <p:custDataLst>
              <p:tags r:id="rId3"/>
            </p:custDataLst>
          </p:nvPr>
        </p:nvSpPr>
        <p:spPr>
          <a:xfrm>
            <a:off x="579755" y="193040"/>
            <a:ext cx="11037570" cy="521335"/>
          </a:xfrm>
        </p:spPr>
        <p:txBody>
          <a:bodyPr>
            <a:noAutofit/>
          </a:bodyPr>
          <a:lstStyle>
            <a:lvl1pPr>
              <a:defRPr sz="2800" baseline="0">
                <a:solidFill>
                  <a:schemeClr val="accent1"/>
                </a:solidFill>
                <a:latin typeface="Arial" panose="020B0604020202020204" pitchFamily="34" charset="0"/>
                <a:ea typeface="微软雅黑" panose="020B0503020204020204" charset="-122"/>
              </a:defRPr>
            </a:lvl1pPr>
          </a:lstStyle>
          <a:p>
            <a:r>
              <a:rPr lang="zh-CN" altLang="en-US" dirty="0"/>
              <a:t>单击此处编辑母版标题样式</a:t>
            </a:r>
            <a:endParaRPr lang="zh-CN" altLang="en-US" dirty="0"/>
          </a:p>
        </p:txBody>
      </p:sp>
      <p:sp>
        <p:nvSpPr>
          <p:cNvPr id="3" name="日期占位符 2"/>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5"/>
            </p:custDataLst>
          </p:nvPr>
        </p:nvSpPr>
        <p:spPr/>
        <p:txBody>
          <a:bodyPr/>
          <a:lstStyle/>
          <a:p>
            <a:endParaRPr lang="zh-CN" altLang="en-US" dirty="0"/>
          </a:p>
        </p:txBody>
      </p:sp>
      <p:sp>
        <p:nvSpPr>
          <p:cNvPr id="5" name="灯片编号占位符 4"/>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dirty="0"/>
          </a:p>
        </p:txBody>
      </p:sp>
      <p:sp>
        <p:nvSpPr>
          <p:cNvPr id="7" name="内容占位符 6"/>
          <p:cNvSpPr>
            <a:spLocks noGrp="1"/>
          </p:cNvSpPr>
          <p:nvPr>
            <p:ph sz="quarter" idx="13"/>
            <p:custDataLst>
              <p:tags r:id="rId7"/>
            </p:custDataLst>
          </p:nvPr>
        </p:nvSpPr>
        <p:spPr>
          <a:xfrm>
            <a:off x="579600" y="1663200"/>
            <a:ext cx="5342400" cy="2894400"/>
          </a:xfrm>
        </p:spPr>
        <p:txBody>
          <a:bodyPr/>
          <a:lstStyle>
            <a:lvl1pPr>
              <a:defRPr baseline="0">
                <a:solidFill>
                  <a:schemeClr val="tx1">
                    <a:lumMod val="75000"/>
                    <a:lumOff val="25000"/>
                  </a:schemeClr>
                </a:solidFill>
                <a:latin typeface="Arial" panose="020B0604020202020204" pitchFamily="34" charset="0"/>
                <a:ea typeface="微软雅黑" panose="020B0503020204020204" charset="-122"/>
              </a:defRPr>
            </a:lvl1pPr>
            <a:lvl2pPr>
              <a:defRPr baseline="0">
                <a:solidFill>
                  <a:schemeClr val="tx1">
                    <a:lumMod val="75000"/>
                    <a:lumOff val="25000"/>
                  </a:schemeClr>
                </a:solidFill>
                <a:latin typeface="Arial" panose="020B0604020202020204" pitchFamily="34" charset="0"/>
                <a:ea typeface="微软雅黑" panose="020B0503020204020204" charset="-122"/>
              </a:defRPr>
            </a:lvl2pPr>
            <a:lvl3pPr>
              <a:defRPr baseline="0">
                <a:solidFill>
                  <a:schemeClr val="tx1">
                    <a:lumMod val="75000"/>
                    <a:lumOff val="25000"/>
                  </a:schemeClr>
                </a:solidFill>
                <a:latin typeface="Arial" panose="020B0604020202020204" pitchFamily="34" charset="0"/>
                <a:ea typeface="微软雅黑" panose="020B0503020204020204" charset="-122"/>
              </a:defRPr>
            </a:lvl3pPr>
            <a:lvl4pPr>
              <a:defRPr baseline="0">
                <a:solidFill>
                  <a:schemeClr val="tx1">
                    <a:lumMod val="75000"/>
                    <a:lumOff val="25000"/>
                  </a:schemeClr>
                </a:solidFill>
                <a:latin typeface="Arial" panose="020B0604020202020204" pitchFamily="34" charset="0"/>
                <a:ea typeface="微软雅黑" panose="020B0503020204020204" charset="-122"/>
              </a:defRPr>
            </a:lvl4pPr>
            <a:lvl5pPr>
              <a:defRPr baseline="0">
                <a:solidFill>
                  <a:schemeClr val="tx1">
                    <a:lumMod val="75000"/>
                    <a:lumOff val="25000"/>
                  </a:schemeClr>
                </a:solidFill>
                <a:latin typeface="Arial" panose="020B0604020202020204" pitchFamily="34" charset="0"/>
                <a:ea typeface="微软雅黑" panose="020B0503020204020204" charset="-122"/>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9" name="内容占位符 8"/>
          <p:cNvSpPr>
            <a:spLocks noGrp="1"/>
          </p:cNvSpPr>
          <p:nvPr>
            <p:ph sz="quarter" idx="14"/>
            <p:custDataLst>
              <p:tags r:id="rId8"/>
            </p:custDataLst>
          </p:nvPr>
        </p:nvSpPr>
        <p:spPr>
          <a:xfrm>
            <a:off x="6242400" y="1663200"/>
            <a:ext cx="5367600" cy="2894400"/>
          </a:xfrm>
        </p:spPr>
        <p:txBody>
          <a:bodyPr/>
          <a:lstStyle>
            <a:lvl1pPr>
              <a:defRPr baseline="0">
                <a:solidFill>
                  <a:schemeClr val="tx1">
                    <a:lumMod val="75000"/>
                    <a:lumOff val="25000"/>
                  </a:schemeClr>
                </a:solidFill>
                <a:latin typeface="Arial" panose="020B0604020202020204" pitchFamily="34" charset="0"/>
                <a:ea typeface="微软雅黑" panose="020B0503020204020204" charset="-122"/>
              </a:defRPr>
            </a:lvl1pPr>
            <a:lvl2pPr>
              <a:defRPr baseline="0">
                <a:solidFill>
                  <a:schemeClr val="tx1">
                    <a:lumMod val="75000"/>
                    <a:lumOff val="25000"/>
                  </a:schemeClr>
                </a:solidFill>
                <a:latin typeface="Arial" panose="020B0604020202020204" pitchFamily="34" charset="0"/>
                <a:ea typeface="微软雅黑" panose="020B0503020204020204" charset="-122"/>
              </a:defRPr>
            </a:lvl2pPr>
            <a:lvl3pPr>
              <a:defRPr baseline="0">
                <a:solidFill>
                  <a:schemeClr val="tx1">
                    <a:lumMod val="75000"/>
                    <a:lumOff val="25000"/>
                  </a:schemeClr>
                </a:solidFill>
                <a:latin typeface="Arial" panose="020B0604020202020204" pitchFamily="34" charset="0"/>
                <a:ea typeface="微软雅黑" panose="020B0503020204020204" charset="-122"/>
              </a:defRPr>
            </a:lvl3pPr>
            <a:lvl4pPr>
              <a:defRPr baseline="0">
                <a:solidFill>
                  <a:schemeClr val="tx1">
                    <a:lumMod val="75000"/>
                    <a:lumOff val="25000"/>
                  </a:schemeClr>
                </a:solidFill>
                <a:latin typeface="Arial" panose="020B0604020202020204" pitchFamily="34" charset="0"/>
                <a:ea typeface="微软雅黑" panose="020B0503020204020204" charset="-122"/>
              </a:defRPr>
            </a:lvl4pPr>
            <a:lvl5pPr>
              <a:defRPr baseline="0">
                <a:solidFill>
                  <a:schemeClr val="tx1">
                    <a:lumMod val="75000"/>
                    <a:lumOff val="25000"/>
                  </a:schemeClr>
                </a:solidFill>
                <a:latin typeface="Arial" panose="020B0604020202020204" pitchFamily="34" charset="0"/>
                <a:ea typeface="微软雅黑" panose="020B0503020204020204" charset="-122"/>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11" name="文本占位符 10"/>
          <p:cNvSpPr>
            <a:spLocks noGrp="1"/>
          </p:cNvSpPr>
          <p:nvPr>
            <p:ph type="body" sz="quarter" idx="15"/>
            <p:custDataLst>
              <p:tags r:id="rId9"/>
            </p:custDataLst>
          </p:nvPr>
        </p:nvSpPr>
        <p:spPr>
          <a:xfrm>
            <a:off x="572400" y="4816800"/>
            <a:ext cx="5342400" cy="781200"/>
          </a:xfrm>
        </p:spPr>
        <p:txBody>
          <a:bodyPr/>
          <a:lstStyle>
            <a:lvl1pPr>
              <a:defRPr baseline="0">
                <a:solidFill>
                  <a:schemeClr val="tx1">
                    <a:lumMod val="75000"/>
                    <a:lumOff val="25000"/>
                  </a:schemeClr>
                </a:solidFill>
                <a:latin typeface="Arial" panose="020B0604020202020204" pitchFamily="34" charset="0"/>
                <a:ea typeface="微软雅黑" panose="020B0503020204020204" charset="-122"/>
              </a:defRPr>
            </a:lvl1pPr>
          </a:lstStyle>
          <a:p>
            <a:pPr lvl="0"/>
            <a:r>
              <a:rPr lang="zh-CN" altLang="en-US" dirty="0"/>
              <a:t>单击此处编辑母版文本样式</a:t>
            </a:r>
            <a:endParaRPr lang="zh-CN" altLang="en-US" dirty="0"/>
          </a:p>
        </p:txBody>
      </p:sp>
      <p:sp>
        <p:nvSpPr>
          <p:cNvPr id="13" name="文本占位符 12"/>
          <p:cNvSpPr>
            <a:spLocks noGrp="1"/>
          </p:cNvSpPr>
          <p:nvPr>
            <p:ph type="body" sz="quarter" idx="16"/>
            <p:custDataLst>
              <p:tags r:id="rId10"/>
            </p:custDataLst>
          </p:nvPr>
        </p:nvSpPr>
        <p:spPr>
          <a:xfrm>
            <a:off x="6253200" y="4813200"/>
            <a:ext cx="5367600" cy="781200"/>
          </a:xfrm>
        </p:spPr>
        <p:txBody>
          <a:bodyPr/>
          <a:lstStyle>
            <a:lvl1pPr>
              <a:defRPr baseline="0">
                <a:solidFill>
                  <a:schemeClr val="tx1">
                    <a:lumMod val="75000"/>
                    <a:lumOff val="25000"/>
                  </a:schemeClr>
                </a:solidFill>
                <a:latin typeface="Arial" panose="020B0604020202020204" pitchFamily="34" charset="0"/>
                <a:ea typeface="微软雅黑" panose="020B0503020204020204" charset="-122"/>
              </a:defRPr>
            </a:lvl1pPr>
          </a:lstStyle>
          <a:p>
            <a:pPr lvl="0"/>
            <a:r>
              <a:rPr lang="zh-CN" altLang="en-US" dirty="0"/>
              <a:t>单击此处编辑母版文本样式</a:t>
            </a:r>
            <a:endParaRPr lang="zh-CN" altLang="en-US" dirty="0"/>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腰带">
    <p:bg>
      <p:bgPr>
        <a:solidFill>
          <a:schemeClr val="tx2"/>
        </a:solidFill>
        <a:effectLst/>
      </p:bgPr>
    </p:bg>
    <p:spTree>
      <p:nvGrpSpPr>
        <p:cNvPr id="1" name=""/>
        <p:cNvGrpSpPr/>
        <p:nvPr/>
      </p:nvGrpSpPr>
      <p:grpSpPr>
        <a:xfrm>
          <a:off x="0" y="0"/>
          <a:ext cx="0" cy="0"/>
          <a:chOff x="0" y="0"/>
          <a:chExt cx="0" cy="0"/>
        </a:xfrm>
      </p:grpSpPr>
      <p:sp>
        <p:nvSpPr>
          <p:cNvPr id="10" name="矩形 9"/>
          <p:cNvSpPr/>
          <p:nvPr userDrawn="1">
            <p:custDataLst>
              <p:tags r:id="rId2"/>
            </p:custDataLst>
          </p:nvPr>
        </p:nvSpPr>
        <p:spPr>
          <a:xfrm>
            <a:off x="0" y="959224"/>
            <a:ext cx="12192000" cy="4939553"/>
          </a:xfrm>
          <a:prstGeom prst="rect">
            <a:avLst/>
          </a:prstGeom>
          <a:solidFill>
            <a:schemeClr val="bg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a:sym typeface="+mn-ea"/>
            </a:endParaRPr>
          </a:p>
        </p:txBody>
      </p:sp>
      <p:sp>
        <p:nvSpPr>
          <p:cNvPr id="2" name="标题 1"/>
          <p:cNvSpPr>
            <a:spLocks noGrp="1"/>
          </p:cNvSpPr>
          <p:nvPr>
            <p:ph type="title" hasCustomPrompt="1"/>
            <p:custDataLst>
              <p:tags r:id="rId3"/>
            </p:custDataLst>
          </p:nvPr>
        </p:nvSpPr>
        <p:spPr>
          <a:xfrm>
            <a:off x="1522800" y="1339200"/>
            <a:ext cx="9144000" cy="2386800"/>
          </a:xfrm>
        </p:spPr>
        <p:txBody>
          <a:bodyPr anchor="b">
            <a:normAutofit/>
          </a:bodyPr>
          <a:lstStyle>
            <a:lvl1pPr algn="ctr">
              <a:defRPr sz="6000" baseline="0">
                <a:solidFill>
                  <a:schemeClr val="accent1"/>
                </a:solidFill>
                <a:latin typeface="Arial" panose="020B0604020202020204" pitchFamily="34" charset="0"/>
                <a:ea typeface="微软雅黑" panose="020B0503020204020204" charset="-122"/>
              </a:defRPr>
            </a:lvl1pPr>
          </a:lstStyle>
          <a:p>
            <a:r>
              <a:rPr lang="zh-CN" altLang="en-US" dirty="0"/>
              <a:t>单击此处编辑标题</a:t>
            </a:r>
            <a:endParaRPr lang="zh-CN" altLang="en-US" dirty="0"/>
          </a:p>
        </p:txBody>
      </p:sp>
      <p:sp>
        <p:nvSpPr>
          <p:cNvPr id="3" name="日期占位符 2"/>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5"/>
            </p:custDataLst>
          </p:nvPr>
        </p:nvSpPr>
        <p:spPr/>
        <p:txBody>
          <a:bodyPr/>
          <a:lstStyle/>
          <a:p>
            <a:endParaRPr lang="zh-CN" altLang="en-US" dirty="0"/>
          </a:p>
        </p:txBody>
      </p:sp>
      <p:sp>
        <p:nvSpPr>
          <p:cNvPr id="5" name="灯片编号占位符 4"/>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dirty="0"/>
          </a:p>
        </p:txBody>
      </p:sp>
      <p:sp>
        <p:nvSpPr>
          <p:cNvPr id="7" name="文本占位符 6"/>
          <p:cNvSpPr>
            <a:spLocks noGrp="1"/>
          </p:cNvSpPr>
          <p:nvPr>
            <p:ph type="body" sz="quarter" idx="13"/>
            <p:custDataLst>
              <p:tags r:id="rId7"/>
            </p:custDataLst>
          </p:nvPr>
        </p:nvSpPr>
        <p:spPr>
          <a:xfrm>
            <a:off x="1522413" y="3862800"/>
            <a:ext cx="9144000" cy="1656000"/>
          </a:xfrm>
        </p:spPr>
        <p:txBody>
          <a:bodyPr/>
          <a:lstStyle>
            <a:lvl1pPr algn="ctr">
              <a:defRPr baseline="0">
                <a:solidFill>
                  <a:schemeClr val="tx1">
                    <a:lumMod val="75000"/>
                    <a:lumOff val="25000"/>
                  </a:schemeClr>
                </a:solidFill>
                <a:latin typeface="Arial" panose="020B0604020202020204" pitchFamily="34" charset="0"/>
                <a:ea typeface="微软雅黑" panose="020B0503020204020204" charset="-122"/>
              </a:defRPr>
            </a:lvl1pPr>
          </a:lstStyle>
          <a:p>
            <a:pPr lvl="0"/>
            <a:r>
              <a:rPr lang="zh-CN" altLang="en-US" dirty="0"/>
              <a:t>单击此处编辑母版文本样式</a:t>
            </a:r>
            <a:endParaRPr lang="zh-CN" altLang="en-US" dirty="0"/>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1" Type="http://schemas.openxmlformats.org/officeDocument/2006/relationships/theme" Target="../theme/theme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19.xml"/><Relationship Id="rId8" Type="http://schemas.openxmlformats.org/officeDocument/2006/relationships/slideLayout" Target="../slideLayouts/slideLayout18.xml"/><Relationship Id="rId7" Type="http://schemas.openxmlformats.org/officeDocument/2006/relationships/slideLayout" Target="../slideLayouts/slideLayout17.xml"/><Relationship Id="rId6" Type="http://schemas.openxmlformats.org/officeDocument/2006/relationships/slideLayout" Target="../slideLayouts/slideLayout16.xml"/><Relationship Id="rId5" Type="http://schemas.openxmlformats.org/officeDocument/2006/relationships/slideLayout" Target="../slideLayouts/slideLayout15.xml"/><Relationship Id="rId4" Type="http://schemas.openxmlformats.org/officeDocument/2006/relationships/slideLayout" Target="../slideLayouts/slideLayout14.xml"/><Relationship Id="rId3" Type="http://schemas.openxmlformats.org/officeDocument/2006/relationships/slideLayout" Target="../slideLayouts/slideLayout13.xml"/><Relationship Id="rId25" Type="http://schemas.openxmlformats.org/officeDocument/2006/relationships/theme" Target="../theme/theme2.xml"/><Relationship Id="rId24" Type="http://schemas.openxmlformats.org/officeDocument/2006/relationships/tags" Target="../tags/tag128.xml"/><Relationship Id="rId23" Type="http://schemas.openxmlformats.org/officeDocument/2006/relationships/tags" Target="../tags/tag127.xml"/><Relationship Id="rId22" Type="http://schemas.openxmlformats.org/officeDocument/2006/relationships/tags" Target="../tags/tag126.xml"/><Relationship Id="rId21" Type="http://schemas.openxmlformats.org/officeDocument/2006/relationships/tags" Target="../tags/tag125.xml"/><Relationship Id="rId20" Type="http://schemas.openxmlformats.org/officeDocument/2006/relationships/tags" Target="../tags/tag124.xml"/><Relationship Id="rId2" Type="http://schemas.openxmlformats.org/officeDocument/2006/relationships/slideLayout" Target="../slideLayouts/slideLayout12.xml"/><Relationship Id="rId19" Type="http://schemas.openxmlformats.org/officeDocument/2006/relationships/tags" Target="../tags/tag123.xml"/><Relationship Id="rId18" Type="http://schemas.openxmlformats.org/officeDocument/2006/relationships/slideLayout" Target="../slideLayouts/slideLayout28.xml"/><Relationship Id="rId17" Type="http://schemas.openxmlformats.org/officeDocument/2006/relationships/slideLayout" Target="../slideLayouts/slideLayout27.xml"/><Relationship Id="rId16" Type="http://schemas.openxmlformats.org/officeDocument/2006/relationships/slideLayout" Target="../slideLayouts/slideLayout26.xml"/><Relationship Id="rId15" Type="http://schemas.openxmlformats.org/officeDocument/2006/relationships/slideLayout" Target="../slideLayouts/slideLayout25.xml"/><Relationship Id="rId14" Type="http://schemas.openxmlformats.org/officeDocument/2006/relationships/slideLayout" Target="../slideLayouts/slideLayout24.xml"/><Relationship Id="rId13" Type="http://schemas.openxmlformats.org/officeDocument/2006/relationships/slideLayout" Target="../slideLayouts/slideLayout23.xml"/><Relationship Id="rId12" Type="http://schemas.openxmlformats.org/officeDocument/2006/relationships/slideLayout" Target="../slideLayouts/slideLayout22.xml"/><Relationship Id="rId11" Type="http://schemas.openxmlformats.org/officeDocument/2006/relationships/slideLayout" Target="../slideLayouts/slideLayout21.xml"/><Relationship Id="rId10" Type="http://schemas.openxmlformats.org/officeDocument/2006/relationships/slideLayout" Target="../slideLayouts/slideLayout20.xml"/><Relationship Id="rId1" Type="http://schemas.openxmlformats.org/officeDocument/2006/relationships/slideLayout" Target="../slideLayouts/slideLayout1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dirty="0"/>
              <a:t>单击此处编辑母版标题样式</a:t>
            </a:r>
            <a:endParaRPr lang="zh-CN" altLang="en-US" dirty="0"/>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normAutofit/>
          </a:bodyPr>
          <a:lstStyle>
            <a:lvl1pPr algn="l">
              <a:defRPr sz="1200">
                <a:solidFill>
                  <a:schemeClr val="tx1">
                    <a:tint val="75000"/>
                  </a:schemeClr>
                </a:solidFill>
              </a:defRPr>
            </a:lvl1pPr>
          </a:lstStyle>
          <a:p>
            <a:fld id="{760FBDFE-C587-4B4C-A407-44438C67B59E}" type="datetimeFigureOut">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normAutofit/>
          </a:bodyP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normAutofit/>
          </a:bodyPr>
          <a:lstStyle>
            <a:lvl1pPr algn="r">
              <a:defRPr sz="1200">
                <a:solidFill>
                  <a:schemeClr val="tx1">
                    <a:tint val="75000"/>
                  </a:schemeClr>
                </a:solidFill>
              </a:defRPr>
            </a:lvl1pPr>
          </a:lstStyle>
          <a:p>
            <a:fld id="{49AE70B2-8BF9-45C0-BB95-33D1B9D3A854}"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txStyles>
    <p:titleStyle>
      <a:lvl1pPr algn="l" defTabSz="914400" rtl="0" eaLnBrk="1" latinLnBrk="0" hangingPunct="1">
        <a:lnSpc>
          <a:spcPct val="90000"/>
        </a:lnSpc>
        <a:spcBef>
          <a:spcPct val="0"/>
        </a:spcBef>
        <a:buNone/>
        <a:defRPr sz="40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标题占位符 1"/>
          <p:cNvSpPr>
            <a:spLocks noGrp="1"/>
          </p:cNvSpPr>
          <p:nvPr>
            <p:ph type="title"/>
            <p:custDataLst>
              <p:tags r:id="rId19"/>
            </p:custDataLst>
          </p:nvPr>
        </p:nvSpPr>
        <p:spPr>
          <a:xfrm>
            <a:off x="669882" y="443230"/>
            <a:ext cx="10852237" cy="441964"/>
          </a:xfrm>
          <a:prstGeom prst="rect">
            <a:avLst/>
          </a:prstGeom>
        </p:spPr>
        <p:txBody>
          <a:bodyPr vert="horz" lIns="101600" tIns="38100" rIns="76200" bIns="38100" rtlCol="0" anchor="t" anchorCtr="0">
            <a:normAutofit/>
          </a:bodyPr>
          <a:lstStyle/>
          <a:p>
            <a:r>
              <a:rPr lang="zh-CN" altLang="en-US" dirty="0"/>
              <a:t>单击此处编辑母版标题样式</a:t>
            </a:r>
            <a:endParaRPr lang="zh-CN" altLang="en-US" dirty="0"/>
          </a:p>
        </p:txBody>
      </p:sp>
      <p:sp>
        <p:nvSpPr>
          <p:cNvPr id="3" name="文本占位符 2"/>
          <p:cNvSpPr>
            <a:spLocks noGrp="1"/>
          </p:cNvSpPr>
          <p:nvPr>
            <p:ph type="body" idx="1"/>
            <p:custDataLst>
              <p:tags r:id="rId20"/>
            </p:custDataLst>
          </p:nvPr>
        </p:nvSpPr>
        <p:spPr>
          <a:xfrm>
            <a:off x="669882" y="952508"/>
            <a:ext cx="10852237" cy="5388907"/>
          </a:xfrm>
          <a:prstGeom prst="rect">
            <a:avLst/>
          </a:prstGeom>
        </p:spPr>
        <p:txBody>
          <a:bodyPr vert="horz" lIns="101600" tIns="0" rIns="82550" bIns="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2"/>
            <p:custDataLst>
              <p:tags r:id="rId21"/>
            </p:custDataLst>
          </p:nvPr>
        </p:nvSpPr>
        <p:spPr>
          <a:xfrm>
            <a:off x="879742" y="6349833"/>
            <a:ext cx="2700000" cy="316800"/>
          </a:xfrm>
          <a:prstGeom prst="rect">
            <a:avLst/>
          </a:prstGeom>
        </p:spPr>
        <p:txBody>
          <a:bodyPr vert="horz" lIns="91440" tIns="45720" rIns="91440" bIns="45720" rtlCol="0" anchor="ctr">
            <a:normAutofit/>
          </a:bodyPr>
          <a:lstStyle>
            <a:lvl1pPr algn="l">
              <a:defRPr sz="1200">
                <a:solidFill>
                  <a:schemeClr val="tx1">
                    <a:tint val="75000"/>
                  </a:schemeClr>
                </a:solidFill>
              </a:defRPr>
            </a:lvl1pPr>
          </a:lstStyle>
          <a:p>
            <a:fld id="{760FBDFE-C587-4B4C-A407-44438C67B59E}" type="datetimeFigureOut">
              <a:rPr lang="zh-CN" altLang="en-US" smtClean="0"/>
            </a:fld>
            <a:endParaRPr lang="zh-CN" altLang="en-US"/>
          </a:p>
        </p:txBody>
      </p:sp>
      <p:sp>
        <p:nvSpPr>
          <p:cNvPr id="5" name="页脚占位符 4"/>
          <p:cNvSpPr>
            <a:spLocks noGrp="1"/>
          </p:cNvSpPr>
          <p:nvPr>
            <p:ph type="ftr" sz="quarter" idx="3"/>
            <p:custDataLst>
              <p:tags r:id="rId22"/>
            </p:custDataLst>
          </p:nvPr>
        </p:nvSpPr>
        <p:spPr>
          <a:xfrm>
            <a:off x="4116000" y="6349833"/>
            <a:ext cx="3960000" cy="316800"/>
          </a:xfrm>
          <a:prstGeom prst="rect">
            <a:avLst/>
          </a:prstGeom>
        </p:spPr>
        <p:txBody>
          <a:bodyPr vert="horz" lIns="91440" tIns="45720" rIns="91440" bIns="45720" rtlCol="0" anchor="ctr">
            <a:normAutofit/>
          </a:bodyPr>
          <a:lstStyle>
            <a:lvl1pPr algn="ctr">
              <a:defRPr sz="1200">
                <a:solidFill>
                  <a:schemeClr val="tx1">
                    <a:tint val="75000"/>
                  </a:schemeClr>
                </a:solidFill>
              </a:defRPr>
            </a:lvl1pPr>
          </a:lstStyle>
          <a:p>
            <a:endParaRPr lang="zh-CN" altLang="en-US" dirty="0"/>
          </a:p>
        </p:txBody>
      </p:sp>
      <p:sp>
        <p:nvSpPr>
          <p:cNvPr id="6" name="灯片编号占位符 5"/>
          <p:cNvSpPr>
            <a:spLocks noGrp="1"/>
          </p:cNvSpPr>
          <p:nvPr>
            <p:ph type="sldNum" sz="quarter" idx="4"/>
            <p:custDataLst>
              <p:tags r:id="rId23"/>
            </p:custDataLst>
          </p:nvPr>
        </p:nvSpPr>
        <p:spPr>
          <a:xfrm>
            <a:off x="8610600" y="6349833"/>
            <a:ext cx="2700000" cy="316800"/>
          </a:xfrm>
          <a:prstGeom prst="rect">
            <a:avLst/>
          </a:prstGeom>
        </p:spPr>
        <p:txBody>
          <a:bodyPr vert="horz" lIns="91440" tIns="45720" rIns="91440" bIns="45720" rtlCol="0" anchor="ctr">
            <a:normAutofit/>
          </a:bodyPr>
          <a:lstStyle>
            <a:lvl1pPr algn="r">
              <a:defRPr sz="1200">
                <a:solidFill>
                  <a:schemeClr val="tx1">
                    <a:tint val="75000"/>
                  </a:schemeClr>
                </a:solidFill>
              </a:defRPr>
            </a:lvl1pPr>
          </a:lstStyle>
          <a:p>
            <a:fld id="{49AE70B2-8BF9-45C0-BB95-33D1B9D3A854}" type="slidenum">
              <a:rPr lang="zh-CN" altLang="en-US" smtClean="0"/>
            </a:fld>
            <a:endParaRPr lang="zh-CN" altLang="en-US" dirty="0"/>
          </a:p>
        </p:txBody>
      </p:sp>
      <p:sp>
        <p:nvSpPr>
          <p:cNvPr id="7" name="KSO_TEMPLATE" hidden="1"/>
          <p:cNvSpPr/>
          <p:nvPr userDrawn="1">
            <p:custDataLst>
              <p:tags r:id="rId24"/>
            </p:custDataLst>
          </p:nvPr>
        </p:nvSpPr>
        <p:spPr>
          <a:xfrm>
            <a:off x="0" y="0"/>
            <a:ext cx="0" cy="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 bg1="lt1" tx1="dk1" bg2="lt2" tx2="dk2" accent1="accent1" accent2="accent2" accent3="accent3" accent4="accent4" accent5="accent5" accent6="accent6" hlink="hlink" folHlink="folHlink"/>
  <p:sldLayoutIdLst>
    <p:sldLayoutId id="2147483660" r:id="rId1"/>
    <p:sldLayoutId id="2147483661" r:id="rId2"/>
    <p:sldLayoutId id="2147483662" r:id="rId3"/>
    <p:sldLayoutId id="2147483663" r:id="rId4"/>
    <p:sldLayoutId id="2147483664" r:id="rId5"/>
    <p:sldLayoutId id="2147483665" r:id="rId6"/>
    <p:sldLayoutId id="2147483666" r:id="rId7"/>
    <p:sldLayoutId id="2147483667" r:id="rId8"/>
    <p:sldLayoutId id="2147483668" r:id="rId9"/>
    <p:sldLayoutId id="2147483669" r:id="rId10"/>
    <p:sldLayoutId id="2147483670" r:id="rId11"/>
    <p:sldLayoutId id="2147483671" r:id="rId12"/>
    <p:sldLayoutId id="2147483672" r:id="rId13"/>
    <p:sldLayoutId id="2147483673" r:id="rId14"/>
    <p:sldLayoutId id="2147483674" r:id="rId15"/>
    <p:sldLayoutId id="2147483675" r:id="rId16"/>
    <p:sldLayoutId id="2147483676" r:id="rId17"/>
    <p:sldLayoutId id="2147483677" r:id="rId18"/>
  </p:sldLayoutIdLst>
  <p:txStyles>
    <p:titleStyle>
      <a:lvl1pPr algn="l" defTabSz="914400" rtl="0" eaLnBrk="1" fontAlgn="auto" latinLnBrk="0" hangingPunct="1">
        <a:lnSpc>
          <a:spcPct val="100000"/>
        </a:lnSpc>
        <a:spcBef>
          <a:spcPct val="0"/>
        </a:spcBef>
        <a:buNone/>
        <a:defRPr sz="2400" b="1" u="none" strike="noStrike" kern="1200" cap="none" spc="200" normalizeH="0" baseline="0">
          <a:solidFill>
            <a:schemeClr val="accent1"/>
          </a:solidFill>
          <a:uFillTx/>
          <a:latin typeface="Arial" panose="020B0604020202020204" pitchFamily="34" charset="0"/>
          <a:ea typeface="微软雅黑" panose="020B0503020204020204" charset="-122"/>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lumMod val="75000"/>
              <a:lumOff val="25000"/>
            </a:schemeClr>
          </a:solidFill>
          <a:uFillTx/>
          <a:latin typeface="Arial" panose="020B0604020202020204" pitchFamily="34" charset="0"/>
          <a:ea typeface="微软雅黑" panose="020B0503020204020204" charset="-122"/>
          <a:cs typeface="+mn-cs"/>
        </a:defRPr>
      </a:lvl1pPr>
      <a:lvl2pPr marL="685800"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sz="1600" u="none" strike="noStrike" kern="1200" cap="none" spc="150" normalizeH="0" baseline="0">
          <a:solidFill>
            <a:schemeClr val="tx1">
              <a:lumMod val="75000"/>
              <a:lumOff val="25000"/>
            </a:schemeClr>
          </a:solidFill>
          <a:uFillTx/>
          <a:latin typeface="Arial" panose="020B0604020202020204" pitchFamily="34" charset="0"/>
          <a:ea typeface="微软雅黑" panose="020B0503020204020204" charset="-122"/>
          <a:cs typeface="+mn-cs"/>
        </a:defRPr>
      </a:lvl2pPr>
      <a:lvl3pPr marL="11430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lumMod val="75000"/>
              <a:lumOff val="25000"/>
            </a:schemeClr>
          </a:solidFill>
          <a:uFillTx/>
          <a:latin typeface="Arial" panose="020B0604020202020204" pitchFamily="34" charset="0"/>
          <a:ea typeface="微软雅黑" panose="020B0503020204020204" charset="-122"/>
          <a:cs typeface="+mn-cs"/>
        </a:defRPr>
      </a:lvl3pPr>
      <a:lvl4pPr marL="16002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lumMod val="75000"/>
              <a:lumOff val="25000"/>
            </a:schemeClr>
          </a:solidFill>
          <a:uFillTx/>
          <a:latin typeface="Arial" panose="020B0604020202020204" pitchFamily="34" charset="0"/>
          <a:ea typeface="微软雅黑" panose="020B0503020204020204" charset="-122"/>
          <a:cs typeface="+mn-cs"/>
        </a:defRPr>
      </a:lvl4pPr>
      <a:lvl5pPr marL="20574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lumMod val="75000"/>
              <a:lumOff val="25000"/>
            </a:schemeClr>
          </a:solidFill>
          <a:uFillTx/>
          <a:latin typeface="Arial" panose="020B0604020202020204" pitchFamily="34" charset="0"/>
          <a:ea typeface="微软雅黑" panose="020B050302020402020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5" Type="http://schemas.openxmlformats.org/officeDocument/2006/relationships/notesSlide" Target="../notesSlides/notesSlide1.xml"/><Relationship Id="rId4" Type="http://schemas.openxmlformats.org/officeDocument/2006/relationships/slideLayout" Target="../slideLayouts/slideLayout11.xml"/><Relationship Id="rId3" Type="http://schemas.openxmlformats.org/officeDocument/2006/relationships/tags" Target="../tags/tag131.xml"/><Relationship Id="rId2" Type="http://schemas.openxmlformats.org/officeDocument/2006/relationships/tags" Target="../tags/tag130.xml"/><Relationship Id="rId1" Type="http://schemas.openxmlformats.org/officeDocument/2006/relationships/tags" Target="../tags/tag129.xml"/></Relationships>
</file>

<file path=ppt/slides/_rels/slide2.xml.rels><?xml version="1.0" encoding="UTF-8" standalone="yes"?>
<Relationships xmlns="http://schemas.openxmlformats.org/package/2006/relationships"><Relationship Id="rId9" Type="http://schemas.openxmlformats.org/officeDocument/2006/relationships/tags" Target="../tags/tag140.xml"/><Relationship Id="rId8" Type="http://schemas.openxmlformats.org/officeDocument/2006/relationships/tags" Target="../tags/tag139.xml"/><Relationship Id="rId7" Type="http://schemas.openxmlformats.org/officeDocument/2006/relationships/tags" Target="../tags/tag138.xml"/><Relationship Id="rId6" Type="http://schemas.openxmlformats.org/officeDocument/2006/relationships/tags" Target="../tags/tag137.xml"/><Relationship Id="rId5" Type="http://schemas.openxmlformats.org/officeDocument/2006/relationships/tags" Target="../tags/tag136.xml"/><Relationship Id="rId4" Type="http://schemas.openxmlformats.org/officeDocument/2006/relationships/tags" Target="../tags/tag135.xml"/><Relationship Id="rId3" Type="http://schemas.openxmlformats.org/officeDocument/2006/relationships/tags" Target="../tags/tag134.xml"/><Relationship Id="rId2" Type="http://schemas.openxmlformats.org/officeDocument/2006/relationships/tags" Target="../tags/tag133.xml"/><Relationship Id="rId11" Type="http://schemas.openxmlformats.org/officeDocument/2006/relationships/notesSlide" Target="../notesSlides/notesSlide2.xml"/><Relationship Id="rId10" Type="http://schemas.openxmlformats.org/officeDocument/2006/relationships/slideLayout" Target="../slideLayouts/slideLayout17.xml"/><Relationship Id="rId1" Type="http://schemas.openxmlformats.org/officeDocument/2006/relationships/tags" Target="../tags/tag132.xml"/></Relationships>
</file>

<file path=ppt/slides/_rels/slide3.xml.rels><?xml version="1.0" encoding="UTF-8" standalone="yes"?>
<Relationships xmlns="http://schemas.openxmlformats.org/package/2006/relationships"><Relationship Id="rId7" Type="http://schemas.openxmlformats.org/officeDocument/2006/relationships/slideLayout" Target="../slideLayouts/slideLayout17.xml"/><Relationship Id="rId6" Type="http://schemas.openxmlformats.org/officeDocument/2006/relationships/tags" Target="../tags/tag146.xml"/><Relationship Id="rId5" Type="http://schemas.openxmlformats.org/officeDocument/2006/relationships/tags" Target="../tags/tag145.xml"/><Relationship Id="rId4" Type="http://schemas.openxmlformats.org/officeDocument/2006/relationships/tags" Target="../tags/tag144.xml"/><Relationship Id="rId3" Type="http://schemas.openxmlformats.org/officeDocument/2006/relationships/tags" Target="../tags/tag143.xml"/><Relationship Id="rId2" Type="http://schemas.openxmlformats.org/officeDocument/2006/relationships/tags" Target="../tags/tag142.xml"/><Relationship Id="rId1" Type="http://schemas.openxmlformats.org/officeDocument/2006/relationships/tags" Target="../tags/tag141.xml"/></Relationships>
</file>

<file path=ppt/slides/_rels/slide4.xml.rels><?xml version="1.0" encoding="UTF-8" standalone="yes"?>
<Relationships xmlns="http://schemas.openxmlformats.org/package/2006/relationships"><Relationship Id="rId7" Type="http://schemas.openxmlformats.org/officeDocument/2006/relationships/slideLayout" Target="../slideLayouts/slideLayout17.xml"/><Relationship Id="rId6" Type="http://schemas.openxmlformats.org/officeDocument/2006/relationships/tags" Target="../tags/tag152.xml"/><Relationship Id="rId5" Type="http://schemas.openxmlformats.org/officeDocument/2006/relationships/tags" Target="../tags/tag151.xml"/><Relationship Id="rId4" Type="http://schemas.openxmlformats.org/officeDocument/2006/relationships/tags" Target="../tags/tag150.xml"/><Relationship Id="rId3" Type="http://schemas.openxmlformats.org/officeDocument/2006/relationships/tags" Target="../tags/tag149.xml"/><Relationship Id="rId2" Type="http://schemas.openxmlformats.org/officeDocument/2006/relationships/tags" Target="../tags/tag148.xml"/><Relationship Id="rId1" Type="http://schemas.openxmlformats.org/officeDocument/2006/relationships/tags" Target="../tags/tag147.xml"/></Relationships>
</file>

<file path=ppt/slides/_rels/slide5.xml.rels><?xml version="1.0" encoding="UTF-8" standalone="yes"?>
<Relationships xmlns="http://schemas.openxmlformats.org/package/2006/relationships"><Relationship Id="rId9" Type="http://schemas.openxmlformats.org/officeDocument/2006/relationships/tags" Target="../tags/tag161.xml"/><Relationship Id="rId8" Type="http://schemas.openxmlformats.org/officeDocument/2006/relationships/tags" Target="../tags/tag160.xml"/><Relationship Id="rId7" Type="http://schemas.openxmlformats.org/officeDocument/2006/relationships/tags" Target="../tags/tag159.xml"/><Relationship Id="rId6" Type="http://schemas.openxmlformats.org/officeDocument/2006/relationships/tags" Target="../tags/tag158.xml"/><Relationship Id="rId5" Type="http://schemas.openxmlformats.org/officeDocument/2006/relationships/tags" Target="../tags/tag157.xml"/><Relationship Id="rId4" Type="http://schemas.openxmlformats.org/officeDocument/2006/relationships/tags" Target="../tags/tag156.xml"/><Relationship Id="rId3" Type="http://schemas.openxmlformats.org/officeDocument/2006/relationships/tags" Target="../tags/tag155.xml"/><Relationship Id="rId2" Type="http://schemas.openxmlformats.org/officeDocument/2006/relationships/tags" Target="../tags/tag154.xml"/><Relationship Id="rId12" Type="http://schemas.openxmlformats.org/officeDocument/2006/relationships/slideLayout" Target="../slideLayouts/slideLayout17.xml"/><Relationship Id="rId11" Type="http://schemas.openxmlformats.org/officeDocument/2006/relationships/tags" Target="../tags/tag163.xml"/><Relationship Id="rId10" Type="http://schemas.openxmlformats.org/officeDocument/2006/relationships/tags" Target="../tags/tag162.xml"/><Relationship Id="rId1" Type="http://schemas.openxmlformats.org/officeDocument/2006/relationships/tags" Target="../tags/tag153.xml"/></Relationships>
</file>

<file path=ppt/slides/_rels/slide6.xml.rels><?xml version="1.0" encoding="UTF-8" standalone="yes"?>
<Relationships xmlns="http://schemas.openxmlformats.org/package/2006/relationships"><Relationship Id="rId9" Type="http://schemas.openxmlformats.org/officeDocument/2006/relationships/tags" Target="../tags/tag172.xml"/><Relationship Id="rId8" Type="http://schemas.openxmlformats.org/officeDocument/2006/relationships/tags" Target="../tags/tag171.xml"/><Relationship Id="rId7" Type="http://schemas.openxmlformats.org/officeDocument/2006/relationships/tags" Target="../tags/tag170.xml"/><Relationship Id="rId6" Type="http://schemas.openxmlformats.org/officeDocument/2006/relationships/tags" Target="../tags/tag169.xml"/><Relationship Id="rId5" Type="http://schemas.openxmlformats.org/officeDocument/2006/relationships/tags" Target="../tags/tag168.xml"/><Relationship Id="rId4" Type="http://schemas.openxmlformats.org/officeDocument/2006/relationships/tags" Target="../tags/tag167.xml"/><Relationship Id="rId3" Type="http://schemas.openxmlformats.org/officeDocument/2006/relationships/tags" Target="../tags/tag166.xml"/><Relationship Id="rId2" Type="http://schemas.openxmlformats.org/officeDocument/2006/relationships/tags" Target="../tags/tag165.xml"/><Relationship Id="rId12" Type="http://schemas.openxmlformats.org/officeDocument/2006/relationships/slideLayout" Target="../slideLayouts/slideLayout17.xml"/><Relationship Id="rId11" Type="http://schemas.openxmlformats.org/officeDocument/2006/relationships/tags" Target="../tags/tag174.xml"/><Relationship Id="rId10" Type="http://schemas.openxmlformats.org/officeDocument/2006/relationships/tags" Target="../tags/tag173.xml"/><Relationship Id="rId1" Type="http://schemas.openxmlformats.org/officeDocument/2006/relationships/tags" Target="../tags/tag164.xml"/></Relationships>
</file>

<file path=ppt/slides/_rels/slide7.xml.rels><?xml version="1.0" encoding="UTF-8" standalone="yes"?>
<Relationships xmlns="http://schemas.openxmlformats.org/package/2006/relationships"><Relationship Id="rId7" Type="http://schemas.openxmlformats.org/officeDocument/2006/relationships/slideLayout" Target="../slideLayouts/slideLayout17.xml"/><Relationship Id="rId6" Type="http://schemas.openxmlformats.org/officeDocument/2006/relationships/tags" Target="../tags/tag180.xml"/><Relationship Id="rId5" Type="http://schemas.openxmlformats.org/officeDocument/2006/relationships/tags" Target="../tags/tag179.xml"/><Relationship Id="rId4" Type="http://schemas.openxmlformats.org/officeDocument/2006/relationships/tags" Target="../tags/tag178.xml"/><Relationship Id="rId3" Type="http://schemas.openxmlformats.org/officeDocument/2006/relationships/tags" Target="../tags/tag177.xml"/><Relationship Id="rId2" Type="http://schemas.openxmlformats.org/officeDocument/2006/relationships/tags" Target="../tags/tag176.xml"/><Relationship Id="rId1" Type="http://schemas.openxmlformats.org/officeDocument/2006/relationships/tags" Target="../tags/tag175.xml"/></Relationships>
</file>

<file path=ppt/slides/_rels/slide8.xml.rels><?xml version="1.0" encoding="UTF-8" standalone="yes"?>
<Relationships xmlns="http://schemas.openxmlformats.org/package/2006/relationships"><Relationship Id="rId7" Type="http://schemas.openxmlformats.org/officeDocument/2006/relationships/slideLayout" Target="../slideLayouts/slideLayout17.xml"/><Relationship Id="rId6" Type="http://schemas.openxmlformats.org/officeDocument/2006/relationships/tags" Target="../tags/tag186.xml"/><Relationship Id="rId5" Type="http://schemas.openxmlformats.org/officeDocument/2006/relationships/tags" Target="../tags/tag185.xml"/><Relationship Id="rId4" Type="http://schemas.openxmlformats.org/officeDocument/2006/relationships/tags" Target="../tags/tag184.xml"/><Relationship Id="rId3" Type="http://schemas.openxmlformats.org/officeDocument/2006/relationships/tags" Target="../tags/tag183.xml"/><Relationship Id="rId2" Type="http://schemas.openxmlformats.org/officeDocument/2006/relationships/tags" Target="../tags/tag182.xml"/><Relationship Id="rId1" Type="http://schemas.openxmlformats.org/officeDocument/2006/relationships/tags" Target="../tags/tag181.xml"/></Relationships>
</file>

<file path=ppt/slides/_rels/slide9.xml.rels><?xml version="1.0" encoding="UTF-8" standalone="yes"?>
<Relationships xmlns="http://schemas.openxmlformats.org/package/2006/relationships"><Relationship Id="rId7" Type="http://schemas.openxmlformats.org/officeDocument/2006/relationships/slideLayout" Target="../slideLayouts/slideLayout17.xml"/><Relationship Id="rId6" Type="http://schemas.openxmlformats.org/officeDocument/2006/relationships/tags" Target="../tags/tag192.xml"/><Relationship Id="rId5" Type="http://schemas.openxmlformats.org/officeDocument/2006/relationships/tags" Target="../tags/tag191.xml"/><Relationship Id="rId4" Type="http://schemas.openxmlformats.org/officeDocument/2006/relationships/tags" Target="../tags/tag190.xml"/><Relationship Id="rId3" Type="http://schemas.openxmlformats.org/officeDocument/2006/relationships/tags" Target="../tags/tag189.xml"/><Relationship Id="rId2" Type="http://schemas.openxmlformats.org/officeDocument/2006/relationships/tags" Target="../tags/tag188.xml"/><Relationship Id="rId1" Type="http://schemas.openxmlformats.org/officeDocument/2006/relationships/tags" Target="../tags/tag187.xml"/></Relationships>
</file>

<file path=ppt/slides/_rels/slide10.xml.rels><?xml version="1.0" encoding="UTF-8" standalone="yes"?>
<Relationships xmlns="http://schemas.openxmlformats.org/package/2006/relationships"><Relationship Id="rId7" Type="http://schemas.openxmlformats.org/officeDocument/2006/relationships/slideLayout" Target="../slideLayouts/slideLayout17.xml"/><Relationship Id="rId6" Type="http://schemas.openxmlformats.org/officeDocument/2006/relationships/tags" Target="../tags/tag198.xml"/><Relationship Id="rId5" Type="http://schemas.openxmlformats.org/officeDocument/2006/relationships/tags" Target="../tags/tag197.xml"/><Relationship Id="rId4" Type="http://schemas.openxmlformats.org/officeDocument/2006/relationships/tags" Target="../tags/tag196.xml"/><Relationship Id="rId3" Type="http://schemas.openxmlformats.org/officeDocument/2006/relationships/tags" Target="../tags/tag195.xml"/><Relationship Id="rId2" Type="http://schemas.openxmlformats.org/officeDocument/2006/relationships/tags" Target="../tags/tag194.xml"/><Relationship Id="rId1" Type="http://schemas.openxmlformats.org/officeDocument/2006/relationships/tags" Target="../tags/tag193.xml"/></Relationships>
</file>

<file path=ppt/slides/_rels/slide11.xml.rels><?xml version="1.0" encoding="UTF-8" standalone="yes"?>
<Relationships xmlns="http://schemas.openxmlformats.org/package/2006/relationships"><Relationship Id="rId9" Type="http://schemas.openxmlformats.org/officeDocument/2006/relationships/tags" Target="../tags/tag207.xml"/><Relationship Id="rId8" Type="http://schemas.openxmlformats.org/officeDocument/2006/relationships/tags" Target="../tags/tag206.xml"/><Relationship Id="rId7" Type="http://schemas.openxmlformats.org/officeDocument/2006/relationships/tags" Target="../tags/tag205.xml"/><Relationship Id="rId6" Type="http://schemas.openxmlformats.org/officeDocument/2006/relationships/tags" Target="../tags/tag204.xml"/><Relationship Id="rId5" Type="http://schemas.openxmlformats.org/officeDocument/2006/relationships/tags" Target="../tags/tag203.xml"/><Relationship Id="rId4" Type="http://schemas.openxmlformats.org/officeDocument/2006/relationships/tags" Target="../tags/tag202.xml"/><Relationship Id="rId3" Type="http://schemas.openxmlformats.org/officeDocument/2006/relationships/tags" Target="../tags/tag201.xml"/><Relationship Id="rId2" Type="http://schemas.openxmlformats.org/officeDocument/2006/relationships/tags" Target="../tags/tag200.xml"/><Relationship Id="rId12" Type="http://schemas.openxmlformats.org/officeDocument/2006/relationships/slideLayout" Target="../slideLayouts/slideLayout17.xml"/><Relationship Id="rId11" Type="http://schemas.openxmlformats.org/officeDocument/2006/relationships/tags" Target="../tags/tag209.xml"/><Relationship Id="rId10" Type="http://schemas.openxmlformats.org/officeDocument/2006/relationships/tags" Target="../tags/tag208.xml"/><Relationship Id="rId1" Type="http://schemas.openxmlformats.org/officeDocument/2006/relationships/tags" Target="../tags/tag199.xml"/></Relationships>
</file>

<file path=ppt/slides/_rels/slide12.xml.rels><?xml version="1.0" encoding="UTF-8" standalone="yes"?>
<Relationships xmlns="http://schemas.openxmlformats.org/package/2006/relationships"><Relationship Id="rId7" Type="http://schemas.openxmlformats.org/officeDocument/2006/relationships/slideLayout" Target="../slideLayouts/slideLayout17.xml"/><Relationship Id="rId6" Type="http://schemas.openxmlformats.org/officeDocument/2006/relationships/tags" Target="../tags/tag215.xml"/><Relationship Id="rId5" Type="http://schemas.openxmlformats.org/officeDocument/2006/relationships/tags" Target="../tags/tag214.xml"/><Relationship Id="rId4" Type="http://schemas.openxmlformats.org/officeDocument/2006/relationships/tags" Target="../tags/tag213.xml"/><Relationship Id="rId3" Type="http://schemas.openxmlformats.org/officeDocument/2006/relationships/tags" Target="../tags/tag212.xml"/><Relationship Id="rId2" Type="http://schemas.openxmlformats.org/officeDocument/2006/relationships/tags" Target="../tags/tag211.xml"/><Relationship Id="rId1" Type="http://schemas.openxmlformats.org/officeDocument/2006/relationships/tags" Target="../tags/tag210.xml"/></Relationships>
</file>

<file path=ppt/slides/_rels/slide13.xml.rels><?xml version="1.0" encoding="UTF-8" standalone="yes"?>
<Relationships xmlns="http://schemas.openxmlformats.org/package/2006/relationships"><Relationship Id="rId7" Type="http://schemas.openxmlformats.org/officeDocument/2006/relationships/slideLayout" Target="../slideLayouts/slideLayout17.xml"/><Relationship Id="rId6" Type="http://schemas.openxmlformats.org/officeDocument/2006/relationships/tags" Target="../tags/tag221.xml"/><Relationship Id="rId5" Type="http://schemas.openxmlformats.org/officeDocument/2006/relationships/tags" Target="../tags/tag220.xml"/><Relationship Id="rId4" Type="http://schemas.openxmlformats.org/officeDocument/2006/relationships/tags" Target="../tags/tag219.xml"/><Relationship Id="rId3" Type="http://schemas.openxmlformats.org/officeDocument/2006/relationships/tags" Target="../tags/tag218.xml"/><Relationship Id="rId2" Type="http://schemas.openxmlformats.org/officeDocument/2006/relationships/tags" Target="../tags/tag217.xml"/><Relationship Id="rId1" Type="http://schemas.openxmlformats.org/officeDocument/2006/relationships/tags" Target="../tags/tag216.xml"/></Relationships>
</file>

<file path=ppt/slides/_rels/slide14.xml.rels><?xml version="1.0" encoding="UTF-8" standalone="yes"?>
<Relationships xmlns="http://schemas.openxmlformats.org/package/2006/relationships"><Relationship Id="rId7" Type="http://schemas.openxmlformats.org/officeDocument/2006/relationships/slideLayout" Target="../slideLayouts/slideLayout17.xml"/><Relationship Id="rId6" Type="http://schemas.openxmlformats.org/officeDocument/2006/relationships/tags" Target="../tags/tag227.xml"/><Relationship Id="rId5" Type="http://schemas.openxmlformats.org/officeDocument/2006/relationships/tags" Target="../tags/tag226.xml"/><Relationship Id="rId4" Type="http://schemas.openxmlformats.org/officeDocument/2006/relationships/tags" Target="../tags/tag225.xml"/><Relationship Id="rId3" Type="http://schemas.openxmlformats.org/officeDocument/2006/relationships/tags" Target="../tags/tag224.xml"/><Relationship Id="rId2" Type="http://schemas.openxmlformats.org/officeDocument/2006/relationships/tags" Target="../tags/tag223.xml"/><Relationship Id="rId1" Type="http://schemas.openxmlformats.org/officeDocument/2006/relationships/tags" Target="../tags/tag222.xml"/></Relationships>
</file>

<file path=ppt/slides/_rels/slide15.xml.rels><?xml version="1.0" encoding="UTF-8" standalone="yes"?>
<Relationships xmlns="http://schemas.openxmlformats.org/package/2006/relationships"><Relationship Id="rId7" Type="http://schemas.openxmlformats.org/officeDocument/2006/relationships/slideLayout" Target="../slideLayouts/slideLayout17.xml"/><Relationship Id="rId6" Type="http://schemas.openxmlformats.org/officeDocument/2006/relationships/tags" Target="../tags/tag233.xml"/><Relationship Id="rId5" Type="http://schemas.openxmlformats.org/officeDocument/2006/relationships/tags" Target="../tags/tag232.xml"/><Relationship Id="rId4" Type="http://schemas.openxmlformats.org/officeDocument/2006/relationships/tags" Target="../tags/tag231.xml"/><Relationship Id="rId3" Type="http://schemas.openxmlformats.org/officeDocument/2006/relationships/tags" Target="../tags/tag230.xml"/><Relationship Id="rId2" Type="http://schemas.openxmlformats.org/officeDocument/2006/relationships/tags" Target="../tags/tag229.xml"/><Relationship Id="rId1" Type="http://schemas.openxmlformats.org/officeDocument/2006/relationships/tags" Target="../tags/tag228.xml"/></Relationships>
</file>

<file path=ppt/slides/_rels/slide16.xml.rels><?xml version="1.0" encoding="UTF-8" standalone="yes"?>
<Relationships xmlns="http://schemas.openxmlformats.org/package/2006/relationships"><Relationship Id="rId7" Type="http://schemas.openxmlformats.org/officeDocument/2006/relationships/slideLayout" Target="../slideLayouts/slideLayout17.xml"/><Relationship Id="rId6" Type="http://schemas.openxmlformats.org/officeDocument/2006/relationships/tags" Target="../tags/tag239.xml"/><Relationship Id="rId5" Type="http://schemas.openxmlformats.org/officeDocument/2006/relationships/tags" Target="../tags/tag238.xml"/><Relationship Id="rId4" Type="http://schemas.openxmlformats.org/officeDocument/2006/relationships/tags" Target="../tags/tag237.xml"/><Relationship Id="rId3" Type="http://schemas.openxmlformats.org/officeDocument/2006/relationships/tags" Target="../tags/tag236.xml"/><Relationship Id="rId2" Type="http://schemas.openxmlformats.org/officeDocument/2006/relationships/tags" Target="../tags/tag235.xml"/><Relationship Id="rId1" Type="http://schemas.openxmlformats.org/officeDocument/2006/relationships/tags" Target="../tags/tag234.xml"/></Relationships>
</file>

<file path=ppt/slides/_rels/slide17.xml.rels><?xml version="1.0" encoding="UTF-8" standalone="yes"?>
<Relationships xmlns="http://schemas.openxmlformats.org/package/2006/relationships"><Relationship Id="rId7" Type="http://schemas.openxmlformats.org/officeDocument/2006/relationships/slideLayout" Target="../slideLayouts/slideLayout17.xml"/><Relationship Id="rId6" Type="http://schemas.openxmlformats.org/officeDocument/2006/relationships/tags" Target="../tags/tag245.xml"/><Relationship Id="rId5" Type="http://schemas.openxmlformats.org/officeDocument/2006/relationships/tags" Target="../tags/tag244.xml"/><Relationship Id="rId4" Type="http://schemas.openxmlformats.org/officeDocument/2006/relationships/tags" Target="../tags/tag243.xml"/><Relationship Id="rId3" Type="http://schemas.openxmlformats.org/officeDocument/2006/relationships/tags" Target="../tags/tag242.xml"/><Relationship Id="rId2" Type="http://schemas.openxmlformats.org/officeDocument/2006/relationships/tags" Target="../tags/tag241.xml"/><Relationship Id="rId1" Type="http://schemas.openxmlformats.org/officeDocument/2006/relationships/tags" Target="../tags/tag240.xml"/></Relationships>
</file>

<file path=ppt/slides/_rels/slide18.xml.rels><?xml version="1.0" encoding="UTF-8" standalone="yes"?>
<Relationships xmlns="http://schemas.openxmlformats.org/package/2006/relationships"><Relationship Id="rId7" Type="http://schemas.openxmlformats.org/officeDocument/2006/relationships/slideLayout" Target="../slideLayouts/slideLayout17.xml"/><Relationship Id="rId6" Type="http://schemas.openxmlformats.org/officeDocument/2006/relationships/tags" Target="../tags/tag251.xml"/><Relationship Id="rId5" Type="http://schemas.openxmlformats.org/officeDocument/2006/relationships/tags" Target="../tags/tag250.xml"/><Relationship Id="rId4" Type="http://schemas.openxmlformats.org/officeDocument/2006/relationships/tags" Target="../tags/tag249.xml"/><Relationship Id="rId3" Type="http://schemas.openxmlformats.org/officeDocument/2006/relationships/tags" Target="../tags/tag248.xml"/><Relationship Id="rId2" Type="http://schemas.openxmlformats.org/officeDocument/2006/relationships/tags" Target="../tags/tag247.xml"/><Relationship Id="rId1" Type="http://schemas.openxmlformats.org/officeDocument/2006/relationships/tags" Target="../tags/tag246.xml"/></Relationships>
</file>

<file path=ppt/slides/_rels/slide19.xml.rels><?xml version="1.0" encoding="UTF-8" standalone="yes"?>
<Relationships xmlns="http://schemas.openxmlformats.org/package/2006/relationships"><Relationship Id="rId9" Type="http://schemas.openxmlformats.org/officeDocument/2006/relationships/tags" Target="../tags/tag260.xml"/><Relationship Id="rId8" Type="http://schemas.openxmlformats.org/officeDocument/2006/relationships/tags" Target="../tags/tag259.xml"/><Relationship Id="rId7" Type="http://schemas.openxmlformats.org/officeDocument/2006/relationships/tags" Target="../tags/tag258.xml"/><Relationship Id="rId6" Type="http://schemas.openxmlformats.org/officeDocument/2006/relationships/tags" Target="../tags/tag257.xml"/><Relationship Id="rId5" Type="http://schemas.openxmlformats.org/officeDocument/2006/relationships/tags" Target="../tags/tag256.xml"/><Relationship Id="rId4" Type="http://schemas.openxmlformats.org/officeDocument/2006/relationships/tags" Target="../tags/tag255.xml"/><Relationship Id="rId3" Type="http://schemas.openxmlformats.org/officeDocument/2006/relationships/tags" Target="../tags/tag254.xml"/><Relationship Id="rId2" Type="http://schemas.openxmlformats.org/officeDocument/2006/relationships/tags" Target="../tags/tag253.xml"/><Relationship Id="rId12" Type="http://schemas.openxmlformats.org/officeDocument/2006/relationships/slideLayout" Target="../slideLayouts/slideLayout17.xml"/><Relationship Id="rId11" Type="http://schemas.openxmlformats.org/officeDocument/2006/relationships/tags" Target="../tags/tag262.xml"/><Relationship Id="rId10" Type="http://schemas.openxmlformats.org/officeDocument/2006/relationships/tags" Target="../tags/tag261.xml"/><Relationship Id="rId1" Type="http://schemas.openxmlformats.org/officeDocument/2006/relationships/tags" Target="../tags/tag252.xml"/></Relationships>
</file>

<file path=ppt/slides/_rels/slide20.xml.rels><?xml version="1.0" encoding="UTF-8" standalone="yes"?>
<Relationships xmlns="http://schemas.openxmlformats.org/package/2006/relationships"><Relationship Id="rId7" Type="http://schemas.openxmlformats.org/officeDocument/2006/relationships/slideLayout" Target="../slideLayouts/slideLayout17.xml"/><Relationship Id="rId6" Type="http://schemas.openxmlformats.org/officeDocument/2006/relationships/tags" Target="../tags/tag268.xml"/><Relationship Id="rId5" Type="http://schemas.openxmlformats.org/officeDocument/2006/relationships/tags" Target="../tags/tag267.xml"/><Relationship Id="rId4" Type="http://schemas.openxmlformats.org/officeDocument/2006/relationships/tags" Target="../tags/tag266.xml"/><Relationship Id="rId3" Type="http://schemas.openxmlformats.org/officeDocument/2006/relationships/tags" Target="../tags/tag265.xml"/><Relationship Id="rId2" Type="http://schemas.openxmlformats.org/officeDocument/2006/relationships/tags" Target="../tags/tag264.xml"/><Relationship Id="rId1" Type="http://schemas.openxmlformats.org/officeDocument/2006/relationships/tags" Target="../tags/tag263.xml"/></Relationships>
</file>

<file path=ppt/slides/_rels/slide21.xml.rels><?xml version="1.0" encoding="UTF-8" standalone="yes"?>
<Relationships xmlns="http://schemas.openxmlformats.org/package/2006/relationships"><Relationship Id="rId5" Type="http://schemas.openxmlformats.org/officeDocument/2006/relationships/notesSlide" Target="../notesSlides/notesSlide3.xml"/><Relationship Id="rId4" Type="http://schemas.openxmlformats.org/officeDocument/2006/relationships/slideLayout" Target="../slideLayouts/slideLayout11.xml"/><Relationship Id="rId3" Type="http://schemas.openxmlformats.org/officeDocument/2006/relationships/tags" Target="../tags/tag271.xml"/><Relationship Id="rId2" Type="http://schemas.openxmlformats.org/officeDocument/2006/relationships/tags" Target="../tags/tag270.xml"/><Relationship Id="rId1" Type="http://schemas.openxmlformats.org/officeDocument/2006/relationships/tags" Target="../tags/tag269.xml"/></Relationships>
</file>

<file path=ppt/slides/_rels/slide22.xml.rels><?xml version="1.0" encoding="UTF-8" standalone="yes"?>
<Relationships xmlns="http://schemas.openxmlformats.org/package/2006/relationships"><Relationship Id="rId7" Type="http://schemas.openxmlformats.org/officeDocument/2006/relationships/slideLayout" Target="../slideLayouts/slideLayout17.xml"/><Relationship Id="rId6" Type="http://schemas.openxmlformats.org/officeDocument/2006/relationships/tags" Target="../tags/tag277.xml"/><Relationship Id="rId5" Type="http://schemas.openxmlformats.org/officeDocument/2006/relationships/tags" Target="../tags/tag276.xml"/><Relationship Id="rId4" Type="http://schemas.openxmlformats.org/officeDocument/2006/relationships/tags" Target="../tags/tag275.xml"/><Relationship Id="rId3" Type="http://schemas.openxmlformats.org/officeDocument/2006/relationships/tags" Target="../tags/tag274.xml"/><Relationship Id="rId2" Type="http://schemas.openxmlformats.org/officeDocument/2006/relationships/tags" Target="../tags/tag273.xml"/><Relationship Id="rId1" Type="http://schemas.openxmlformats.org/officeDocument/2006/relationships/tags" Target="../tags/tag272.xml"/></Relationships>
</file>

<file path=ppt/slides/_rels/slide23.xml.rels><?xml version="1.0" encoding="UTF-8" standalone="yes"?>
<Relationships xmlns="http://schemas.openxmlformats.org/package/2006/relationships"><Relationship Id="rId7" Type="http://schemas.openxmlformats.org/officeDocument/2006/relationships/slideLayout" Target="../slideLayouts/slideLayout17.xml"/><Relationship Id="rId6" Type="http://schemas.openxmlformats.org/officeDocument/2006/relationships/tags" Target="../tags/tag283.xml"/><Relationship Id="rId5" Type="http://schemas.openxmlformats.org/officeDocument/2006/relationships/tags" Target="../tags/tag282.xml"/><Relationship Id="rId4" Type="http://schemas.openxmlformats.org/officeDocument/2006/relationships/tags" Target="../tags/tag281.xml"/><Relationship Id="rId3" Type="http://schemas.openxmlformats.org/officeDocument/2006/relationships/tags" Target="../tags/tag280.xml"/><Relationship Id="rId2" Type="http://schemas.openxmlformats.org/officeDocument/2006/relationships/tags" Target="../tags/tag279.xml"/><Relationship Id="rId1" Type="http://schemas.openxmlformats.org/officeDocument/2006/relationships/tags" Target="../tags/tag278.xml"/></Relationships>
</file>

<file path=ppt/slides/_rels/slide24.xml.rels><?xml version="1.0" encoding="UTF-8" standalone="yes"?>
<Relationships xmlns="http://schemas.openxmlformats.org/package/2006/relationships"><Relationship Id="rId7" Type="http://schemas.openxmlformats.org/officeDocument/2006/relationships/slideLayout" Target="../slideLayouts/slideLayout17.xml"/><Relationship Id="rId6" Type="http://schemas.openxmlformats.org/officeDocument/2006/relationships/tags" Target="../tags/tag289.xml"/><Relationship Id="rId5" Type="http://schemas.openxmlformats.org/officeDocument/2006/relationships/tags" Target="../tags/tag288.xml"/><Relationship Id="rId4" Type="http://schemas.openxmlformats.org/officeDocument/2006/relationships/tags" Target="../tags/tag287.xml"/><Relationship Id="rId3" Type="http://schemas.openxmlformats.org/officeDocument/2006/relationships/tags" Target="../tags/tag286.xml"/><Relationship Id="rId2" Type="http://schemas.openxmlformats.org/officeDocument/2006/relationships/tags" Target="../tags/tag285.xml"/><Relationship Id="rId1" Type="http://schemas.openxmlformats.org/officeDocument/2006/relationships/tags" Target="../tags/tag284.xml"/></Relationships>
</file>

<file path=ppt/slides/_rels/slide25.xml.rels><?xml version="1.0" encoding="UTF-8" standalone="yes"?>
<Relationships xmlns="http://schemas.openxmlformats.org/package/2006/relationships"><Relationship Id="rId9" Type="http://schemas.openxmlformats.org/officeDocument/2006/relationships/tags" Target="../tags/tag298.xml"/><Relationship Id="rId8" Type="http://schemas.openxmlformats.org/officeDocument/2006/relationships/tags" Target="../tags/tag297.xml"/><Relationship Id="rId7" Type="http://schemas.openxmlformats.org/officeDocument/2006/relationships/tags" Target="../tags/tag296.xml"/><Relationship Id="rId6" Type="http://schemas.openxmlformats.org/officeDocument/2006/relationships/tags" Target="../tags/tag295.xml"/><Relationship Id="rId5" Type="http://schemas.openxmlformats.org/officeDocument/2006/relationships/tags" Target="../tags/tag294.xml"/><Relationship Id="rId4" Type="http://schemas.openxmlformats.org/officeDocument/2006/relationships/tags" Target="../tags/tag293.xml"/><Relationship Id="rId3" Type="http://schemas.openxmlformats.org/officeDocument/2006/relationships/tags" Target="../tags/tag292.xml"/><Relationship Id="rId2" Type="http://schemas.openxmlformats.org/officeDocument/2006/relationships/tags" Target="../tags/tag291.xml"/><Relationship Id="rId12" Type="http://schemas.openxmlformats.org/officeDocument/2006/relationships/slideLayout" Target="../slideLayouts/slideLayout17.xml"/><Relationship Id="rId11" Type="http://schemas.openxmlformats.org/officeDocument/2006/relationships/tags" Target="../tags/tag300.xml"/><Relationship Id="rId10" Type="http://schemas.openxmlformats.org/officeDocument/2006/relationships/tags" Target="../tags/tag299.xml"/><Relationship Id="rId1" Type="http://schemas.openxmlformats.org/officeDocument/2006/relationships/tags" Target="../tags/tag290.xml"/></Relationships>
</file>

<file path=ppt/slides/_rels/slide26.xml.rels><?xml version="1.0" encoding="UTF-8" standalone="yes"?>
<Relationships xmlns="http://schemas.openxmlformats.org/package/2006/relationships"><Relationship Id="rId9" Type="http://schemas.openxmlformats.org/officeDocument/2006/relationships/tags" Target="../tags/tag309.xml"/><Relationship Id="rId8" Type="http://schemas.openxmlformats.org/officeDocument/2006/relationships/tags" Target="../tags/tag308.xml"/><Relationship Id="rId7" Type="http://schemas.openxmlformats.org/officeDocument/2006/relationships/tags" Target="../tags/tag307.xml"/><Relationship Id="rId6" Type="http://schemas.openxmlformats.org/officeDocument/2006/relationships/tags" Target="../tags/tag306.xml"/><Relationship Id="rId5" Type="http://schemas.openxmlformats.org/officeDocument/2006/relationships/tags" Target="../tags/tag305.xml"/><Relationship Id="rId4" Type="http://schemas.openxmlformats.org/officeDocument/2006/relationships/tags" Target="../tags/tag304.xml"/><Relationship Id="rId3" Type="http://schemas.openxmlformats.org/officeDocument/2006/relationships/tags" Target="../tags/tag303.xml"/><Relationship Id="rId2" Type="http://schemas.openxmlformats.org/officeDocument/2006/relationships/tags" Target="../tags/tag302.xml"/><Relationship Id="rId12" Type="http://schemas.openxmlformats.org/officeDocument/2006/relationships/slideLayout" Target="../slideLayouts/slideLayout17.xml"/><Relationship Id="rId11" Type="http://schemas.openxmlformats.org/officeDocument/2006/relationships/tags" Target="../tags/tag311.xml"/><Relationship Id="rId10" Type="http://schemas.openxmlformats.org/officeDocument/2006/relationships/tags" Target="../tags/tag310.xml"/><Relationship Id="rId1" Type="http://schemas.openxmlformats.org/officeDocument/2006/relationships/tags" Target="../tags/tag301.xml"/></Relationships>
</file>

<file path=ppt/slides/_rels/slide27.xml.rels><?xml version="1.0" encoding="UTF-8" standalone="yes"?>
<Relationships xmlns="http://schemas.openxmlformats.org/package/2006/relationships"><Relationship Id="rId7" Type="http://schemas.openxmlformats.org/officeDocument/2006/relationships/slideLayout" Target="../slideLayouts/slideLayout17.xml"/><Relationship Id="rId6" Type="http://schemas.openxmlformats.org/officeDocument/2006/relationships/tags" Target="../tags/tag317.xml"/><Relationship Id="rId5" Type="http://schemas.openxmlformats.org/officeDocument/2006/relationships/tags" Target="../tags/tag316.xml"/><Relationship Id="rId4" Type="http://schemas.openxmlformats.org/officeDocument/2006/relationships/tags" Target="../tags/tag315.xml"/><Relationship Id="rId3" Type="http://schemas.openxmlformats.org/officeDocument/2006/relationships/tags" Target="../tags/tag314.xml"/><Relationship Id="rId2" Type="http://schemas.openxmlformats.org/officeDocument/2006/relationships/tags" Target="../tags/tag313.xml"/><Relationship Id="rId1" Type="http://schemas.openxmlformats.org/officeDocument/2006/relationships/tags" Target="../tags/tag312.xml"/></Relationships>
</file>

<file path=ppt/slides/_rels/slide28.xml.rels><?xml version="1.0" encoding="UTF-8" standalone="yes"?>
<Relationships xmlns="http://schemas.openxmlformats.org/package/2006/relationships"><Relationship Id="rId7" Type="http://schemas.openxmlformats.org/officeDocument/2006/relationships/slideLayout" Target="../slideLayouts/slideLayout17.xml"/><Relationship Id="rId6" Type="http://schemas.openxmlformats.org/officeDocument/2006/relationships/tags" Target="../tags/tag323.xml"/><Relationship Id="rId5" Type="http://schemas.openxmlformats.org/officeDocument/2006/relationships/tags" Target="../tags/tag322.xml"/><Relationship Id="rId4" Type="http://schemas.openxmlformats.org/officeDocument/2006/relationships/tags" Target="../tags/tag321.xml"/><Relationship Id="rId3" Type="http://schemas.openxmlformats.org/officeDocument/2006/relationships/tags" Target="../tags/tag320.xml"/><Relationship Id="rId2" Type="http://schemas.openxmlformats.org/officeDocument/2006/relationships/tags" Target="../tags/tag319.xml"/><Relationship Id="rId1" Type="http://schemas.openxmlformats.org/officeDocument/2006/relationships/tags" Target="../tags/tag318.xml"/></Relationships>
</file>

<file path=ppt/slides/_rels/slide29.xml.rels><?xml version="1.0" encoding="UTF-8" standalone="yes"?>
<Relationships xmlns="http://schemas.openxmlformats.org/package/2006/relationships"><Relationship Id="rId7" Type="http://schemas.openxmlformats.org/officeDocument/2006/relationships/slideLayout" Target="../slideLayouts/slideLayout17.xml"/><Relationship Id="rId6" Type="http://schemas.openxmlformats.org/officeDocument/2006/relationships/tags" Target="../tags/tag329.xml"/><Relationship Id="rId5" Type="http://schemas.openxmlformats.org/officeDocument/2006/relationships/tags" Target="../tags/tag328.xml"/><Relationship Id="rId4" Type="http://schemas.openxmlformats.org/officeDocument/2006/relationships/tags" Target="../tags/tag327.xml"/><Relationship Id="rId3" Type="http://schemas.openxmlformats.org/officeDocument/2006/relationships/tags" Target="../tags/tag326.xml"/><Relationship Id="rId2" Type="http://schemas.openxmlformats.org/officeDocument/2006/relationships/tags" Target="../tags/tag325.xml"/><Relationship Id="rId1" Type="http://schemas.openxmlformats.org/officeDocument/2006/relationships/tags" Target="../tags/tag324.xml"/></Relationships>
</file>

<file path=ppt/slides/_rels/slide30.xml.rels><?xml version="1.0" encoding="UTF-8" standalone="yes"?>
<Relationships xmlns="http://schemas.openxmlformats.org/package/2006/relationships"><Relationship Id="rId7" Type="http://schemas.openxmlformats.org/officeDocument/2006/relationships/slideLayout" Target="../slideLayouts/slideLayout17.xml"/><Relationship Id="rId6" Type="http://schemas.openxmlformats.org/officeDocument/2006/relationships/tags" Target="../tags/tag335.xml"/><Relationship Id="rId5" Type="http://schemas.openxmlformats.org/officeDocument/2006/relationships/tags" Target="../tags/tag334.xml"/><Relationship Id="rId4" Type="http://schemas.openxmlformats.org/officeDocument/2006/relationships/tags" Target="../tags/tag333.xml"/><Relationship Id="rId3" Type="http://schemas.openxmlformats.org/officeDocument/2006/relationships/tags" Target="../tags/tag332.xml"/><Relationship Id="rId2" Type="http://schemas.openxmlformats.org/officeDocument/2006/relationships/tags" Target="../tags/tag331.xml"/><Relationship Id="rId1" Type="http://schemas.openxmlformats.org/officeDocument/2006/relationships/tags" Target="../tags/tag330.xml"/></Relationships>
</file>

<file path=ppt/slides/_rels/slide31.xml.rels><?xml version="1.0" encoding="UTF-8" standalone="yes"?>
<Relationships xmlns="http://schemas.openxmlformats.org/package/2006/relationships"><Relationship Id="rId9" Type="http://schemas.openxmlformats.org/officeDocument/2006/relationships/tags" Target="../tags/tag344.xml"/><Relationship Id="rId8" Type="http://schemas.openxmlformats.org/officeDocument/2006/relationships/tags" Target="../tags/tag343.xml"/><Relationship Id="rId7" Type="http://schemas.openxmlformats.org/officeDocument/2006/relationships/tags" Target="../tags/tag342.xml"/><Relationship Id="rId6" Type="http://schemas.openxmlformats.org/officeDocument/2006/relationships/tags" Target="../tags/tag341.xml"/><Relationship Id="rId5" Type="http://schemas.openxmlformats.org/officeDocument/2006/relationships/tags" Target="../tags/tag340.xml"/><Relationship Id="rId4" Type="http://schemas.openxmlformats.org/officeDocument/2006/relationships/tags" Target="../tags/tag339.xml"/><Relationship Id="rId3" Type="http://schemas.openxmlformats.org/officeDocument/2006/relationships/tags" Target="../tags/tag338.xml"/><Relationship Id="rId2" Type="http://schemas.openxmlformats.org/officeDocument/2006/relationships/tags" Target="../tags/tag337.xml"/><Relationship Id="rId12" Type="http://schemas.openxmlformats.org/officeDocument/2006/relationships/slideLayout" Target="../slideLayouts/slideLayout17.xml"/><Relationship Id="rId11" Type="http://schemas.openxmlformats.org/officeDocument/2006/relationships/tags" Target="../tags/tag346.xml"/><Relationship Id="rId10" Type="http://schemas.openxmlformats.org/officeDocument/2006/relationships/tags" Target="../tags/tag345.xml"/><Relationship Id="rId1" Type="http://schemas.openxmlformats.org/officeDocument/2006/relationships/tags" Target="../tags/tag336.xml"/></Relationships>
</file>

<file path=ppt/slides/_rels/slide32.xml.rels><?xml version="1.0" encoding="UTF-8" standalone="yes"?>
<Relationships xmlns="http://schemas.openxmlformats.org/package/2006/relationships"><Relationship Id="rId9" Type="http://schemas.openxmlformats.org/officeDocument/2006/relationships/tags" Target="../tags/tag355.xml"/><Relationship Id="rId8" Type="http://schemas.openxmlformats.org/officeDocument/2006/relationships/tags" Target="../tags/tag354.xml"/><Relationship Id="rId7" Type="http://schemas.openxmlformats.org/officeDocument/2006/relationships/tags" Target="../tags/tag353.xml"/><Relationship Id="rId6" Type="http://schemas.openxmlformats.org/officeDocument/2006/relationships/tags" Target="../tags/tag352.xml"/><Relationship Id="rId5" Type="http://schemas.openxmlformats.org/officeDocument/2006/relationships/tags" Target="../tags/tag351.xml"/><Relationship Id="rId4" Type="http://schemas.openxmlformats.org/officeDocument/2006/relationships/tags" Target="../tags/tag350.xml"/><Relationship Id="rId3" Type="http://schemas.openxmlformats.org/officeDocument/2006/relationships/tags" Target="../tags/tag349.xml"/><Relationship Id="rId2" Type="http://schemas.openxmlformats.org/officeDocument/2006/relationships/tags" Target="../tags/tag348.xml"/><Relationship Id="rId12" Type="http://schemas.openxmlformats.org/officeDocument/2006/relationships/slideLayout" Target="../slideLayouts/slideLayout17.xml"/><Relationship Id="rId11" Type="http://schemas.openxmlformats.org/officeDocument/2006/relationships/tags" Target="../tags/tag357.xml"/><Relationship Id="rId10" Type="http://schemas.openxmlformats.org/officeDocument/2006/relationships/tags" Target="../tags/tag356.xml"/><Relationship Id="rId1" Type="http://schemas.openxmlformats.org/officeDocument/2006/relationships/tags" Target="../tags/tag347.xml"/></Relationships>
</file>

<file path=ppt/slides/_rels/slide33.xml.rels><?xml version="1.0" encoding="UTF-8" standalone="yes"?>
<Relationships xmlns="http://schemas.openxmlformats.org/package/2006/relationships"><Relationship Id="rId7" Type="http://schemas.openxmlformats.org/officeDocument/2006/relationships/slideLayout" Target="../slideLayouts/slideLayout17.xml"/><Relationship Id="rId6" Type="http://schemas.openxmlformats.org/officeDocument/2006/relationships/tags" Target="../tags/tag363.xml"/><Relationship Id="rId5" Type="http://schemas.openxmlformats.org/officeDocument/2006/relationships/tags" Target="../tags/tag362.xml"/><Relationship Id="rId4" Type="http://schemas.openxmlformats.org/officeDocument/2006/relationships/tags" Target="../tags/tag361.xml"/><Relationship Id="rId3" Type="http://schemas.openxmlformats.org/officeDocument/2006/relationships/tags" Target="../tags/tag360.xml"/><Relationship Id="rId2" Type="http://schemas.openxmlformats.org/officeDocument/2006/relationships/tags" Target="../tags/tag359.xml"/><Relationship Id="rId1" Type="http://schemas.openxmlformats.org/officeDocument/2006/relationships/tags" Target="../tags/tag358.xml"/></Relationships>
</file>

<file path=ppt/slides/_rels/slide34.xml.rels><?xml version="1.0" encoding="UTF-8" standalone="yes"?>
<Relationships xmlns="http://schemas.openxmlformats.org/package/2006/relationships"><Relationship Id="rId7" Type="http://schemas.openxmlformats.org/officeDocument/2006/relationships/slideLayout" Target="../slideLayouts/slideLayout17.xml"/><Relationship Id="rId6" Type="http://schemas.openxmlformats.org/officeDocument/2006/relationships/tags" Target="../tags/tag369.xml"/><Relationship Id="rId5" Type="http://schemas.openxmlformats.org/officeDocument/2006/relationships/tags" Target="../tags/tag368.xml"/><Relationship Id="rId4" Type="http://schemas.openxmlformats.org/officeDocument/2006/relationships/tags" Target="../tags/tag367.xml"/><Relationship Id="rId3" Type="http://schemas.openxmlformats.org/officeDocument/2006/relationships/tags" Target="../tags/tag366.xml"/><Relationship Id="rId2" Type="http://schemas.openxmlformats.org/officeDocument/2006/relationships/tags" Target="../tags/tag365.xml"/><Relationship Id="rId1" Type="http://schemas.openxmlformats.org/officeDocument/2006/relationships/tags" Target="../tags/tag364.xml"/></Relationships>
</file>

<file path=ppt/slides/_rels/slide35.xml.rels><?xml version="1.0" encoding="UTF-8" standalone="yes"?>
<Relationships xmlns="http://schemas.openxmlformats.org/package/2006/relationships"><Relationship Id="rId9" Type="http://schemas.openxmlformats.org/officeDocument/2006/relationships/tags" Target="../tags/tag378.xml"/><Relationship Id="rId8" Type="http://schemas.openxmlformats.org/officeDocument/2006/relationships/tags" Target="../tags/tag377.xml"/><Relationship Id="rId7" Type="http://schemas.openxmlformats.org/officeDocument/2006/relationships/tags" Target="../tags/tag376.xml"/><Relationship Id="rId6" Type="http://schemas.openxmlformats.org/officeDocument/2006/relationships/tags" Target="../tags/tag375.xml"/><Relationship Id="rId5" Type="http://schemas.openxmlformats.org/officeDocument/2006/relationships/tags" Target="../tags/tag374.xml"/><Relationship Id="rId4" Type="http://schemas.openxmlformats.org/officeDocument/2006/relationships/tags" Target="../tags/tag373.xml"/><Relationship Id="rId3" Type="http://schemas.openxmlformats.org/officeDocument/2006/relationships/tags" Target="../tags/tag372.xml"/><Relationship Id="rId2" Type="http://schemas.openxmlformats.org/officeDocument/2006/relationships/tags" Target="../tags/tag371.xml"/><Relationship Id="rId12" Type="http://schemas.openxmlformats.org/officeDocument/2006/relationships/slideLayout" Target="../slideLayouts/slideLayout17.xml"/><Relationship Id="rId11" Type="http://schemas.openxmlformats.org/officeDocument/2006/relationships/tags" Target="../tags/tag380.xml"/><Relationship Id="rId10" Type="http://schemas.openxmlformats.org/officeDocument/2006/relationships/tags" Target="../tags/tag379.xml"/><Relationship Id="rId1" Type="http://schemas.openxmlformats.org/officeDocument/2006/relationships/tags" Target="../tags/tag370.xml"/></Relationships>
</file>

<file path=ppt/slides/_rels/slide36.xml.rels><?xml version="1.0" encoding="UTF-8" standalone="yes"?>
<Relationships xmlns="http://schemas.openxmlformats.org/package/2006/relationships"><Relationship Id="rId7" Type="http://schemas.openxmlformats.org/officeDocument/2006/relationships/slideLayout" Target="../slideLayouts/slideLayout17.xml"/><Relationship Id="rId6" Type="http://schemas.openxmlformats.org/officeDocument/2006/relationships/tags" Target="../tags/tag386.xml"/><Relationship Id="rId5" Type="http://schemas.openxmlformats.org/officeDocument/2006/relationships/tags" Target="../tags/tag385.xml"/><Relationship Id="rId4" Type="http://schemas.openxmlformats.org/officeDocument/2006/relationships/tags" Target="../tags/tag384.xml"/><Relationship Id="rId3" Type="http://schemas.openxmlformats.org/officeDocument/2006/relationships/tags" Target="../tags/tag383.xml"/><Relationship Id="rId2" Type="http://schemas.openxmlformats.org/officeDocument/2006/relationships/tags" Target="../tags/tag382.xml"/><Relationship Id="rId1" Type="http://schemas.openxmlformats.org/officeDocument/2006/relationships/tags" Target="../tags/tag381.xml"/></Relationships>
</file>

<file path=ppt/slides/_rels/slide37.xml.rels><?xml version="1.0" encoding="UTF-8" standalone="yes"?>
<Relationships xmlns="http://schemas.openxmlformats.org/package/2006/relationships"><Relationship Id="rId9" Type="http://schemas.openxmlformats.org/officeDocument/2006/relationships/tags" Target="../tags/tag395.xml"/><Relationship Id="rId8" Type="http://schemas.openxmlformats.org/officeDocument/2006/relationships/tags" Target="../tags/tag394.xml"/><Relationship Id="rId7" Type="http://schemas.openxmlformats.org/officeDocument/2006/relationships/tags" Target="../tags/tag393.xml"/><Relationship Id="rId6" Type="http://schemas.openxmlformats.org/officeDocument/2006/relationships/tags" Target="../tags/tag392.xml"/><Relationship Id="rId5" Type="http://schemas.openxmlformats.org/officeDocument/2006/relationships/tags" Target="../tags/tag391.xml"/><Relationship Id="rId4" Type="http://schemas.openxmlformats.org/officeDocument/2006/relationships/tags" Target="../tags/tag390.xml"/><Relationship Id="rId3" Type="http://schemas.openxmlformats.org/officeDocument/2006/relationships/tags" Target="../tags/tag389.xml"/><Relationship Id="rId2" Type="http://schemas.openxmlformats.org/officeDocument/2006/relationships/tags" Target="../tags/tag388.xml"/><Relationship Id="rId12" Type="http://schemas.openxmlformats.org/officeDocument/2006/relationships/slideLayout" Target="../slideLayouts/slideLayout17.xml"/><Relationship Id="rId11" Type="http://schemas.openxmlformats.org/officeDocument/2006/relationships/tags" Target="../tags/tag397.xml"/><Relationship Id="rId10" Type="http://schemas.openxmlformats.org/officeDocument/2006/relationships/tags" Target="../tags/tag396.xml"/><Relationship Id="rId1" Type="http://schemas.openxmlformats.org/officeDocument/2006/relationships/tags" Target="../tags/tag387.xml"/></Relationships>
</file>

<file path=ppt/slides/_rels/slide38.xml.rels><?xml version="1.0" encoding="UTF-8" standalone="yes"?>
<Relationships xmlns="http://schemas.openxmlformats.org/package/2006/relationships"><Relationship Id="rId7" Type="http://schemas.openxmlformats.org/officeDocument/2006/relationships/slideLayout" Target="../slideLayouts/slideLayout17.xml"/><Relationship Id="rId6" Type="http://schemas.openxmlformats.org/officeDocument/2006/relationships/tags" Target="../tags/tag403.xml"/><Relationship Id="rId5" Type="http://schemas.openxmlformats.org/officeDocument/2006/relationships/tags" Target="../tags/tag402.xml"/><Relationship Id="rId4" Type="http://schemas.openxmlformats.org/officeDocument/2006/relationships/tags" Target="../tags/tag401.xml"/><Relationship Id="rId3" Type="http://schemas.openxmlformats.org/officeDocument/2006/relationships/tags" Target="../tags/tag400.xml"/><Relationship Id="rId2" Type="http://schemas.openxmlformats.org/officeDocument/2006/relationships/tags" Target="../tags/tag399.xml"/><Relationship Id="rId1" Type="http://schemas.openxmlformats.org/officeDocument/2006/relationships/tags" Target="../tags/tag398.xml"/></Relationships>
</file>

<file path=ppt/slides/_rels/slide39.xml.rels><?xml version="1.0" encoding="UTF-8" standalone="yes"?>
<Relationships xmlns="http://schemas.openxmlformats.org/package/2006/relationships"><Relationship Id="rId9" Type="http://schemas.openxmlformats.org/officeDocument/2006/relationships/tags" Target="../tags/tag412.xml"/><Relationship Id="rId8" Type="http://schemas.openxmlformats.org/officeDocument/2006/relationships/tags" Target="../tags/tag411.xml"/><Relationship Id="rId7" Type="http://schemas.openxmlformats.org/officeDocument/2006/relationships/tags" Target="../tags/tag410.xml"/><Relationship Id="rId6" Type="http://schemas.openxmlformats.org/officeDocument/2006/relationships/tags" Target="../tags/tag409.xml"/><Relationship Id="rId5" Type="http://schemas.openxmlformats.org/officeDocument/2006/relationships/tags" Target="../tags/tag408.xml"/><Relationship Id="rId4" Type="http://schemas.openxmlformats.org/officeDocument/2006/relationships/tags" Target="../tags/tag407.xml"/><Relationship Id="rId3" Type="http://schemas.openxmlformats.org/officeDocument/2006/relationships/tags" Target="../tags/tag406.xml"/><Relationship Id="rId2" Type="http://schemas.openxmlformats.org/officeDocument/2006/relationships/tags" Target="../tags/tag405.xml"/><Relationship Id="rId12" Type="http://schemas.openxmlformats.org/officeDocument/2006/relationships/slideLayout" Target="../slideLayouts/slideLayout17.xml"/><Relationship Id="rId11" Type="http://schemas.openxmlformats.org/officeDocument/2006/relationships/tags" Target="../tags/tag414.xml"/><Relationship Id="rId10" Type="http://schemas.openxmlformats.org/officeDocument/2006/relationships/tags" Target="../tags/tag413.xml"/><Relationship Id="rId1" Type="http://schemas.openxmlformats.org/officeDocument/2006/relationships/tags" Target="../tags/tag404.xml"/></Relationships>
</file>

<file path=ppt/slides/_rels/slide40.xml.rels><?xml version="1.0" encoding="UTF-8" standalone="yes"?>
<Relationships xmlns="http://schemas.openxmlformats.org/package/2006/relationships"><Relationship Id="rId9" Type="http://schemas.openxmlformats.org/officeDocument/2006/relationships/tags" Target="../tags/tag423.xml"/><Relationship Id="rId8" Type="http://schemas.openxmlformats.org/officeDocument/2006/relationships/tags" Target="../tags/tag422.xml"/><Relationship Id="rId7" Type="http://schemas.openxmlformats.org/officeDocument/2006/relationships/tags" Target="../tags/tag421.xml"/><Relationship Id="rId6" Type="http://schemas.openxmlformats.org/officeDocument/2006/relationships/tags" Target="../tags/tag420.xml"/><Relationship Id="rId5" Type="http://schemas.openxmlformats.org/officeDocument/2006/relationships/tags" Target="../tags/tag419.xml"/><Relationship Id="rId4" Type="http://schemas.openxmlformats.org/officeDocument/2006/relationships/tags" Target="../tags/tag418.xml"/><Relationship Id="rId3" Type="http://schemas.openxmlformats.org/officeDocument/2006/relationships/tags" Target="../tags/tag417.xml"/><Relationship Id="rId2" Type="http://schemas.openxmlformats.org/officeDocument/2006/relationships/tags" Target="../tags/tag416.xml"/><Relationship Id="rId12" Type="http://schemas.openxmlformats.org/officeDocument/2006/relationships/slideLayout" Target="../slideLayouts/slideLayout17.xml"/><Relationship Id="rId11" Type="http://schemas.openxmlformats.org/officeDocument/2006/relationships/tags" Target="../tags/tag425.xml"/><Relationship Id="rId10" Type="http://schemas.openxmlformats.org/officeDocument/2006/relationships/tags" Target="../tags/tag424.xml"/><Relationship Id="rId1" Type="http://schemas.openxmlformats.org/officeDocument/2006/relationships/tags" Target="../tags/tag415.xml"/></Relationships>
</file>

<file path=ppt/slides/_rels/slide41.xml.rels><?xml version="1.0" encoding="UTF-8" standalone="yes"?>
<Relationships xmlns="http://schemas.openxmlformats.org/package/2006/relationships"><Relationship Id="rId9" Type="http://schemas.openxmlformats.org/officeDocument/2006/relationships/tags" Target="../tags/tag434.xml"/><Relationship Id="rId8" Type="http://schemas.openxmlformats.org/officeDocument/2006/relationships/tags" Target="../tags/tag433.xml"/><Relationship Id="rId7" Type="http://schemas.openxmlformats.org/officeDocument/2006/relationships/tags" Target="../tags/tag432.xml"/><Relationship Id="rId6" Type="http://schemas.openxmlformats.org/officeDocument/2006/relationships/tags" Target="../tags/tag431.xml"/><Relationship Id="rId5" Type="http://schemas.openxmlformats.org/officeDocument/2006/relationships/tags" Target="../tags/tag430.xml"/><Relationship Id="rId4" Type="http://schemas.openxmlformats.org/officeDocument/2006/relationships/tags" Target="../tags/tag429.xml"/><Relationship Id="rId3" Type="http://schemas.openxmlformats.org/officeDocument/2006/relationships/tags" Target="../tags/tag428.xml"/><Relationship Id="rId2" Type="http://schemas.openxmlformats.org/officeDocument/2006/relationships/tags" Target="../tags/tag427.xml"/><Relationship Id="rId12" Type="http://schemas.openxmlformats.org/officeDocument/2006/relationships/slideLayout" Target="../slideLayouts/slideLayout17.xml"/><Relationship Id="rId11" Type="http://schemas.openxmlformats.org/officeDocument/2006/relationships/tags" Target="../tags/tag436.xml"/><Relationship Id="rId10" Type="http://schemas.openxmlformats.org/officeDocument/2006/relationships/tags" Target="../tags/tag435.xml"/><Relationship Id="rId1" Type="http://schemas.openxmlformats.org/officeDocument/2006/relationships/tags" Target="../tags/tag426.xml"/></Relationships>
</file>

<file path=ppt/slides/_rels/slide42.xml.rels><?xml version="1.0" encoding="UTF-8" standalone="yes"?>
<Relationships xmlns="http://schemas.openxmlformats.org/package/2006/relationships"><Relationship Id="rId5" Type="http://schemas.openxmlformats.org/officeDocument/2006/relationships/notesSlide" Target="../notesSlides/notesSlide4.xml"/><Relationship Id="rId4" Type="http://schemas.openxmlformats.org/officeDocument/2006/relationships/slideLayout" Target="../slideLayouts/slideLayout11.xml"/><Relationship Id="rId3" Type="http://schemas.openxmlformats.org/officeDocument/2006/relationships/tags" Target="../tags/tag439.xml"/><Relationship Id="rId2" Type="http://schemas.openxmlformats.org/officeDocument/2006/relationships/tags" Target="../tags/tag438.xml"/><Relationship Id="rId1" Type="http://schemas.openxmlformats.org/officeDocument/2006/relationships/tags" Target="../tags/tag437.xml"/></Relationships>
</file>

<file path=ppt/slides/_rels/slide43.xml.rels><?xml version="1.0" encoding="UTF-8" standalone="yes"?>
<Relationships xmlns="http://schemas.openxmlformats.org/package/2006/relationships"><Relationship Id="rId7" Type="http://schemas.openxmlformats.org/officeDocument/2006/relationships/slideLayout" Target="../slideLayouts/slideLayout17.xml"/><Relationship Id="rId6" Type="http://schemas.openxmlformats.org/officeDocument/2006/relationships/tags" Target="../tags/tag445.xml"/><Relationship Id="rId5" Type="http://schemas.openxmlformats.org/officeDocument/2006/relationships/tags" Target="../tags/tag444.xml"/><Relationship Id="rId4" Type="http://schemas.openxmlformats.org/officeDocument/2006/relationships/tags" Target="../tags/tag443.xml"/><Relationship Id="rId3" Type="http://schemas.openxmlformats.org/officeDocument/2006/relationships/tags" Target="../tags/tag442.xml"/><Relationship Id="rId2" Type="http://schemas.openxmlformats.org/officeDocument/2006/relationships/tags" Target="../tags/tag441.xml"/><Relationship Id="rId1" Type="http://schemas.openxmlformats.org/officeDocument/2006/relationships/tags" Target="../tags/tag440.xml"/></Relationships>
</file>

<file path=ppt/slides/_rels/slide44.xml.rels><?xml version="1.0" encoding="UTF-8" standalone="yes"?>
<Relationships xmlns="http://schemas.openxmlformats.org/package/2006/relationships"><Relationship Id="rId9" Type="http://schemas.openxmlformats.org/officeDocument/2006/relationships/tags" Target="../tags/tag454.xml"/><Relationship Id="rId8" Type="http://schemas.openxmlformats.org/officeDocument/2006/relationships/tags" Target="../tags/tag453.xml"/><Relationship Id="rId7" Type="http://schemas.openxmlformats.org/officeDocument/2006/relationships/tags" Target="../tags/tag452.xml"/><Relationship Id="rId6" Type="http://schemas.openxmlformats.org/officeDocument/2006/relationships/tags" Target="../tags/tag451.xml"/><Relationship Id="rId5" Type="http://schemas.openxmlformats.org/officeDocument/2006/relationships/tags" Target="../tags/tag450.xml"/><Relationship Id="rId4" Type="http://schemas.openxmlformats.org/officeDocument/2006/relationships/tags" Target="../tags/tag449.xml"/><Relationship Id="rId3" Type="http://schemas.openxmlformats.org/officeDocument/2006/relationships/tags" Target="../tags/tag448.xml"/><Relationship Id="rId2" Type="http://schemas.openxmlformats.org/officeDocument/2006/relationships/tags" Target="../tags/tag447.xml"/><Relationship Id="rId12" Type="http://schemas.openxmlformats.org/officeDocument/2006/relationships/slideLayout" Target="../slideLayouts/slideLayout17.xml"/><Relationship Id="rId11" Type="http://schemas.openxmlformats.org/officeDocument/2006/relationships/tags" Target="../tags/tag456.xml"/><Relationship Id="rId10" Type="http://schemas.openxmlformats.org/officeDocument/2006/relationships/tags" Target="../tags/tag455.xml"/><Relationship Id="rId1" Type="http://schemas.openxmlformats.org/officeDocument/2006/relationships/tags" Target="../tags/tag446.xml"/></Relationships>
</file>

<file path=ppt/slides/_rels/slide45.xml.rels><?xml version="1.0" encoding="UTF-8" standalone="yes"?>
<Relationships xmlns="http://schemas.openxmlformats.org/package/2006/relationships"><Relationship Id="rId7" Type="http://schemas.openxmlformats.org/officeDocument/2006/relationships/slideLayout" Target="../slideLayouts/slideLayout17.xml"/><Relationship Id="rId6" Type="http://schemas.openxmlformats.org/officeDocument/2006/relationships/tags" Target="../tags/tag462.xml"/><Relationship Id="rId5" Type="http://schemas.openxmlformats.org/officeDocument/2006/relationships/tags" Target="../tags/tag461.xml"/><Relationship Id="rId4" Type="http://schemas.openxmlformats.org/officeDocument/2006/relationships/tags" Target="../tags/tag460.xml"/><Relationship Id="rId3" Type="http://schemas.openxmlformats.org/officeDocument/2006/relationships/tags" Target="../tags/tag459.xml"/><Relationship Id="rId2" Type="http://schemas.openxmlformats.org/officeDocument/2006/relationships/tags" Target="../tags/tag458.xml"/><Relationship Id="rId1" Type="http://schemas.openxmlformats.org/officeDocument/2006/relationships/tags" Target="../tags/tag457.xml"/></Relationships>
</file>

<file path=ppt/slides/_rels/slide46.xml.rels><?xml version="1.0" encoding="UTF-8" standalone="yes"?>
<Relationships xmlns="http://schemas.openxmlformats.org/package/2006/relationships"><Relationship Id="rId7" Type="http://schemas.openxmlformats.org/officeDocument/2006/relationships/slideLayout" Target="../slideLayouts/slideLayout17.xml"/><Relationship Id="rId6" Type="http://schemas.openxmlformats.org/officeDocument/2006/relationships/tags" Target="../tags/tag468.xml"/><Relationship Id="rId5" Type="http://schemas.openxmlformats.org/officeDocument/2006/relationships/tags" Target="../tags/tag467.xml"/><Relationship Id="rId4" Type="http://schemas.openxmlformats.org/officeDocument/2006/relationships/tags" Target="../tags/tag466.xml"/><Relationship Id="rId3" Type="http://schemas.openxmlformats.org/officeDocument/2006/relationships/tags" Target="../tags/tag465.xml"/><Relationship Id="rId2" Type="http://schemas.openxmlformats.org/officeDocument/2006/relationships/tags" Target="../tags/tag464.xml"/><Relationship Id="rId1" Type="http://schemas.openxmlformats.org/officeDocument/2006/relationships/tags" Target="../tags/tag463.xml"/></Relationships>
</file>

<file path=ppt/slides/_rels/slide47.xml.rels><?xml version="1.0" encoding="UTF-8" standalone="yes"?>
<Relationships xmlns="http://schemas.openxmlformats.org/package/2006/relationships"><Relationship Id="rId7" Type="http://schemas.openxmlformats.org/officeDocument/2006/relationships/slideLayout" Target="../slideLayouts/slideLayout17.xml"/><Relationship Id="rId6" Type="http://schemas.openxmlformats.org/officeDocument/2006/relationships/tags" Target="../tags/tag474.xml"/><Relationship Id="rId5" Type="http://schemas.openxmlformats.org/officeDocument/2006/relationships/tags" Target="../tags/tag473.xml"/><Relationship Id="rId4" Type="http://schemas.openxmlformats.org/officeDocument/2006/relationships/tags" Target="../tags/tag472.xml"/><Relationship Id="rId3" Type="http://schemas.openxmlformats.org/officeDocument/2006/relationships/tags" Target="../tags/tag471.xml"/><Relationship Id="rId2" Type="http://schemas.openxmlformats.org/officeDocument/2006/relationships/tags" Target="../tags/tag470.xml"/><Relationship Id="rId1" Type="http://schemas.openxmlformats.org/officeDocument/2006/relationships/tags" Target="../tags/tag469.xml"/></Relationships>
</file>

<file path=ppt/slides/_rels/slide48.xml.rels><?xml version="1.0" encoding="UTF-8" standalone="yes"?>
<Relationships xmlns="http://schemas.openxmlformats.org/package/2006/relationships"><Relationship Id="rId7" Type="http://schemas.openxmlformats.org/officeDocument/2006/relationships/slideLayout" Target="../slideLayouts/slideLayout17.xml"/><Relationship Id="rId6" Type="http://schemas.openxmlformats.org/officeDocument/2006/relationships/tags" Target="../tags/tag480.xml"/><Relationship Id="rId5" Type="http://schemas.openxmlformats.org/officeDocument/2006/relationships/tags" Target="../tags/tag479.xml"/><Relationship Id="rId4" Type="http://schemas.openxmlformats.org/officeDocument/2006/relationships/tags" Target="../tags/tag478.xml"/><Relationship Id="rId3" Type="http://schemas.openxmlformats.org/officeDocument/2006/relationships/tags" Target="../tags/tag477.xml"/><Relationship Id="rId2" Type="http://schemas.openxmlformats.org/officeDocument/2006/relationships/tags" Target="../tags/tag476.xml"/><Relationship Id="rId1" Type="http://schemas.openxmlformats.org/officeDocument/2006/relationships/tags" Target="../tags/tag475.xml"/></Relationships>
</file>

<file path=ppt/slides/_rels/slide49.xml.rels><?xml version="1.0" encoding="UTF-8" standalone="yes"?>
<Relationships xmlns="http://schemas.openxmlformats.org/package/2006/relationships"><Relationship Id="rId7" Type="http://schemas.openxmlformats.org/officeDocument/2006/relationships/slideLayout" Target="../slideLayouts/slideLayout17.xml"/><Relationship Id="rId6" Type="http://schemas.openxmlformats.org/officeDocument/2006/relationships/tags" Target="../tags/tag486.xml"/><Relationship Id="rId5" Type="http://schemas.openxmlformats.org/officeDocument/2006/relationships/tags" Target="../tags/tag485.xml"/><Relationship Id="rId4" Type="http://schemas.openxmlformats.org/officeDocument/2006/relationships/tags" Target="../tags/tag484.xml"/><Relationship Id="rId3" Type="http://schemas.openxmlformats.org/officeDocument/2006/relationships/tags" Target="../tags/tag483.xml"/><Relationship Id="rId2" Type="http://schemas.openxmlformats.org/officeDocument/2006/relationships/tags" Target="../tags/tag482.xml"/><Relationship Id="rId1" Type="http://schemas.openxmlformats.org/officeDocument/2006/relationships/tags" Target="../tags/tag481.xml"/></Relationships>
</file>

<file path=ppt/slides/_rels/slide50.xml.rels><?xml version="1.0" encoding="UTF-8" standalone="yes"?>
<Relationships xmlns="http://schemas.openxmlformats.org/package/2006/relationships"><Relationship Id="rId7" Type="http://schemas.openxmlformats.org/officeDocument/2006/relationships/slideLayout" Target="../slideLayouts/slideLayout17.xml"/><Relationship Id="rId6" Type="http://schemas.openxmlformats.org/officeDocument/2006/relationships/tags" Target="../tags/tag492.xml"/><Relationship Id="rId5" Type="http://schemas.openxmlformats.org/officeDocument/2006/relationships/tags" Target="../tags/tag491.xml"/><Relationship Id="rId4" Type="http://schemas.openxmlformats.org/officeDocument/2006/relationships/tags" Target="../tags/tag490.xml"/><Relationship Id="rId3" Type="http://schemas.openxmlformats.org/officeDocument/2006/relationships/tags" Target="../tags/tag489.xml"/><Relationship Id="rId2" Type="http://schemas.openxmlformats.org/officeDocument/2006/relationships/tags" Target="../tags/tag488.xml"/><Relationship Id="rId1" Type="http://schemas.openxmlformats.org/officeDocument/2006/relationships/tags" Target="../tags/tag487.xml"/></Relationships>
</file>

<file path=ppt/slides/_rels/slide51.xml.rels><?xml version="1.0" encoding="UTF-8" standalone="yes"?>
<Relationships xmlns="http://schemas.openxmlformats.org/package/2006/relationships"><Relationship Id="rId9" Type="http://schemas.openxmlformats.org/officeDocument/2006/relationships/tags" Target="../tags/tag501.xml"/><Relationship Id="rId8" Type="http://schemas.openxmlformats.org/officeDocument/2006/relationships/tags" Target="../tags/tag500.xml"/><Relationship Id="rId7" Type="http://schemas.openxmlformats.org/officeDocument/2006/relationships/tags" Target="../tags/tag499.xml"/><Relationship Id="rId6" Type="http://schemas.openxmlformats.org/officeDocument/2006/relationships/tags" Target="../tags/tag498.xml"/><Relationship Id="rId5" Type="http://schemas.openxmlformats.org/officeDocument/2006/relationships/tags" Target="../tags/tag497.xml"/><Relationship Id="rId4" Type="http://schemas.openxmlformats.org/officeDocument/2006/relationships/tags" Target="../tags/tag496.xml"/><Relationship Id="rId3" Type="http://schemas.openxmlformats.org/officeDocument/2006/relationships/tags" Target="../tags/tag495.xml"/><Relationship Id="rId2" Type="http://schemas.openxmlformats.org/officeDocument/2006/relationships/tags" Target="../tags/tag494.xml"/><Relationship Id="rId12" Type="http://schemas.openxmlformats.org/officeDocument/2006/relationships/slideLayout" Target="../slideLayouts/slideLayout17.xml"/><Relationship Id="rId11" Type="http://schemas.openxmlformats.org/officeDocument/2006/relationships/tags" Target="../tags/tag503.xml"/><Relationship Id="rId10" Type="http://schemas.openxmlformats.org/officeDocument/2006/relationships/tags" Target="../tags/tag502.xml"/><Relationship Id="rId1" Type="http://schemas.openxmlformats.org/officeDocument/2006/relationships/tags" Target="../tags/tag493.xml"/></Relationships>
</file>

<file path=ppt/slides/_rels/slide52.xml.rels><?xml version="1.0" encoding="UTF-8" standalone="yes"?>
<Relationships xmlns="http://schemas.openxmlformats.org/package/2006/relationships"><Relationship Id="rId7" Type="http://schemas.openxmlformats.org/officeDocument/2006/relationships/slideLayout" Target="../slideLayouts/slideLayout17.xml"/><Relationship Id="rId6" Type="http://schemas.openxmlformats.org/officeDocument/2006/relationships/tags" Target="../tags/tag509.xml"/><Relationship Id="rId5" Type="http://schemas.openxmlformats.org/officeDocument/2006/relationships/tags" Target="../tags/tag508.xml"/><Relationship Id="rId4" Type="http://schemas.openxmlformats.org/officeDocument/2006/relationships/tags" Target="../tags/tag507.xml"/><Relationship Id="rId3" Type="http://schemas.openxmlformats.org/officeDocument/2006/relationships/tags" Target="../tags/tag506.xml"/><Relationship Id="rId2" Type="http://schemas.openxmlformats.org/officeDocument/2006/relationships/tags" Target="../tags/tag505.xml"/><Relationship Id="rId1" Type="http://schemas.openxmlformats.org/officeDocument/2006/relationships/tags" Target="../tags/tag504.xml"/></Relationships>
</file>

<file path=ppt/slides/_rels/slide53.xml.rels><?xml version="1.0" encoding="UTF-8" standalone="yes"?>
<Relationships xmlns="http://schemas.openxmlformats.org/package/2006/relationships"><Relationship Id="rId9" Type="http://schemas.openxmlformats.org/officeDocument/2006/relationships/tags" Target="../tags/tag518.xml"/><Relationship Id="rId8" Type="http://schemas.openxmlformats.org/officeDocument/2006/relationships/tags" Target="../tags/tag517.xml"/><Relationship Id="rId7" Type="http://schemas.openxmlformats.org/officeDocument/2006/relationships/tags" Target="../tags/tag516.xml"/><Relationship Id="rId6" Type="http://schemas.openxmlformats.org/officeDocument/2006/relationships/tags" Target="../tags/tag515.xml"/><Relationship Id="rId5" Type="http://schemas.openxmlformats.org/officeDocument/2006/relationships/tags" Target="../tags/tag514.xml"/><Relationship Id="rId4" Type="http://schemas.openxmlformats.org/officeDocument/2006/relationships/tags" Target="../tags/tag513.xml"/><Relationship Id="rId3" Type="http://schemas.openxmlformats.org/officeDocument/2006/relationships/tags" Target="../tags/tag512.xml"/><Relationship Id="rId2" Type="http://schemas.openxmlformats.org/officeDocument/2006/relationships/tags" Target="../tags/tag511.xml"/><Relationship Id="rId12" Type="http://schemas.openxmlformats.org/officeDocument/2006/relationships/slideLayout" Target="../slideLayouts/slideLayout17.xml"/><Relationship Id="rId11" Type="http://schemas.openxmlformats.org/officeDocument/2006/relationships/tags" Target="../tags/tag520.xml"/><Relationship Id="rId10" Type="http://schemas.openxmlformats.org/officeDocument/2006/relationships/tags" Target="../tags/tag519.xml"/><Relationship Id="rId1" Type="http://schemas.openxmlformats.org/officeDocument/2006/relationships/tags" Target="../tags/tag510.xml"/></Relationships>
</file>

<file path=ppt/slides/_rels/slide54.xml.rels><?xml version="1.0" encoding="UTF-8" standalone="yes"?>
<Relationships xmlns="http://schemas.openxmlformats.org/package/2006/relationships"><Relationship Id="rId7" Type="http://schemas.openxmlformats.org/officeDocument/2006/relationships/slideLayout" Target="../slideLayouts/slideLayout17.xml"/><Relationship Id="rId6" Type="http://schemas.openxmlformats.org/officeDocument/2006/relationships/tags" Target="../tags/tag526.xml"/><Relationship Id="rId5" Type="http://schemas.openxmlformats.org/officeDocument/2006/relationships/tags" Target="../tags/tag525.xml"/><Relationship Id="rId4" Type="http://schemas.openxmlformats.org/officeDocument/2006/relationships/tags" Target="../tags/tag524.xml"/><Relationship Id="rId3" Type="http://schemas.openxmlformats.org/officeDocument/2006/relationships/tags" Target="../tags/tag523.xml"/><Relationship Id="rId2" Type="http://schemas.openxmlformats.org/officeDocument/2006/relationships/tags" Target="../tags/tag522.xml"/><Relationship Id="rId1" Type="http://schemas.openxmlformats.org/officeDocument/2006/relationships/tags" Target="../tags/tag521.xml"/></Relationships>
</file>

<file path=ppt/slides/_rels/slide55.xml.rels><?xml version="1.0" encoding="UTF-8" standalone="yes"?>
<Relationships xmlns="http://schemas.openxmlformats.org/package/2006/relationships"><Relationship Id="rId7" Type="http://schemas.openxmlformats.org/officeDocument/2006/relationships/slideLayout" Target="../slideLayouts/slideLayout17.xml"/><Relationship Id="rId6" Type="http://schemas.openxmlformats.org/officeDocument/2006/relationships/tags" Target="../tags/tag532.xml"/><Relationship Id="rId5" Type="http://schemas.openxmlformats.org/officeDocument/2006/relationships/tags" Target="../tags/tag531.xml"/><Relationship Id="rId4" Type="http://schemas.openxmlformats.org/officeDocument/2006/relationships/tags" Target="../tags/tag530.xml"/><Relationship Id="rId3" Type="http://schemas.openxmlformats.org/officeDocument/2006/relationships/tags" Target="../tags/tag529.xml"/><Relationship Id="rId2" Type="http://schemas.openxmlformats.org/officeDocument/2006/relationships/tags" Target="../tags/tag528.xml"/><Relationship Id="rId1" Type="http://schemas.openxmlformats.org/officeDocument/2006/relationships/tags" Target="../tags/tag527.xml"/></Relationships>
</file>

<file path=ppt/slides/_rels/slide56.xml.rels><?xml version="1.0" encoding="UTF-8" standalone="yes"?>
<Relationships xmlns="http://schemas.openxmlformats.org/package/2006/relationships"><Relationship Id="rId9" Type="http://schemas.openxmlformats.org/officeDocument/2006/relationships/tags" Target="../tags/tag541.xml"/><Relationship Id="rId8" Type="http://schemas.openxmlformats.org/officeDocument/2006/relationships/tags" Target="../tags/tag540.xml"/><Relationship Id="rId7" Type="http://schemas.openxmlformats.org/officeDocument/2006/relationships/tags" Target="../tags/tag539.xml"/><Relationship Id="rId6" Type="http://schemas.openxmlformats.org/officeDocument/2006/relationships/tags" Target="../tags/tag538.xml"/><Relationship Id="rId5" Type="http://schemas.openxmlformats.org/officeDocument/2006/relationships/tags" Target="../tags/tag537.xml"/><Relationship Id="rId4" Type="http://schemas.openxmlformats.org/officeDocument/2006/relationships/tags" Target="../tags/tag536.xml"/><Relationship Id="rId3" Type="http://schemas.openxmlformats.org/officeDocument/2006/relationships/tags" Target="../tags/tag535.xml"/><Relationship Id="rId2" Type="http://schemas.openxmlformats.org/officeDocument/2006/relationships/tags" Target="../tags/tag534.xml"/><Relationship Id="rId12" Type="http://schemas.openxmlformats.org/officeDocument/2006/relationships/slideLayout" Target="../slideLayouts/slideLayout17.xml"/><Relationship Id="rId11" Type="http://schemas.openxmlformats.org/officeDocument/2006/relationships/tags" Target="../tags/tag543.xml"/><Relationship Id="rId10" Type="http://schemas.openxmlformats.org/officeDocument/2006/relationships/tags" Target="../tags/tag542.xml"/><Relationship Id="rId1" Type="http://schemas.openxmlformats.org/officeDocument/2006/relationships/tags" Target="../tags/tag533.xml"/></Relationships>
</file>

<file path=ppt/slides/_rels/slide57.xml.rels><?xml version="1.0" encoding="UTF-8" standalone="yes"?>
<Relationships xmlns="http://schemas.openxmlformats.org/package/2006/relationships"><Relationship Id="rId7" Type="http://schemas.openxmlformats.org/officeDocument/2006/relationships/slideLayout" Target="../slideLayouts/slideLayout17.xml"/><Relationship Id="rId6" Type="http://schemas.openxmlformats.org/officeDocument/2006/relationships/tags" Target="../tags/tag549.xml"/><Relationship Id="rId5" Type="http://schemas.openxmlformats.org/officeDocument/2006/relationships/tags" Target="../tags/tag548.xml"/><Relationship Id="rId4" Type="http://schemas.openxmlformats.org/officeDocument/2006/relationships/tags" Target="../tags/tag547.xml"/><Relationship Id="rId3" Type="http://schemas.openxmlformats.org/officeDocument/2006/relationships/tags" Target="../tags/tag546.xml"/><Relationship Id="rId2" Type="http://schemas.openxmlformats.org/officeDocument/2006/relationships/tags" Target="../tags/tag545.xml"/><Relationship Id="rId1" Type="http://schemas.openxmlformats.org/officeDocument/2006/relationships/tags" Target="../tags/tag544.xml"/></Relationships>
</file>

<file path=ppt/slides/_rels/slide58.xml.rels><?xml version="1.0" encoding="UTF-8" standalone="yes"?>
<Relationships xmlns="http://schemas.openxmlformats.org/package/2006/relationships"><Relationship Id="rId9" Type="http://schemas.openxmlformats.org/officeDocument/2006/relationships/tags" Target="../tags/tag558.xml"/><Relationship Id="rId8" Type="http://schemas.openxmlformats.org/officeDocument/2006/relationships/tags" Target="../tags/tag557.xml"/><Relationship Id="rId7" Type="http://schemas.openxmlformats.org/officeDocument/2006/relationships/tags" Target="../tags/tag556.xml"/><Relationship Id="rId6" Type="http://schemas.openxmlformats.org/officeDocument/2006/relationships/tags" Target="../tags/tag555.xml"/><Relationship Id="rId5" Type="http://schemas.openxmlformats.org/officeDocument/2006/relationships/tags" Target="../tags/tag554.xml"/><Relationship Id="rId4" Type="http://schemas.openxmlformats.org/officeDocument/2006/relationships/tags" Target="../tags/tag553.xml"/><Relationship Id="rId3" Type="http://schemas.openxmlformats.org/officeDocument/2006/relationships/tags" Target="../tags/tag552.xml"/><Relationship Id="rId2" Type="http://schemas.openxmlformats.org/officeDocument/2006/relationships/tags" Target="../tags/tag551.xml"/><Relationship Id="rId12" Type="http://schemas.openxmlformats.org/officeDocument/2006/relationships/slideLayout" Target="../slideLayouts/slideLayout17.xml"/><Relationship Id="rId11" Type="http://schemas.openxmlformats.org/officeDocument/2006/relationships/tags" Target="../tags/tag560.xml"/><Relationship Id="rId10" Type="http://schemas.openxmlformats.org/officeDocument/2006/relationships/tags" Target="../tags/tag559.xml"/><Relationship Id="rId1" Type="http://schemas.openxmlformats.org/officeDocument/2006/relationships/tags" Target="../tags/tag550.xml"/></Relationships>
</file>

<file path=ppt/slides/_rels/slide59.xml.rels><?xml version="1.0" encoding="UTF-8" standalone="yes"?>
<Relationships xmlns="http://schemas.openxmlformats.org/package/2006/relationships"><Relationship Id="rId7" Type="http://schemas.openxmlformats.org/officeDocument/2006/relationships/slideLayout" Target="../slideLayouts/slideLayout17.xml"/><Relationship Id="rId6" Type="http://schemas.openxmlformats.org/officeDocument/2006/relationships/tags" Target="../tags/tag566.xml"/><Relationship Id="rId5" Type="http://schemas.openxmlformats.org/officeDocument/2006/relationships/tags" Target="../tags/tag565.xml"/><Relationship Id="rId4" Type="http://schemas.openxmlformats.org/officeDocument/2006/relationships/tags" Target="../tags/tag564.xml"/><Relationship Id="rId3" Type="http://schemas.openxmlformats.org/officeDocument/2006/relationships/tags" Target="../tags/tag563.xml"/><Relationship Id="rId2" Type="http://schemas.openxmlformats.org/officeDocument/2006/relationships/tags" Target="../tags/tag562.xml"/><Relationship Id="rId1" Type="http://schemas.openxmlformats.org/officeDocument/2006/relationships/tags" Target="../tags/tag561.xml"/></Relationships>
</file>

<file path=ppt/slides/_rels/slide60.xml.rels><?xml version="1.0" encoding="UTF-8" standalone="yes"?>
<Relationships xmlns="http://schemas.openxmlformats.org/package/2006/relationships"><Relationship Id="rId9" Type="http://schemas.openxmlformats.org/officeDocument/2006/relationships/tags" Target="../tags/tag575.xml"/><Relationship Id="rId8" Type="http://schemas.openxmlformats.org/officeDocument/2006/relationships/tags" Target="../tags/tag574.xml"/><Relationship Id="rId7" Type="http://schemas.openxmlformats.org/officeDocument/2006/relationships/tags" Target="../tags/tag573.xml"/><Relationship Id="rId6" Type="http://schemas.openxmlformats.org/officeDocument/2006/relationships/tags" Target="../tags/tag572.xml"/><Relationship Id="rId5" Type="http://schemas.openxmlformats.org/officeDocument/2006/relationships/tags" Target="../tags/tag571.xml"/><Relationship Id="rId4" Type="http://schemas.openxmlformats.org/officeDocument/2006/relationships/tags" Target="../tags/tag570.xml"/><Relationship Id="rId3" Type="http://schemas.openxmlformats.org/officeDocument/2006/relationships/tags" Target="../tags/tag569.xml"/><Relationship Id="rId2" Type="http://schemas.openxmlformats.org/officeDocument/2006/relationships/tags" Target="../tags/tag568.xml"/><Relationship Id="rId12" Type="http://schemas.openxmlformats.org/officeDocument/2006/relationships/slideLayout" Target="../slideLayouts/slideLayout17.xml"/><Relationship Id="rId11" Type="http://schemas.openxmlformats.org/officeDocument/2006/relationships/tags" Target="../tags/tag577.xml"/><Relationship Id="rId10" Type="http://schemas.openxmlformats.org/officeDocument/2006/relationships/tags" Target="../tags/tag576.xml"/><Relationship Id="rId1" Type="http://schemas.openxmlformats.org/officeDocument/2006/relationships/tags" Target="../tags/tag567.xml"/></Relationships>
</file>

<file path=ppt/slides/_rels/slide61.xml.rels><?xml version="1.0" encoding="UTF-8" standalone="yes"?>
<Relationships xmlns="http://schemas.openxmlformats.org/package/2006/relationships"><Relationship Id="rId5" Type="http://schemas.openxmlformats.org/officeDocument/2006/relationships/notesSlide" Target="../notesSlides/notesSlide5.xml"/><Relationship Id="rId4" Type="http://schemas.openxmlformats.org/officeDocument/2006/relationships/slideLayout" Target="../slideLayouts/slideLayout11.xml"/><Relationship Id="rId3" Type="http://schemas.openxmlformats.org/officeDocument/2006/relationships/tags" Target="../tags/tag580.xml"/><Relationship Id="rId2" Type="http://schemas.openxmlformats.org/officeDocument/2006/relationships/tags" Target="../tags/tag579.xml"/><Relationship Id="rId1" Type="http://schemas.openxmlformats.org/officeDocument/2006/relationships/tags" Target="../tags/tag578.xml"/></Relationships>
</file>

<file path=ppt/slides/_rels/slide62.xml.rels><?xml version="1.0" encoding="UTF-8" standalone="yes"?>
<Relationships xmlns="http://schemas.openxmlformats.org/package/2006/relationships"><Relationship Id="rId7" Type="http://schemas.openxmlformats.org/officeDocument/2006/relationships/slideLayout" Target="../slideLayouts/slideLayout17.xml"/><Relationship Id="rId6" Type="http://schemas.openxmlformats.org/officeDocument/2006/relationships/tags" Target="../tags/tag586.xml"/><Relationship Id="rId5" Type="http://schemas.openxmlformats.org/officeDocument/2006/relationships/tags" Target="../tags/tag585.xml"/><Relationship Id="rId4" Type="http://schemas.openxmlformats.org/officeDocument/2006/relationships/tags" Target="../tags/tag584.xml"/><Relationship Id="rId3" Type="http://schemas.openxmlformats.org/officeDocument/2006/relationships/tags" Target="../tags/tag583.xml"/><Relationship Id="rId2" Type="http://schemas.openxmlformats.org/officeDocument/2006/relationships/tags" Target="../tags/tag582.xml"/><Relationship Id="rId1" Type="http://schemas.openxmlformats.org/officeDocument/2006/relationships/tags" Target="../tags/tag581.xml"/></Relationships>
</file>

<file path=ppt/slides/_rels/slide63.xml.rels><?xml version="1.0" encoding="UTF-8" standalone="yes"?>
<Relationships xmlns="http://schemas.openxmlformats.org/package/2006/relationships"><Relationship Id="rId7" Type="http://schemas.openxmlformats.org/officeDocument/2006/relationships/slideLayout" Target="../slideLayouts/slideLayout17.xml"/><Relationship Id="rId6" Type="http://schemas.openxmlformats.org/officeDocument/2006/relationships/tags" Target="../tags/tag592.xml"/><Relationship Id="rId5" Type="http://schemas.openxmlformats.org/officeDocument/2006/relationships/tags" Target="../tags/tag591.xml"/><Relationship Id="rId4" Type="http://schemas.openxmlformats.org/officeDocument/2006/relationships/tags" Target="../tags/tag590.xml"/><Relationship Id="rId3" Type="http://schemas.openxmlformats.org/officeDocument/2006/relationships/tags" Target="../tags/tag589.xml"/><Relationship Id="rId2" Type="http://schemas.openxmlformats.org/officeDocument/2006/relationships/tags" Target="../tags/tag588.xml"/><Relationship Id="rId1" Type="http://schemas.openxmlformats.org/officeDocument/2006/relationships/tags" Target="../tags/tag587.xml"/></Relationships>
</file>

<file path=ppt/slides/_rels/slide64.xml.rels><?xml version="1.0" encoding="UTF-8" standalone="yes"?>
<Relationships xmlns="http://schemas.openxmlformats.org/package/2006/relationships"><Relationship Id="rId9" Type="http://schemas.openxmlformats.org/officeDocument/2006/relationships/tags" Target="../tags/tag601.xml"/><Relationship Id="rId8" Type="http://schemas.openxmlformats.org/officeDocument/2006/relationships/tags" Target="../tags/tag600.xml"/><Relationship Id="rId7" Type="http://schemas.openxmlformats.org/officeDocument/2006/relationships/tags" Target="../tags/tag599.xml"/><Relationship Id="rId6" Type="http://schemas.openxmlformats.org/officeDocument/2006/relationships/tags" Target="../tags/tag598.xml"/><Relationship Id="rId5" Type="http://schemas.openxmlformats.org/officeDocument/2006/relationships/tags" Target="../tags/tag597.xml"/><Relationship Id="rId4" Type="http://schemas.openxmlformats.org/officeDocument/2006/relationships/tags" Target="../tags/tag596.xml"/><Relationship Id="rId3" Type="http://schemas.openxmlformats.org/officeDocument/2006/relationships/tags" Target="../tags/tag595.xml"/><Relationship Id="rId2" Type="http://schemas.openxmlformats.org/officeDocument/2006/relationships/tags" Target="../tags/tag594.xml"/><Relationship Id="rId12" Type="http://schemas.openxmlformats.org/officeDocument/2006/relationships/slideLayout" Target="../slideLayouts/slideLayout17.xml"/><Relationship Id="rId11" Type="http://schemas.openxmlformats.org/officeDocument/2006/relationships/tags" Target="../tags/tag603.xml"/><Relationship Id="rId10" Type="http://schemas.openxmlformats.org/officeDocument/2006/relationships/tags" Target="../tags/tag602.xml"/><Relationship Id="rId1" Type="http://schemas.openxmlformats.org/officeDocument/2006/relationships/tags" Target="../tags/tag593.xml"/></Relationships>
</file>

<file path=ppt/slides/_rels/slide65.xml.rels><?xml version="1.0" encoding="UTF-8" standalone="yes"?>
<Relationships xmlns="http://schemas.openxmlformats.org/package/2006/relationships"><Relationship Id="rId7" Type="http://schemas.openxmlformats.org/officeDocument/2006/relationships/slideLayout" Target="../slideLayouts/slideLayout17.xml"/><Relationship Id="rId6" Type="http://schemas.openxmlformats.org/officeDocument/2006/relationships/tags" Target="../tags/tag609.xml"/><Relationship Id="rId5" Type="http://schemas.openxmlformats.org/officeDocument/2006/relationships/tags" Target="../tags/tag608.xml"/><Relationship Id="rId4" Type="http://schemas.openxmlformats.org/officeDocument/2006/relationships/tags" Target="../tags/tag607.xml"/><Relationship Id="rId3" Type="http://schemas.openxmlformats.org/officeDocument/2006/relationships/tags" Target="../tags/tag606.xml"/><Relationship Id="rId2" Type="http://schemas.openxmlformats.org/officeDocument/2006/relationships/tags" Target="../tags/tag605.xml"/><Relationship Id="rId1" Type="http://schemas.openxmlformats.org/officeDocument/2006/relationships/tags" Target="../tags/tag604.xml"/></Relationships>
</file>

<file path=ppt/slides/_rels/slide66.xml.rels><?xml version="1.0" encoding="UTF-8" standalone="yes"?>
<Relationships xmlns="http://schemas.openxmlformats.org/package/2006/relationships"><Relationship Id="rId7" Type="http://schemas.openxmlformats.org/officeDocument/2006/relationships/slideLayout" Target="../slideLayouts/slideLayout17.xml"/><Relationship Id="rId6" Type="http://schemas.openxmlformats.org/officeDocument/2006/relationships/tags" Target="../tags/tag615.xml"/><Relationship Id="rId5" Type="http://schemas.openxmlformats.org/officeDocument/2006/relationships/tags" Target="../tags/tag614.xml"/><Relationship Id="rId4" Type="http://schemas.openxmlformats.org/officeDocument/2006/relationships/tags" Target="../tags/tag613.xml"/><Relationship Id="rId3" Type="http://schemas.openxmlformats.org/officeDocument/2006/relationships/tags" Target="../tags/tag612.xml"/><Relationship Id="rId2" Type="http://schemas.openxmlformats.org/officeDocument/2006/relationships/tags" Target="../tags/tag611.xml"/><Relationship Id="rId1" Type="http://schemas.openxmlformats.org/officeDocument/2006/relationships/tags" Target="../tags/tag610.xml"/></Relationships>
</file>

<file path=ppt/slides/_rels/slide67.xml.rels><?xml version="1.0" encoding="UTF-8" standalone="yes"?>
<Relationships xmlns="http://schemas.openxmlformats.org/package/2006/relationships"><Relationship Id="rId9" Type="http://schemas.openxmlformats.org/officeDocument/2006/relationships/tags" Target="../tags/tag624.xml"/><Relationship Id="rId8" Type="http://schemas.openxmlformats.org/officeDocument/2006/relationships/tags" Target="../tags/tag623.xml"/><Relationship Id="rId7" Type="http://schemas.openxmlformats.org/officeDocument/2006/relationships/tags" Target="../tags/tag622.xml"/><Relationship Id="rId6" Type="http://schemas.openxmlformats.org/officeDocument/2006/relationships/tags" Target="../tags/tag621.xml"/><Relationship Id="rId5" Type="http://schemas.openxmlformats.org/officeDocument/2006/relationships/tags" Target="../tags/tag620.xml"/><Relationship Id="rId4" Type="http://schemas.openxmlformats.org/officeDocument/2006/relationships/tags" Target="../tags/tag619.xml"/><Relationship Id="rId3" Type="http://schemas.openxmlformats.org/officeDocument/2006/relationships/tags" Target="../tags/tag618.xml"/><Relationship Id="rId2" Type="http://schemas.openxmlformats.org/officeDocument/2006/relationships/tags" Target="../tags/tag617.xml"/><Relationship Id="rId12" Type="http://schemas.openxmlformats.org/officeDocument/2006/relationships/slideLayout" Target="../slideLayouts/slideLayout17.xml"/><Relationship Id="rId11" Type="http://schemas.openxmlformats.org/officeDocument/2006/relationships/tags" Target="../tags/tag626.xml"/><Relationship Id="rId10" Type="http://schemas.openxmlformats.org/officeDocument/2006/relationships/tags" Target="../tags/tag625.xml"/><Relationship Id="rId1" Type="http://schemas.openxmlformats.org/officeDocument/2006/relationships/tags" Target="../tags/tag616.xml"/></Relationships>
</file>

<file path=ppt/slides/_rels/slide68.xml.rels><?xml version="1.0" encoding="UTF-8" standalone="yes"?>
<Relationships xmlns="http://schemas.openxmlformats.org/package/2006/relationships"><Relationship Id="rId7" Type="http://schemas.openxmlformats.org/officeDocument/2006/relationships/slideLayout" Target="../slideLayouts/slideLayout17.xml"/><Relationship Id="rId6" Type="http://schemas.openxmlformats.org/officeDocument/2006/relationships/tags" Target="../tags/tag632.xml"/><Relationship Id="rId5" Type="http://schemas.openxmlformats.org/officeDocument/2006/relationships/tags" Target="../tags/tag631.xml"/><Relationship Id="rId4" Type="http://schemas.openxmlformats.org/officeDocument/2006/relationships/tags" Target="../tags/tag630.xml"/><Relationship Id="rId3" Type="http://schemas.openxmlformats.org/officeDocument/2006/relationships/tags" Target="../tags/tag629.xml"/><Relationship Id="rId2" Type="http://schemas.openxmlformats.org/officeDocument/2006/relationships/tags" Target="../tags/tag628.xml"/><Relationship Id="rId1" Type="http://schemas.openxmlformats.org/officeDocument/2006/relationships/tags" Target="../tags/tag627.xml"/></Relationships>
</file>

<file path=ppt/slides/_rels/slide69.xml.rels><?xml version="1.0" encoding="UTF-8" standalone="yes"?>
<Relationships xmlns="http://schemas.openxmlformats.org/package/2006/relationships"><Relationship Id="rId7" Type="http://schemas.openxmlformats.org/officeDocument/2006/relationships/slideLayout" Target="../slideLayouts/slideLayout17.xml"/><Relationship Id="rId6" Type="http://schemas.openxmlformats.org/officeDocument/2006/relationships/tags" Target="../tags/tag638.xml"/><Relationship Id="rId5" Type="http://schemas.openxmlformats.org/officeDocument/2006/relationships/tags" Target="../tags/tag637.xml"/><Relationship Id="rId4" Type="http://schemas.openxmlformats.org/officeDocument/2006/relationships/tags" Target="../tags/tag636.xml"/><Relationship Id="rId3" Type="http://schemas.openxmlformats.org/officeDocument/2006/relationships/tags" Target="../tags/tag635.xml"/><Relationship Id="rId2" Type="http://schemas.openxmlformats.org/officeDocument/2006/relationships/tags" Target="../tags/tag634.xml"/><Relationship Id="rId1" Type="http://schemas.openxmlformats.org/officeDocument/2006/relationships/tags" Target="../tags/tag633.xml"/></Relationships>
</file>

<file path=ppt/slides/_rels/slide70.xml.rels><?xml version="1.0" encoding="UTF-8" standalone="yes"?>
<Relationships xmlns="http://schemas.openxmlformats.org/package/2006/relationships"><Relationship Id="rId7" Type="http://schemas.openxmlformats.org/officeDocument/2006/relationships/slideLayout" Target="../slideLayouts/slideLayout17.xml"/><Relationship Id="rId6" Type="http://schemas.openxmlformats.org/officeDocument/2006/relationships/tags" Target="../tags/tag644.xml"/><Relationship Id="rId5" Type="http://schemas.openxmlformats.org/officeDocument/2006/relationships/tags" Target="../tags/tag643.xml"/><Relationship Id="rId4" Type="http://schemas.openxmlformats.org/officeDocument/2006/relationships/tags" Target="../tags/tag642.xml"/><Relationship Id="rId3" Type="http://schemas.openxmlformats.org/officeDocument/2006/relationships/tags" Target="../tags/tag641.xml"/><Relationship Id="rId2" Type="http://schemas.openxmlformats.org/officeDocument/2006/relationships/tags" Target="../tags/tag640.xml"/><Relationship Id="rId1" Type="http://schemas.openxmlformats.org/officeDocument/2006/relationships/tags" Target="../tags/tag639.xml"/></Relationships>
</file>

<file path=ppt/slides/_rels/slide71.xml.rels><?xml version="1.0" encoding="UTF-8" standalone="yes"?>
<Relationships xmlns="http://schemas.openxmlformats.org/package/2006/relationships"><Relationship Id="rId7" Type="http://schemas.openxmlformats.org/officeDocument/2006/relationships/slideLayout" Target="../slideLayouts/slideLayout17.xml"/><Relationship Id="rId6" Type="http://schemas.openxmlformats.org/officeDocument/2006/relationships/tags" Target="../tags/tag650.xml"/><Relationship Id="rId5" Type="http://schemas.openxmlformats.org/officeDocument/2006/relationships/tags" Target="../tags/tag649.xml"/><Relationship Id="rId4" Type="http://schemas.openxmlformats.org/officeDocument/2006/relationships/tags" Target="../tags/tag648.xml"/><Relationship Id="rId3" Type="http://schemas.openxmlformats.org/officeDocument/2006/relationships/tags" Target="../tags/tag647.xml"/><Relationship Id="rId2" Type="http://schemas.openxmlformats.org/officeDocument/2006/relationships/tags" Target="../tags/tag646.xml"/><Relationship Id="rId1" Type="http://schemas.openxmlformats.org/officeDocument/2006/relationships/tags" Target="../tags/tag645.xml"/></Relationships>
</file>

<file path=ppt/slides/_rels/slide72.xml.rels><?xml version="1.0" encoding="UTF-8" standalone="yes"?>
<Relationships xmlns="http://schemas.openxmlformats.org/package/2006/relationships"><Relationship Id="rId7" Type="http://schemas.openxmlformats.org/officeDocument/2006/relationships/slideLayout" Target="../slideLayouts/slideLayout17.xml"/><Relationship Id="rId6" Type="http://schemas.openxmlformats.org/officeDocument/2006/relationships/tags" Target="../tags/tag656.xml"/><Relationship Id="rId5" Type="http://schemas.openxmlformats.org/officeDocument/2006/relationships/tags" Target="../tags/tag655.xml"/><Relationship Id="rId4" Type="http://schemas.openxmlformats.org/officeDocument/2006/relationships/tags" Target="../tags/tag654.xml"/><Relationship Id="rId3" Type="http://schemas.openxmlformats.org/officeDocument/2006/relationships/tags" Target="../tags/tag653.xml"/><Relationship Id="rId2" Type="http://schemas.openxmlformats.org/officeDocument/2006/relationships/tags" Target="../tags/tag652.xml"/><Relationship Id="rId1" Type="http://schemas.openxmlformats.org/officeDocument/2006/relationships/tags" Target="../tags/tag651.xml"/></Relationships>
</file>

<file path=ppt/slides/_rels/slide73.xml.rels><?xml version="1.0" encoding="UTF-8" standalone="yes"?>
<Relationships xmlns="http://schemas.openxmlformats.org/package/2006/relationships"><Relationship Id="rId7" Type="http://schemas.openxmlformats.org/officeDocument/2006/relationships/slideLayout" Target="../slideLayouts/slideLayout17.xml"/><Relationship Id="rId6" Type="http://schemas.openxmlformats.org/officeDocument/2006/relationships/tags" Target="../tags/tag662.xml"/><Relationship Id="rId5" Type="http://schemas.openxmlformats.org/officeDocument/2006/relationships/tags" Target="../tags/tag661.xml"/><Relationship Id="rId4" Type="http://schemas.openxmlformats.org/officeDocument/2006/relationships/tags" Target="../tags/tag660.xml"/><Relationship Id="rId3" Type="http://schemas.openxmlformats.org/officeDocument/2006/relationships/tags" Target="../tags/tag659.xml"/><Relationship Id="rId2" Type="http://schemas.openxmlformats.org/officeDocument/2006/relationships/tags" Target="../tags/tag658.xml"/><Relationship Id="rId1" Type="http://schemas.openxmlformats.org/officeDocument/2006/relationships/tags" Target="../tags/tag657.xml"/></Relationships>
</file>

<file path=ppt/slides/_rels/slide74.xml.rels><?xml version="1.0" encoding="UTF-8" standalone="yes"?>
<Relationships xmlns="http://schemas.openxmlformats.org/package/2006/relationships"><Relationship Id="rId7" Type="http://schemas.openxmlformats.org/officeDocument/2006/relationships/slideLayout" Target="../slideLayouts/slideLayout17.xml"/><Relationship Id="rId6" Type="http://schemas.openxmlformats.org/officeDocument/2006/relationships/tags" Target="../tags/tag668.xml"/><Relationship Id="rId5" Type="http://schemas.openxmlformats.org/officeDocument/2006/relationships/tags" Target="../tags/tag667.xml"/><Relationship Id="rId4" Type="http://schemas.openxmlformats.org/officeDocument/2006/relationships/tags" Target="../tags/tag666.xml"/><Relationship Id="rId3" Type="http://schemas.openxmlformats.org/officeDocument/2006/relationships/tags" Target="../tags/tag665.xml"/><Relationship Id="rId2" Type="http://schemas.openxmlformats.org/officeDocument/2006/relationships/tags" Target="../tags/tag664.xml"/><Relationship Id="rId1" Type="http://schemas.openxmlformats.org/officeDocument/2006/relationships/tags" Target="../tags/tag663.xml"/></Relationships>
</file>

<file path=ppt/slides/_rels/slide75.xml.rels><?xml version="1.0" encoding="UTF-8" standalone="yes"?>
<Relationships xmlns="http://schemas.openxmlformats.org/package/2006/relationships"><Relationship Id="rId7" Type="http://schemas.openxmlformats.org/officeDocument/2006/relationships/slideLayout" Target="../slideLayouts/slideLayout17.xml"/><Relationship Id="rId6" Type="http://schemas.openxmlformats.org/officeDocument/2006/relationships/tags" Target="../tags/tag674.xml"/><Relationship Id="rId5" Type="http://schemas.openxmlformats.org/officeDocument/2006/relationships/tags" Target="../tags/tag673.xml"/><Relationship Id="rId4" Type="http://schemas.openxmlformats.org/officeDocument/2006/relationships/tags" Target="../tags/tag672.xml"/><Relationship Id="rId3" Type="http://schemas.openxmlformats.org/officeDocument/2006/relationships/tags" Target="../tags/tag671.xml"/><Relationship Id="rId2" Type="http://schemas.openxmlformats.org/officeDocument/2006/relationships/tags" Target="../tags/tag670.xml"/><Relationship Id="rId1" Type="http://schemas.openxmlformats.org/officeDocument/2006/relationships/tags" Target="../tags/tag669.xml"/></Relationships>
</file>

<file path=ppt/slides/_rels/slide76.xml.rels><?xml version="1.0" encoding="UTF-8" standalone="yes"?>
<Relationships xmlns="http://schemas.openxmlformats.org/package/2006/relationships"><Relationship Id="rId7" Type="http://schemas.openxmlformats.org/officeDocument/2006/relationships/slideLayout" Target="../slideLayouts/slideLayout17.xml"/><Relationship Id="rId6" Type="http://schemas.openxmlformats.org/officeDocument/2006/relationships/tags" Target="../tags/tag680.xml"/><Relationship Id="rId5" Type="http://schemas.openxmlformats.org/officeDocument/2006/relationships/tags" Target="../tags/tag679.xml"/><Relationship Id="rId4" Type="http://schemas.openxmlformats.org/officeDocument/2006/relationships/tags" Target="../tags/tag678.xml"/><Relationship Id="rId3" Type="http://schemas.openxmlformats.org/officeDocument/2006/relationships/tags" Target="../tags/tag677.xml"/><Relationship Id="rId2" Type="http://schemas.openxmlformats.org/officeDocument/2006/relationships/tags" Target="../tags/tag676.xml"/><Relationship Id="rId1" Type="http://schemas.openxmlformats.org/officeDocument/2006/relationships/tags" Target="../tags/tag675.xml"/></Relationships>
</file>

<file path=ppt/slides/_rels/slide77.xml.rels><?xml version="1.0" encoding="UTF-8" standalone="yes"?>
<Relationships xmlns="http://schemas.openxmlformats.org/package/2006/relationships"><Relationship Id="rId9" Type="http://schemas.openxmlformats.org/officeDocument/2006/relationships/tags" Target="../tags/tag689.xml"/><Relationship Id="rId8" Type="http://schemas.openxmlformats.org/officeDocument/2006/relationships/tags" Target="../tags/tag688.xml"/><Relationship Id="rId7" Type="http://schemas.openxmlformats.org/officeDocument/2006/relationships/tags" Target="../tags/tag687.xml"/><Relationship Id="rId6" Type="http://schemas.openxmlformats.org/officeDocument/2006/relationships/tags" Target="../tags/tag686.xml"/><Relationship Id="rId5" Type="http://schemas.openxmlformats.org/officeDocument/2006/relationships/tags" Target="../tags/tag685.xml"/><Relationship Id="rId4" Type="http://schemas.openxmlformats.org/officeDocument/2006/relationships/tags" Target="../tags/tag684.xml"/><Relationship Id="rId3" Type="http://schemas.openxmlformats.org/officeDocument/2006/relationships/tags" Target="../tags/tag683.xml"/><Relationship Id="rId2" Type="http://schemas.openxmlformats.org/officeDocument/2006/relationships/tags" Target="../tags/tag682.xml"/><Relationship Id="rId12" Type="http://schemas.openxmlformats.org/officeDocument/2006/relationships/slideLayout" Target="../slideLayouts/slideLayout17.xml"/><Relationship Id="rId11" Type="http://schemas.openxmlformats.org/officeDocument/2006/relationships/tags" Target="../tags/tag691.xml"/><Relationship Id="rId10" Type="http://schemas.openxmlformats.org/officeDocument/2006/relationships/tags" Target="../tags/tag690.xml"/><Relationship Id="rId1" Type="http://schemas.openxmlformats.org/officeDocument/2006/relationships/tags" Target="../tags/tag681.xml"/></Relationships>
</file>

<file path=ppt/slides/_rels/slide78.xml.rels><?xml version="1.0" encoding="UTF-8" standalone="yes"?>
<Relationships xmlns="http://schemas.openxmlformats.org/package/2006/relationships"><Relationship Id="rId5" Type="http://schemas.openxmlformats.org/officeDocument/2006/relationships/notesSlide" Target="../notesSlides/notesSlide6.xml"/><Relationship Id="rId4" Type="http://schemas.openxmlformats.org/officeDocument/2006/relationships/slideLayout" Target="../slideLayouts/slideLayout11.xml"/><Relationship Id="rId3" Type="http://schemas.openxmlformats.org/officeDocument/2006/relationships/tags" Target="../tags/tag694.xml"/><Relationship Id="rId2" Type="http://schemas.openxmlformats.org/officeDocument/2006/relationships/tags" Target="../tags/tag693.xml"/><Relationship Id="rId1" Type="http://schemas.openxmlformats.org/officeDocument/2006/relationships/tags" Target="../tags/tag692.xml"/></Relationships>
</file>

<file path=ppt/slides/_rels/slide79.xml.rels><?xml version="1.0" encoding="UTF-8" standalone="yes"?>
<Relationships xmlns="http://schemas.openxmlformats.org/package/2006/relationships"><Relationship Id="rId7" Type="http://schemas.openxmlformats.org/officeDocument/2006/relationships/slideLayout" Target="../slideLayouts/slideLayout17.xml"/><Relationship Id="rId6" Type="http://schemas.openxmlformats.org/officeDocument/2006/relationships/tags" Target="../tags/tag700.xml"/><Relationship Id="rId5" Type="http://schemas.openxmlformats.org/officeDocument/2006/relationships/tags" Target="../tags/tag699.xml"/><Relationship Id="rId4" Type="http://schemas.openxmlformats.org/officeDocument/2006/relationships/tags" Target="../tags/tag698.xml"/><Relationship Id="rId3" Type="http://schemas.openxmlformats.org/officeDocument/2006/relationships/tags" Target="../tags/tag697.xml"/><Relationship Id="rId2" Type="http://schemas.openxmlformats.org/officeDocument/2006/relationships/tags" Target="../tags/tag696.xml"/><Relationship Id="rId1" Type="http://schemas.openxmlformats.org/officeDocument/2006/relationships/tags" Target="../tags/tag695.xml"/></Relationships>
</file>

<file path=ppt/slides/_rels/slide80.xml.rels><?xml version="1.0" encoding="UTF-8" standalone="yes"?>
<Relationships xmlns="http://schemas.openxmlformats.org/package/2006/relationships"><Relationship Id="rId7" Type="http://schemas.openxmlformats.org/officeDocument/2006/relationships/slideLayout" Target="../slideLayouts/slideLayout17.xml"/><Relationship Id="rId6" Type="http://schemas.openxmlformats.org/officeDocument/2006/relationships/tags" Target="../tags/tag706.xml"/><Relationship Id="rId5" Type="http://schemas.openxmlformats.org/officeDocument/2006/relationships/tags" Target="../tags/tag705.xml"/><Relationship Id="rId4" Type="http://schemas.openxmlformats.org/officeDocument/2006/relationships/tags" Target="../tags/tag704.xml"/><Relationship Id="rId3" Type="http://schemas.openxmlformats.org/officeDocument/2006/relationships/tags" Target="../tags/tag703.xml"/><Relationship Id="rId2" Type="http://schemas.openxmlformats.org/officeDocument/2006/relationships/tags" Target="../tags/tag702.xml"/><Relationship Id="rId1" Type="http://schemas.openxmlformats.org/officeDocument/2006/relationships/tags" Target="../tags/tag701.xml"/></Relationships>
</file>

<file path=ppt/slides/_rels/slide81.xml.rels><?xml version="1.0" encoding="UTF-8" standalone="yes"?>
<Relationships xmlns="http://schemas.openxmlformats.org/package/2006/relationships"><Relationship Id="rId9" Type="http://schemas.openxmlformats.org/officeDocument/2006/relationships/tags" Target="../tags/tag715.xml"/><Relationship Id="rId8" Type="http://schemas.openxmlformats.org/officeDocument/2006/relationships/tags" Target="../tags/tag714.xml"/><Relationship Id="rId7" Type="http://schemas.openxmlformats.org/officeDocument/2006/relationships/tags" Target="../tags/tag713.xml"/><Relationship Id="rId6" Type="http://schemas.openxmlformats.org/officeDocument/2006/relationships/tags" Target="../tags/tag712.xml"/><Relationship Id="rId5" Type="http://schemas.openxmlformats.org/officeDocument/2006/relationships/tags" Target="../tags/tag711.xml"/><Relationship Id="rId4" Type="http://schemas.openxmlformats.org/officeDocument/2006/relationships/tags" Target="../tags/tag710.xml"/><Relationship Id="rId3" Type="http://schemas.openxmlformats.org/officeDocument/2006/relationships/tags" Target="../tags/tag709.xml"/><Relationship Id="rId2" Type="http://schemas.openxmlformats.org/officeDocument/2006/relationships/tags" Target="../tags/tag708.xml"/><Relationship Id="rId12" Type="http://schemas.openxmlformats.org/officeDocument/2006/relationships/slideLayout" Target="../slideLayouts/slideLayout17.xml"/><Relationship Id="rId11" Type="http://schemas.openxmlformats.org/officeDocument/2006/relationships/tags" Target="../tags/tag717.xml"/><Relationship Id="rId10" Type="http://schemas.openxmlformats.org/officeDocument/2006/relationships/tags" Target="../tags/tag716.xml"/><Relationship Id="rId1" Type="http://schemas.openxmlformats.org/officeDocument/2006/relationships/tags" Target="../tags/tag707.xml"/></Relationships>
</file>

<file path=ppt/slides/_rels/slide82.xml.rels><?xml version="1.0" encoding="UTF-8" standalone="yes"?>
<Relationships xmlns="http://schemas.openxmlformats.org/package/2006/relationships"><Relationship Id="rId7" Type="http://schemas.openxmlformats.org/officeDocument/2006/relationships/slideLayout" Target="../slideLayouts/slideLayout17.xml"/><Relationship Id="rId6" Type="http://schemas.openxmlformats.org/officeDocument/2006/relationships/tags" Target="../tags/tag723.xml"/><Relationship Id="rId5" Type="http://schemas.openxmlformats.org/officeDocument/2006/relationships/tags" Target="../tags/tag722.xml"/><Relationship Id="rId4" Type="http://schemas.openxmlformats.org/officeDocument/2006/relationships/tags" Target="../tags/tag721.xml"/><Relationship Id="rId3" Type="http://schemas.openxmlformats.org/officeDocument/2006/relationships/tags" Target="../tags/tag720.xml"/><Relationship Id="rId2" Type="http://schemas.openxmlformats.org/officeDocument/2006/relationships/tags" Target="../tags/tag719.xml"/><Relationship Id="rId1" Type="http://schemas.openxmlformats.org/officeDocument/2006/relationships/tags" Target="../tags/tag718.xml"/></Relationships>
</file>

<file path=ppt/slides/_rels/slide83.xml.rels><?xml version="1.0" encoding="UTF-8" standalone="yes"?>
<Relationships xmlns="http://schemas.openxmlformats.org/package/2006/relationships"><Relationship Id="rId7" Type="http://schemas.openxmlformats.org/officeDocument/2006/relationships/slideLayout" Target="../slideLayouts/slideLayout17.xml"/><Relationship Id="rId6" Type="http://schemas.openxmlformats.org/officeDocument/2006/relationships/tags" Target="../tags/tag729.xml"/><Relationship Id="rId5" Type="http://schemas.openxmlformats.org/officeDocument/2006/relationships/tags" Target="../tags/tag728.xml"/><Relationship Id="rId4" Type="http://schemas.openxmlformats.org/officeDocument/2006/relationships/tags" Target="../tags/tag727.xml"/><Relationship Id="rId3" Type="http://schemas.openxmlformats.org/officeDocument/2006/relationships/tags" Target="../tags/tag726.xml"/><Relationship Id="rId2" Type="http://schemas.openxmlformats.org/officeDocument/2006/relationships/tags" Target="../tags/tag725.xml"/><Relationship Id="rId1" Type="http://schemas.openxmlformats.org/officeDocument/2006/relationships/tags" Target="../tags/tag724.xml"/></Relationships>
</file>

<file path=ppt/slides/_rels/slide84.xml.rels><?xml version="1.0" encoding="UTF-8" standalone="yes"?>
<Relationships xmlns="http://schemas.openxmlformats.org/package/2006/relationships"><Relationship Id="rId9" Type="http://schemas.openxmlformats.org/officeDocument/2006/relationships/tags" Target="../tags/tag738.xml"/><Relationship Id="rId8" Type="http://schemas.openxmlformats.org/officeDocument/2006/relationships/tags" Target="../tags/tag737.xml"/><Relationship Id="rId7" Type="http://schemas.openxmlformats.org/officeDocument/2006/relationships/tags" Target="../tags/tag736.xml"/><Relationship Id="rId6" Type="http://schemas.openxmlformats.org/officeDocument/2006/relationships/tags" Target="../tags/tag735.xml"/><Relationship Id="rId5" Type="http://schemas.openxmlformats.org/officeDocument/2006/relationships/tags" Target="../tags/tag734.xml"/><Relationship Id="rId4" Type="http://schemas.openxmlformats.org/officeDocument/2006/relationships/tags" Target="../tags/tag733.xml"/><Relationship Id="rId3" Type="http://schemas.openxmlformats.org/officeDocument/2006/relationships/tags" Target="../tags/tag732.xml"/><Relationship Id="rId2" Type="http://schemas.openxmlformats.org/officeDocument/2006/relationships/tags" Target="../tags/tag731.xml"/><Relationship Id="rId12" Type="http://schemas.openxmlformats.org/officeDocument/2006/relationships/slideLayout" Target="../slideLayouts/slideLayout17.xml"/><Relationship Id="rId11" Type="http://schemas.openxmlformats.org/officeDocument/2006/relationships/tags" Target="../tags/tag740.xml"/><Relationship Id="rId10" Type="http://schemas.openxmlformats.org/officeDocument/2006/relationships/tags" Target="../tags/tag739.xml"/><Relationship Id="rId1" Type="http://schemas.openxmlformats.org/officeDocument/2006/relationships/tags" Target="../tags/tag730.xml"/></Relationships>
</file>

<file path=ppt/slides/_rels/slide85.xml.rels><?xml version="1.0" encoding="UTF-8" standalone="yes"?>
<Relationships xmlns="http://schemas.openxmlformats.org/package/2006/relationships"><Relationship Id="rId7" Type="http://schemas.openxmlformats.org/officeDocument/2006/relationships/slideLayout" Target="../slideLayouts/slideLayout17.xml"/><Relationship Id="rId6" Type="http://schemas.openxmlformats.org/officeDocument/2006/relationships/tags" Target="../tags/tag746.xml"/><Relationship Id="rId5" Type="http://schemas.openxmlformats.org/officeDocument/2006/relationships/tags" Target="../tags/tag745.xml"/><Relationship Id="rId4" Type="http://schemas.openxmlformats.org/officeDocument/2006/relationships/tags" Target="../tags/tag744.xml"/><Relationship Id="rId3" Type="http://schemas.openxmlformats.org/officeDocument/2006/relationships/tags" Target="../tags/tag743.xml"/><Relationship Id="rId2" Type="http://schemas.openxmlformats.org/officeDocument/2006/relationships/tags" Target="../tags/tag742.xml"/><Relationship Id="rId1" Type="http://schemas.openxmlformats.org/officeDocument/2006/relationships/tags" Target="../tags/tag741.xml"/></Relationships>
</file>

<file path=ppt/slides/_rels/slide86.xml.rels><?xml version="1.0" encoding="UTF-8" standalone="yes"?>
<Relationships xmlns="http://schemas.openxmlformats.org/package/2006/relationships"><Relationship Id="rId7" Type="http://schemas.openxmlformats.org/officeDocument/2006/relationships/slideLayout" Target="../slideLayouts/slideLayout17.xml"/><Relationship Id="rId6" Type="http://schemas.openxmlformats.org/officeDocument/2006/relationships/tags" Target="../tags/tag752.xml"/><Relationship Id="rId5" Type="http://schemas.openxmlformats.org/officeDocument/2006/relationships/tags" Target="../tags/tag751.xml"/><Relationship Id="rId4" Type="http://schemas.openxmlformats.org/officeDocument/2006/relationships/tags" Target="../tags/tag750.xml"/><Relationship Id="rId3" Type="http://schemas.openxmlformats.org/officeDocument/2006/relationships/tags" Target="../tags/tag749.xml"/><Relationship Id="rId2" Type="http://schemas.openxmlformats.org/officeDocument/2006/relationships/tags" Target="../tags/tag748.xml"/><Relationship Id="rId1" Type="http://schemas.openxmlformats.org/officeDocument/2006/relationships/tags" Target="../tags/tag747.xml"/></Relationships>
</file>

<file path=ppt/slides/_rels/slide87.xml.rels><?xml version="1.0" encoding="UTF-8" standalone="yes"?>
<Relationships xmlns="http://schemas.openxmlformats.org/package/2006/relationships"><Relationship Id="rId7" Type="http://schemas.openxmlformats.org/officeDocument/2006/relationships/slideLayout" Target="../slideLayouts/slideLayout17.xml"/><Relationship Id="rId6" Type="http://schemas.openxmlformats.org/officeDocument/2006/relationships/tags" Target="../tags/tag758.xml"/><Relationship Id="rId5" Type="http://schemas.openxmlformats.org/officeDocument/2006/relationships/tags" Target="../tags/tag757.xml"/><Relationship Id="rId4" Type="http://schemas.openxmlformats.org/officeDocument/2006/relationships/tags" Target="../tags/tag756.xml"/><Relationship Id="rId3" Type="http://schemas.openxmlformats.org/officeDocument/2006/relationships/tags" Target="../tags/tag755.xml"/><Relationship Id="rId2" Type="http://schemas.openxmlformats.org/officeDocument/2006/relationships/tags" Target="../tags/tag754.xml"/><Relationship Id="rId1" Type="http://schemas.openxmlformats.org/officeDocument/2006/relationships/tags" Target="../tags/tag753.xml"/></Relationships>
</file>

<file path=ppt/slides/_rels/slide88.xml.rels><?xml version="1.0" encoding="UTF-8" standalone="yes"?>
<Relationships xmlns="http://schemas.openxmlformats.org/package/2006/relationships"><Relationship Id="rId7" Type="http://schemas.openxmlformats.org/officeDocument/2006/relationships/slideLayout" Target="../slideLayouts/slideLayout17.xml"/><Relationship Id="rId6" Type="http://schemas.openxmlformats.org/officeDocument/2006/relationships/tags" Target="../tags/tag764.xml"/><Relationship Id="rId5" Type="http://schemas.openxmlformats.org/officeDocument/2006/relationships/tags" Target="../tags/tag763.xml"/><Relationship Id="rId4" Type="http://schemas.openxmlformats.org/officeDocument/2006/relationships/tags" Target="../tags/tag762.xml"/><Relationship Id="rId3" Type="http://schemas.openxmlformats.org/officeDocument/2006/relationships/tags" Target="../tags/tag761.xml"/><Relationship Id="rId2" Type="http://schemas.openxmlformats.org/officeDocument/2006/relationships/tags" Target="../tags/tag760.xml"/><Relationship Id="rId1" Type="http://schemas.openxmlformats.org/officeDocument/2006/relationships/tags" Target="../tags/tag759.xml"/></Relationships>
</file>

<file path=ppt/slides/_rels/slide89.xml.rels><?xml version="1.0" encoding="UTF-8" standalone="yes"?>
<Relationships xmlns="http://schemas.openxmlformats.org/package/2006/relationships"><Relationship Id="rId7" Type="http://schemas.openxmlformats.org/officeDocument/2006/relationships/slideLayout" Target="../slideLayouts/slideLayout17.xml"/><Relationship Id="rId6" Type="http://schemas.openxmlformats.org/officeDocument/2006/relationships/tags" Target="../tags/tag770.xml"/><Relationship Id="rId5" Type="http://schemas.openxmlformats.org/officeDocument/2006/relationships/tags" Target="../tags/tag769.xml"/><Relationship Id="rId4" Type="http://schemas.openxmlformats.org/officeDocument/2006/relationships/tags" Target="../tags/tag768.xml"/><Relationship Id="rId3" Type="http://schemas.openxmlformats.org/officeDocument/2006/relationships/tags" Target="../tags/tag767.xml"/><Relationship Id="rId2" Type="http://schemas.openxmlformats.org/officeDocument/2006/relationships/tags" Target="../tags/tag766.xml"/><Relationship Id="rId1" Type="http://schemas.openxmlformats.org/officeDocument/2006/relationships/tags" Target="../tags/tag765.xml"/></Relationships>
</file>

<file path=ppt/slides/_rels/slide90.xml.rels><?xml version="1.0" encoding="UTF-8" standalone="yes"?>
<Relationships xmlns="http://schemas.openxmlformats.org/package/2006/relationships"><Relationship Id="rId9" Type="http://schemas.openxmlformats.org/officeDocument/2006/relationships/tags" Target="../tags/tag779.xml"/><Relationship Id="rId8" Type="http://schemas.openxmlformats.org/officeDocument/2006/relationships/tags" Target="../tags/tag778.xml"/><Relationship Id="rId7" Type="http://schemas.openxmlformats.org/officeDocument/2006/relationships/tags" Target="../tags/tag777.xml"/><Relationship Id="rId6" Type="http://schemas.openxmlformats.org/officeDocument/2006/relationships/tags" Target="../tags/tag776.xml"/><Relationship Id="rId5" Type="http://schemas.openxmlformats.org/officeDocument/2006/relationships/tags" Target="../tags/tag775.xml"/><Relationship Id="rId4" Type="http://schemas.openxmlformats.org/officeDocument/2006/relationships/tags" Target="../tags/tag774.xml"/><Relationship Id="rId3" Type="http://schemas.openxmlformats.org/officeDocument/2006/relationships/tags" Target="../tags/tag773.xml"/><Relationship Id="rId2" Type="http://schemas.openxmlformats.org/officeDocument/2006/relationships/tags" Target="../tags/tag772.xml"/><Relationship Id="rId12" Type="http://schemas.openxmlformats.org/officeDocument/2006/relationships/slideLayout" Target="../slideLayouts/slideLayout17.xml"/><Relationship Id="rId11" Type="http://schemas.openxmlformats.org/officeDocument/2006/relationships/tags" Target="../tags/tag781.xml"/><Relationship Id="rId10" Type="http://schemas.openxmlformats.org/officeDocument/2006/relationships/tags" Target="../tags/tag780.xml"/><Relationship Id="rId1" Type="http://schemas.openxmlformats.org/officeDocument/2006/relationships/tags" Target="../tags/tag771.xml"/></Relationships>
</file>

<file path=ppt/slides/_rels/slide91.xml.rels><?xml version="1.0" encoding="UTF-8" standalone="yes"?>
<Relationships xmlns="http://schemas.openxmlformats.org/package/2006/relationships"><Relationship Id="rId9" Type="http://schemas.openxmlformats.org/officeDocument/2006/relationships/tags" Target="../tags/tag790.xml"/><Relationship Id="rId8" Type="http://schemas.openxmlformats.org/officeDocument/2006/relationships/tags" Target="../tags/tag789.xml"/><Relationship Id="rId7" Type="http://schemas.openxmlformats.org/officeDocument/2006/relationships/tags" Target="../tags/tag788.xml"/><Relationship Id="rId6" Type="http://schemas.openxmlformats.org/officeDocument/2006/relationships/tags" Target="../tags/tag787.xml"/><Relationship Id="rId5" Type="http://schemas.openxmlformats.org/officeDocument/2006/relationships/tags" Target="../tags/tag786.xml"/><Relationship Id="rId4" Type="http://schemas.openxmlformats.org/officeDocument/2006/relationships/tags" Target="../tags/tag785.xml"/><Relationship Id="rId3" Type="http://schemas.openxmlformats.org/officeDocument/2006/relationships/tags" Target="../tags/tag784.xml"/><Relationship Id="rId2" Type="http://schemas.openxmlformats.org/officeDocument/2006/relationships/tags" Target="../tags/tag783.xml"/><Relationship Id="rId12" Type="http://schemas.openxmlformats.org/officeDocument/2006/relationships/slideLayout" Target="../slideLayouts/slideLayout17.xml"/><Relationship Id="rId11" Type="http://schemas.openxmlformats.org/officeDocument/2006/relationships/tags" Target="../tags/tag792.xml"/><Relationship Id="rId10" Type="http://schemas.openxmlformats.org/officeDocument/2006/relationships/tags" Target="../tags/tag791.xml"/><Relationship Id="rId1" Type="http://schemas.openxmlformats.org/officeDocument/2006/relationships/tags" Target="../tags/tag782.xml"/></Relationships>
</file>

<file path=ppt/slides/_rels/slide92.xml.rels><?xml version="1.0" encoding="UTF-8" standalone="yes"?>
<Relationships xmlns="http://schemas.openxmlformats.org/package/2006/relationships"><Relationship Id="rId7" Type="http://schemas.openxmlformats.org/officeDocument/2006/relationships/slideLayout" Target="../slideLayouts/slideLayout17.xml"/><Relationship Id="rId6" Type="http://schemas.openxmlformats.org/officeDocument/2006/relationships/tags" Target="../tags/tag798.xml"/><Relationship Id="rId5" Type="http://schemas.openxmlformats.org/officeDocument/2006/relationships/tags" Target="../tags/tag797.xml"/><Relationship Id="rId4" Type="http://schemas.openxmlformats.org/officeDocument/2006/relationships/tags" Target="../tags/tag796.xml"/><Relationship Id="rId3" Type="http://schemas.openxmlformats.org/officeDocument/2006/relationships/tags" Target="../tags/tag795.xml"/><Relationship Id="rId2" Type="http://schemas.openxmlformats.org/officeDocument/2006/relationships/tags" Target="../tags/tag794.xml"/><Relationship Id="rId1" Type="http://schemas.openxmlformats.org/officeDocument/2006/relationships/tags" Target="../tags/tag793.xml"/></Relationships>
</file>

<file path=ppt/slides/_rels/slide93.xml.rels><?xml version="1.0" encoding="UTF-8" standalone="yes"?>
<Relationships xmlns="http://schemas.openxmlformats.org/package/2006/relationships"><Relationship Id="rId9" Type="http://schemas.openxmlformats.org/officeDocument/2006/relationships/tags" Target="../tags/tag807.xml"/><Relationship Id="rId8" Type="http://schemas.openxmlformats.org/officeDocument/2006/relationships/tags" Target="../tags/tag806.xml"/><Relationship Id="rId7" Type="http://schemas.openxmlformats.org/officeDocument/2006/relationships/tags" Target="../tags/tag805.xml"/><Relationship Id="rId6" Type="http://schemas.openxmlformats.org/officeDocument/2006/relationships/tags" Target="../tags/tag804.xml"/><Relationship Id="rId5" Type="http://schemas.openxmlformats.org/officeDocument/2006/relationships/tags" Target="../tags/tag803.xml"/><Relationship Id="rId4" Type="http://schemas.openxmlformats.org/officeDocument/2006/relationships/tags" Target="../tags/tag802.xml"/><Relationship Id="rId3" Type="http://schemas.openxmlformats.org/officeDocument/2006/relationships/tags" Target="../tags/tag801.xml"/><Relationship Id="rId2" Type="http://schemas.openxmlformats.org/officeDocument/2006/relationships/tags" Target="../tags/tag800.xml"/><Relationship Id="rId12" Type="http://schemas.openxmlformats.org/officeDocument/2006/relationships/slideLayout" Target="../slideLayouts/slideLayout17.xml"/><Relationship Id="rId11" Type="http://schemas.openxmlformats.org/officeDocument/2006/relationships/tags" Target="../tags/tag809.xml"/><Relationship Id="rId10" Type="http://schemas.openxmlformats.org/officeDocument/2006/relationships/tags" Target="../tags/tag808.xml"/><Relationship Id="rId1" Type="http://schemas.openxmlformats.org/officeDocument/2006/relationships/tags" Target="../tags/tag799.xml"/></Relationships>
</file>

<file path=ppt/slides/_rels/slide94.xml.rels><?xml version="1.0" encoding="UTF-8" standalone="yes"?>
<Relationships xmlns="http://schemas.openxmlformats.org/package/2006/relationships"><Relationship Id="rId7" Type="http://schemas.openxmlformats.org/officeDocument/2006/relationships/slideLayout" Target="../slideLayouts/slideLayout17.xml"/><Relationship Id="rId6" Type="http://schemas.openxmlformats.org/officeDocument/2006/relationships/tags" Target="../tags/tag815.xml"/><Relationship Id="rId5" Type="http://schemas.openxmlformats.org/officeDocument/2006/relationships/tags" Target="../tags/tag814.xml"/><Relationship Id="rId4" Type="http://schemas.openxmlformats.org/officeDocument/2006/relationships/tags" Target="../tags/tag813.xml"/><Relationship Id="rId3" Type="http://schemas.openxmlformats.org/officeDocument/2006/relationships/tags" Target="../tags/tag812.xml"/><Relationship Id="rId2" Type="http://schemas.openxmlformats.org/officeDocument/2006/relationships/tags" Target="../tags/tag811.xml"/><Relationship Id="rId1" Type="http://schemas.openxmlformats.org/officeDocument/2006/relationships/tags" Target="../tags/tag810.xml"/></Relationships>
</file>

<file path=ppt/slides/_rels/slide95.xml.rels><?xml version="1.0" encoding="UTF-8" standalone="yes"?>
<Relationships xmlns="http://schemas.openxmlformats.org/package/2006/relationships"><Relationship Id="rId9" Type="http://schemas.openxmlformats.org/officeDocument/2006/relationships/tags" Target="../tags/tag824.xml"/><Relationship Id="rId8" Type="http://schemas.openxmlformats.org/officeDocument/2006/relationships/tags" Target="../tags/tag823.xml"/><Relationship Id="rId7" Type="http://schemas.openxmlformats.org/officeDocument/2006/relationships/tags" Target="../tags/tag822.xml"/><Relationship Id="rId6" Type="http://schemas.openxmlformats.org/officeDocument/2006/relationships/tags" Target="../tags/tag821.xml"/><Relationship Id="rId5" Type="http://schemas.openxmlformats.org/officeDocument/2006/relationships/tags" Target="../tags/tag820.xml"/><Relationship Id="rId4" Type="http://schemas.openxmlformats.org/officeDocument/2006/relationships/tags" Target="../tags/tag819.xml"/><Relationship Id="rId3" Type="http://schemas.openxmlformats.org/officeDocument/2006/relationships/tags" Target="../tags/tag818.xml"/><Relationship Id="rId2" Type="http://schemas.openxmlformats.org/officeDocument/2006/relationships/tags" Target="../tags/tag817.xml"/><Relationship Id="rId12" Type="http://schemas.openxmlformats.org/officeDocument/2006/relationships/slideLayout" Target="../slideLayouts/slideLayout17.xml"/><Relationship Id="rId11" Type="http://schemas.openxmlformats.org/officeDocument/2006/relationships/tags" Target="../tags/tag826.xml"/><Relationship Id="rId10" Type="http://schemas.openxmlformats.org/officeDocument/2006/relationships/tags" Target="../tags/tag825.xml"/><Relationship Id="rId1" Type="http://schemas.openxmlformats.org/officeDocument/2006/relationships/tags" Target="../tags/tag816.xml"/></Relationships>
</file>

<file path=ppt/slides/_rels/slide96.xml.rels><?xml version="1.0" encoding="UTF-8" standalone="yes"?>
<Relationships xmlns="http://schemas.openxmlformats.org/package/2006/relationships"><Relationship Id="rId5" Type="http://schemas.openxmlformats.org/officeDocument/2006/relationships/notesSlide" Target="../notesSlides/notesSlide7.xml"/><Relationship Id="rId4" Type="http://schemas.openxmlformats.org/officeDocument/2006/relationships/slideLayout" Target="../slideLayouts/slideLayout11.xml"/><Relationship Id="rId3" Type="http://schemas.openxmlformats.org/officeDocument/2006/relationships/tags" Target="../tags/tag829.xml"/><Relationship Id="rId2" Type="http://schemas.openxmlformats.org/officeDocument/2006/relationships/tags" Target="../tags/tag828.xml"/><Relationship Id="rId1" Type="http://schemas.openxmlformats.org/officeDocument/2006/relationships/tags" Target="../tags/tag827.xml"/></Relationships>
</file>

<file path=ppt/slides/_rels/slide97.xml.rels><?xml version="1.0" encoding="UTF-8" standalone="yes"?>
<Relationships xmlns="http://schemas.openxmlformats.org/package/2006/relationships"><Relationship Id="rId9" Type="http://schemas.openxmlformats.org/officeDocument/2006/relationships/tags" Target="../tags/tag838.xml"/><Relationship Id="rId8" Type="http://schemas.openxmlformats.org/officeDocument/2006/relationships/tags" Target="../tags/tag837.xml"/><Relationship Id="rId7" Type="http://schemas.openxmlformats.org/officeDocument/2006/relationships/tags" Target="../tags/tag836.xml"/><Relationship Id="rId6" Type="http://schemas.openxmlformats.org/officeDocument/2006/relationships/tags" Target="../tags/tag835.xml"/><Relationship Id="rId5" Type="http://schemas.openxmlformats.org/officeDocument/2006/relationships/tags" Target="../tags/tag834.xml"/><Relationship Id="rId4" Type="http://schemas.openxmlformats.org/officeDocument/2006/relationships/tags" Target="../tags/tag833.xml"/><Relationship Id="rId3" Type="http://schemas.openxmlformats.org/officeDocument/2006/relationships/tags" Target="../tags/tag832.xml"/><Relationship Id="rId2" Type="http://schemas.openxmlformats.org/officeDocument/2006/relationships/tags" Target="../tags/tag831.xml"/><Relationship Id="rId12" Type="http://schemas.openxmlformats.org/officeDocument/2006/relationships/slideLayout" Target="../slideLayouts/slideLayout17.xml"/><Relationship Id="rId11" Type="http://schemas.openxmlformats.org/officeDocument/2006/relationships/tags" Target="../tags/tag840.xml"/><Relationship Id="rId10" Type="http://schemas.openxmlformats.org/officeDocument/2006/relationships/tags" Target="../tags/tag839.xml"/><Relationship Id="rId1" Type="http://schemas.openxmlformats.org/officeDocument/2006/relationships/tags" Target="../tags/tag830.xml"/></Relationships>
</file>

<file path=ppt/slides/_rels/slide98.xml.rels><?xml version="1.0" encoding="UTF-8" standalone="yes"?>
<Relationships xmlns="http://schemas.openxmlformats.org/package/2006/relationships"><Relationship Id="rId9" Type="http://schemas.openxmlformats.org/officeDocument/2006/relationships/tags" Target="../tags/tag849.xml"/><Relationship Id="rId8" Type="http://schemas.openxmlformats.org/officeDocument/2006/relationships/tags" Target="../tags/tag848.xml"/><Relationship Id="rId7" Type="http://schemas.openxmlformats.org/officeDocument/2006/relationships/tags" Target="../tags/tag847.xml"/><Relationship Id="rId6" Type="http://schemas.openxmlformats.org/officeDocument/2006/relationships/tags" Target="../tags/tag846.xml"/><Relationship Id="rId5" Type="http://schemas.openxmlformats.org/officeDocument/2006/relationships/tags" Target="../tags/tag845.xml"/><Relationship Id="rId4" Type="http://schemas.openxmlformats.org/officeDocument/2006/relationships/tags" Target="../tags/tag844.xml"/><Relationship Id="rId3" Type="http://schemas.openxmlformats.org/officeDocument/2006/relationships/tags" Target="../tags/tag843.xml"/><Relationship Id="rId2" Type="http://schemas.openxmlformats.org/officeDocument/2006/relationships/tags" Target="../tags/tag842.xml"/><Relationship Id="rId12" Type="http://schemas.openxmlformats.org/officeDocument/2006/relationships/slideLayout" Target="../slideLayouts/slideLayout17.xml"/><Relationship Id="rId11" Type="http://schemas.openxmlformats.org/officeDocument/2006/relationships/tags" Target="../tags/tag851.xml"/><Relationship Id="rId10" Type="http://schemas.openxmlformats.org/officeDocument/2006/relationships/tags" Target="../tags/tag850.xml"/><Relationship Id="rId1" Type="http://schemas.openxmlformats.org/officeDocument/2006/relationships/tags" Target="../tags/tag841.xml"/></Relationships>
</file>

<file path=ppt/slides/_rels/slide99.xml.rels><?xml version="1.0" encoding="UTF-8" standalone="yes"?>
<Relationships xmlns="http://schemas.openxmlformats.org/package/2006/relationships"><Relationship Id="rId7" Type="http://schemas.openxmlformats.org/officeDocument/2006/relationships/slideLayout" Target="../slideLayouts/slideLayout17.xml"/><Relationship Id="rId6" Type="http://schemas.openxmlformats.org/officeDocument/2006/relationships/tags" Target="../tags/tag857.xml"/><Relationship Id="rId5" Type="http://schemas.openxmlformats.org/officeDocument/2006/relationships/tags" Target="../tags/tag856.xml"/><Relationship Id="rId4" Type="http://schemas.openxmlformats.org/officeDocument/2006/relationships/tags" Target="../tags/tag855.xml"/><Relationship Id="rId3" Type="http://schemas.openxmlformats.org/officeDocument/2006/relationships/tags" Target="../tags/tag854.xml"/><Relationship Id="rId2" Type="http://schemas.openxmlformats.org/officeDocument/2006/relationships/tags" Target="../tags/tag853.xml"/><Relationship Id="rId1" Type="http://schemas.openxmlformats.org/officeDocument/2006/relationships/tags" Target="../tags/tag852.xml"/></Relationships>
</file>

<file path=ppt/slides/_rels/slide100.xml.rels><?xml version="1.0" encoding="UTF-8" standalone="yes"?>
<Relationships xmlns="http://schemas.openxmlformats.org/package/2006/relationships"><Relationship Id="rId9" Type="http://schemas.openxmlformats.org/officeDocument/2006/relationships/tags" Target="../tags/tag866.xml"/><Relationship Id="rId8" Type="http://schemas.openxmlformats.org/officeDocument/2006/relationships/tags" Target="../tags/tag865.xml"/><Relationship Id="rId7" Type="http://schemas.openxmlformats.org/officeDocument/2006/relationships/tags" Target="../tags/tag864.xml"/><Relationship Id="rId6" Type="http://schemas.openxmlformats.org/officeDocument/2006/relationships/tags" Target="../tags/tag863.xml"/><Relationship Id="rId5" Type="http://schemas.openxmlformats.org/officeDocument/2006/relationships/tags" Target="../tags/tag862.xml"/><Relationship Id="rId4" Type="http://schemas.openxmlformats.org/officeDocument/2006/relationships/tags" Target="../tags/tag861.xml"/><Relationship Id="rId3" Type="http://schemas.openxmlformats.org/officeDocument/2006/relationships/tags" Target="../tags/tag860.xml"/><Relationship Id="rId2" Type="http://schemas.openxmlformats.org/officeDocument/2006/relationships/tags" Target="../tags/tag859.xml"/><Relationship Id="rId12" Type="http://schemas.openxmlformats.org/officeDocument/2006/relationships/slideLayout" Target="../slideLayouts/slideLayout17.xml"/><Relationship Id="rId11" Type="http://schemas.openxmlformats.org/officeDocument/2006/relationships/tags" Target="../tags/tag868.xml"/><Relationship Id="rId10" Type="http://schemas.openxmlformats.org/officeDocument/2006/relationships/tags" Target="../tags/tag867.xml"/><Relationship Id="rId1" Type="http://schemas.openxmlformats.org/officeDocument/2006/relationships/tags" Target="../tags/tag858.xml"/></Relationships>
</file>

<file path=ppt/slides/_rels/slide101.xml.rels><?xml version="1.0" encoding="UTF-8" standalone="yes"?>
<Relationships xmlns="http://schemas.openxmlformats.org/package/2006/relationships"><Relationship Id="rId7" Type="http://schemas.openxmlformats.org/officeDocument/2006/relationships/slideLayout" Target="../slideLayouts/slideLayout17.xml"/><Relationship Id="rId6" Type="http://schemas.openxmlformats.org/officeDocument/2006/relationships/tags" Target="../tags/tag874.xml"/><Relationship Id="rId5" Type="http://schemas.openxmlformats.org/officeDocument/2006/relationships/tags" Target="../tags/tag873.xml"/><Relationship Id="rId4" Type="http://schemas.openxmlformats.org/officeDocument/2006/relationships/tags" Target="../tags/tag872.xml"/><Relationship Id="rId3" Type="http://schemas.openxmlformats.org/officeDocument/2006/relationships/tags" Target="../tags/tag871.xml"/><Relationship Id="rId2" Type="http://schemas.openxmlformats.org/officeDocument/2006/relationships/tags" Target="../tags/tag870.xml"/><Relationship Id="rId1" Type="http://schemas.openxmlformats.org/officeDocument/2006/relationships/tags" Target="../tags/tag869.xml"/></Relationships>
</file>

<file path=ppt/slides/_rels/slide102.xml.rels><?xml version="1.0" encoding="UTF-8" standalone="yes"?>
<Relationships xmlns="http://schemas.openxmlformats.org/package/2006/relationships"><Relationship Id="rId7" Type="http://schemas.openxmlformats.org/officeDocument/2006/relationships/slideLayout" Target="../slideLayouts/slideLayout17.xml"/><Relationship Id="rId6" Type="http://schemas.openxmlformats.org/officeDocument/2006/relationships/tags" Target="../tags/tag880.xml"/><Relationship Id="rId5" Type="http://schemas.openxmlformats.org/officeDocument/2006/relationships/tags" Target="../tags/tag879.xml"/><Relationship Id="rId4" Type="http://schemas.openxmlformats.org/officeDocument/2006/relationships/tags" Target="../tags/tag878.xml"/><Relationship Id="rId3" Type="http://schemas.openxmlformats.org/officeDocument/2006/relationships/tags" Target="../tags/tag877.xml"/><Relationship Id="rId2" Type="http://schemas.openxmlformats.org/officeDocument/2006/relationships/tags" Target="../tags/tag876.xml"/><Relationship Id="rId1" Type="http://schemas.openxmlformats.org/officeDocument/2006/relationships/tags" Target="../tags/tag875.xml"/></Relationships>
</file>

<file path=ppt/slides/_rels/slide103.xml.rels><?xml version="1.0" encoding="UTF-8" standalone="yes"?>
<Relationships xmlns="http://schemas.openxmlformats.org/package/2006/relationships"><Relationship Id="rId7" Type="http://schemas.openxmlformats.org/officeDocument/2006/relationships/slideLayout" Target="../slideLayouts/slideLayout17.xml"/><Relationship Id="rId6" Type="http://schemas.openxmlformats.org/officeDocument/2006/relationships/tags" Target="../tags/tag886.xml"/><Relationship Id="rId5" Type="http://schemas.openxmlformats.org/officeDocument/2006/relationships/tags" Target="../tags/tag885.xml"/><Relationship Id="rId4" Type="http://schemas.openxmlformats.org/officeDocument/2006/relationships/tags" Target="../tags/tag884.xml"/><Relationship Id="rId3" Type="http://schemas.openxmlformats.org/officeDocument/2006/relationships/tags" Target="../tags/tag883.xml"/><Relationship Id="rId2" Type="http://schemas.openxmlformats.org/officeDocument/2006/relationships/tags" Target="../tags/tag882.xml"/><Relationship Id="rId1" Type="http://schemas.openxmlformats.org/officeDocument/2006/relationships/tags" Target="../tags/tag881.xml"/></Relationships>
</file>

<file path=ppt/slides/_rels/slide104.xml.rels><?xml version="1.0" encoding="UTF-8" standalone="yes"?>
<Relationships xmlns="http://schemas.openxmlformats.org/package/2006/relationships"><Relationship Id="rId7" Type="http://schemas.openxmlformats.org/officeDocument/2006/relationships/slideLayout" Target="../slideLayouts/slideLayout17.xml"/><Relationship Id="rId6" Type="http://schemas.openxmlformats.org/officeDocument/2006/relationships/tags" Target="../tags/tag892.xml"/><Relationship Id="rId5" Type="http://schemas.openxmlformats.org/officeDocument/2006/relationships/tags" Target="../tags/tag891.xml"/><Relationship Id="rId4" Type="http://schemas.openxmlformats.org/officeDocument/2006/relationships/tags" Target="../tags/tag890.xml"/><Relationship Id="rId3" Type="http://schemas.openxmlformats.org/officeDocument/2006/relationships/tags" Target="../tags/tag889.xml"/><Relationship Id="rId2" Type="http://schemas.openxmlformats.org/officeDocument/2006/relationships/tags" Target="../tags/tag888.xml"/><Relationship Id="rId1" Type="http://schemas.openxmlformats.org/officeDocument/2006/relationships/tags" Target="../tags/tag887.xml"/></Relationships>
</file>

<file path=ppt/slides/_rels/slide105.xml.rels><?xml version="1.0" encoding="UTF-8" standalone="yes"?>
<Relationships xmlns="http://schemas.openxmlformats.org/package/2006/relationships"><Relationship Id="rId7" Type="http://schemas.openxmlformats.org/officeDocument/2006/relationships/slideLayout" Target="../slideLayouts/slideLayout17.xml"/><Relationship Id="rId6" Type="http://schemas.openxmlformats.org/officeDocument/2006/relationships/tags" Target="../tags/tag898.xml"/><Relationship Id="rId5" Type="http://schemas.openxmlformats.org/officeDocument/2006/relationships/tags" Target="../tags/tag897.xml"/><Relationship Id="rId4" Type="http://schemas.openxmlformats.org/officeDocument/2006/relationships/tags" Target="../tags/tag896.xml"/><Relationship Id="rId3" Type="http://schemas.openxmlformats.org/officeDocument/2006/relationships/tags" Target="../tags/tag895.xml"/><Relationship Id="rId2" Type="http://schemas.openxmlformats.org/officeDocument/2006/relationships/tags" Target="../tags/tag894.xml"/><Relationship Id="rId1" Type="http://schemas.openxmlformats.org/officeDocument/2006/relationships/tags" Target="../tags/tag893.xml"/></Relationships>
</file>

<file path=ppt/slides/_rels/slide106.xml.rels><?xml version="1.0" encoding="UTF-8" standalone="yes"?>
<Relationships xmlns="http://schemas.openxmlformats.org/package/2006/relationships"><Relationship Id="rId7" Type="http://schemas.openxmlformats.org/officeDocument/2006/relationships/slideLayout" Target="../slideLayouts/slideLayout17.xml"/><Relationship Id="rId6" Type="http://schemas.openxmlformats.org/officeDocument/2006/relationships/tags" Target="../tags/tag904.xml"/><Relationship Id="rId5" Type="http://schemas.openxmlformats.org/officeDocument/2006/relationships/tags" Target="../tags/tag903.xml"/><Relationship Id="rId4" Type="http://schemas.openxmlformats.org/officeDocument/2006/relationships/tags" Target="../tags/tag902.xml"/><Relationship Id="rId3" Type="http://schemas.openxmlformats.org/officeDocument/2006/relationships/tags" Target="../tags/tag901.xml"/><Relationship Id="rId2" Type="http://schemas.openxmlformats.org/officeDocument/2006/relationships/tags" Target="../tags/tag900.xml"/><Relationship Id="rId1" Type="http://schemas.openxmlformats.org/officeDocument/2006/relationships/tags" Target="../tags/tag899.xml"/></Relationships>
</file>

<file path=ppt/slides/_rels/slide107.xml.rels><?xml version="1.0" encoding="UTF-8" standalone="yes"?>
<Relationships xmlns="http://schemas.openxmlformats.org/package/2006/relationships"><Relationship Id="rId9" Type="http://schemas.openxmlformats.org/officeDocument/2006/relationships/tags" Target="../tags/tag913.xml"/><Relationship Id="rId8" Type="http://schemas.openxmlformats.org/officeDocument/2006/relationships/tags" Target="../tags/tag912.xml"/><Relationship Id="rId7" Type="http://schemas.openxmlformats.org/officeDocument/2006/relationships/tags" Target="../tags/tag911.xml"/><Relationship Id="rId6" Type="http://schemas.openxmlformats.org/officeDocument/2006/relationships/tags" Target="../tags/tag910.xml"/><Relationship Id="rId5" Type="http://schemas.openxmlformats.org/officeDocument/2006/relationships/tags" Target="../tags/tag909.xml"/><Relationship Id="rId4" Type="http://schemas.openxmlformats.org/officeDocument/2006/relationships/tags" Target="../tags/tag908.xml"/><Relationship Id="rId3" Type="http://schemas.openxmlformats.org/officeDocument/2006/relationships/tags" Target="../tags/tag907.xml"/><Relationship Id="rId2" Type="http://schemas.openxmlformats.org/officeDocument/2006/relationships/tags" Target="../tags/tag906.xml"/><Relationship Id="rId12" Type="http://schemas.openxmlformats.org/officeDocument/2006/relationships/slideLayout" Target="../slideLayouts/slideLayout17.xml"/><Relationship Id="rId11" Type="http://schemas.openxmlformats.org/officeDocument/2006/relationships/tags" Target="../tags/tag915.xml"/><Relationship Id="rId10" Type="http://schemas.openxmlformats.org/officeDocument/2006/relationships/tags" Target="../tags/tag914.xml"/><Relationship Id="rId1" Type="http://schemas.openxmlformats.org/officeDocument/2006/relationships/tags" Target="../tags/tag905.xml"/></Relationships>
</file>

<file path=ppt/slides/_rels/slide108.xml.rels><?xml version="1.0" encoding="UTF-8" standalone="yes"?>
<Relationships xmlns="http://schemas.openxmlformats.org/package/2006/relationships"><Relationship Id="rId7" Type="http://schemas.openxmlformats.org/officeDocument/2006/relationships/slideLayout" Target="../slideLayouts/slideLayout17.xml"/><Relationship Id="rId6" Type="http://schemas.openxmlformats.org/officeDocument/2006/relationships/tags" Target="../tags/tag921.xml"/><Relationship Id="rId5" Type="http://schemas.openxmlformats.org/officeDocument/2006/relationships/tags" Target="../tags/tag920.xml"/><Relationship Id="rId4" Type="http://schemas.openxmlformats.org/officeDocument/2006/relationships/tags" Target="../tags/tag919.xml"/><Relationship Id="rId3" Type="http://schemas.openxmlformats.org/officeDocument/2006/relationships/tags" Target="../tags/tag918.xml"/><Relationship Id="rId2" Type="http://schemas.openxmlformats.org/officeDocument/2006/relationships/tags" Target="../tags/tag917.xml"/><Relationship Id="rId1" Type="http://schemas.openxmlformats.org/officeDocument/2006/relationships/tags" Target="../tags/tag916.xml"/></Relationships>
</file>

<file path=ppt/slides/_rels/slide109.xml.rels><?xml version="1.0" encoding="UTF-8" standalone="yes"?>
<Relationships xmlns="http://schemas.openxmlformats.org/package/2006/relationships"><Relationship Id="rId9" Type="http://schemas.openxmlformats.org/officeDocument/2006/relationships/tags" Target="../tags/tag930.xml"/><Relationship Id="rId8" Type="http://schemas.openxmlformats.org/officeDocument/2006/relationships/tags" Target="../tags/tag929.xml"/><Relationship Id="rId7" Type="http://schemas.openxmlformats.org/officeDocument/2006/relationships/tags" Target="../tags/tag928.xml"/><Relationship Id="rId6" Type="http://schemas.openxmlformats.org/officeDocument/2006/relationships/tags" Target="../tags/tag927.xml"/><Relationship Id="rId5" Type="http://schemas.openxmlformats.org/officeDocument/2006/relationships/tags" Target="../tags/tag926.xml"/><Relationship Id="rId4" Type="http://schemas.openxmlformats.org/officeDocument/2006/relationships/tags" Target="../tags/tag925.xml"/><Relationship Id="rId3" Type="http://schemas.openxmlformats.org/officeDocument/2006/relationships/tags" Target="../tags/tag924.xml"/><Relationship Id="rId2" Type="http://schemas.openxmlformats.org/officeDocument/2006/relationships/tags" Target="../tags/tag923.xml"/><Relationship Id="rId11" Type="http://schemas.openxmlformats.org/officeDocument/2006/relationships/slideLayout" Target="../slideLayouts/slideLayout17.xml"/><Relationship Id="rId10" Type="http://schemas.openxmlformats.org/officeDocument/2006/relationships/tags" Target="../tags/tag931.xml"/><Relationship Id="rId1" Type="http://schemas.openxmlformats.org/officeDocument/2006/relationships/tags" Target="../tags/tag922.xml"/></Relationships>
</file>

<file path=ppt/slides/_rels/slide110.xml.rels><?xml version="1.0" encoding="UTF-8" standalone="yes"?>
<Relationships xmlns="http://schemas.openxmlformats.org/package/2006/relationships"><Relationship Id="rId9" Type="http://schemas.openxmlformats.org/officeDocument/2006/relationships/tags" Target="../tags/tag940.xml"/><Relationship Id="rId8" Type="http://schemas.openxmlformats.org/officeDocument/2006/relationships/tags" Target="../tags/tag939.xml"/><Relationship Id="rId7" Type="http://schemas.openxmlformats.org/officeDocument/2006/relationships/tags" Target="../tags/tag938.xml"/><Relationship Id="rId6" Type="http://schemas.openxmlformats.org/officeDocument/2006/relationships/tags" Target="../tags/tag937.xml"/><Relationship Id="rId5" Type="http://schemas.openxmlformats.org/officeDocument/2006/relationships/tags" Target="../tags/tag936.xml"/><Relationship Id="rId4" Type="http://schemas.openxmlformats.org/officeDocument/2006/relationships/tags" Target="../tags/tag935.xml"/><Relationship Id="rId3" Type="http://schemas.openxmlformats.org/officeDocument/2006/relationships/tags" Target="../tags/tag934.xml"/><Relationship Id="rId2" Type="http://schemas.openxmlformats.org/officeDocument/2006/relationships/tags" Target="../tags/tag933.xml"/><Relationship Id="rId12" Type="http://schemas.openxmlformats.org/officeDocument/2006/relationships/slideLayout" Target="../slideLayouts/slideLayout17.xml"/><Relationship Id="rId11" Type="http://schemas.openxmlformats.org/officeDocument/2006/relationships/tags" Target="../tags/tag942.xml"/><Relationship Id="rId10" Type="http://schemas.openxmlformats.org/officeDocument/2006/relationships/tags" Target="../tags/tag941.xml"/><Relationship Id="rId1" Type="http://schemas.openxmlformats.org/officeDocument/2006/relationships/tags" Target="../tags/tag932.xml"/></Relationships>
</file>

<file path=ppt/slides/_rels/slide111.xml.rels><?xml version="1.0" encoding="UTF-8" standalone="yes"?>
<Relationships xmlns="http://schemas.openxmlformats.org/package/2006/relationships"><Relationship Id="rId9" Type="http://schemas.openxmlformats.org/officeDocument/2006/relationships/tags" Target="../tags/tag951.xml"/><Relationship Id="rId8" Type="http://schemas.openxmlformats.org/officeDocument/2006/relationships/tags" Target="../tags/tag950.xml"/><Relationship Id="rId7" Type="http://schemas.openxmlformats.org/officeDocument/2006/relationships/tags" Target="../tags/tag949.xml"/><Relationship Id="rId6" Type="http://schemas.openxmlformats.org/officeDocument/2006/relationships/tags" Target="../tags/tag948.xml"/><Relationship Id="rId5" Type="http://schemas.openxmlformats.org/officeDocument/2006/relationships/tags" Target="../tags/tag947.xml"/><Relationship Id="rId4" Type="http://schemas.openxmlformats.org/officeDocument/2006/relationships/tags" Target="../tags/tag946.xml"/><Relationship Id="rId3" Type="http://schemas.openxmlformats.org/officeDocument/2006/relationships/tags" Target="../tags/tag945.xml"/><Relationship Id="rId2" Type="http://schemas.openxmlformats.org/officeDocument/2006/relationships/tags" Target="../tags/tag944.xml"/><Relationship Id="rId12" Type="http://schemas.openxmlformats.org/officeDocument/2006/relationships/slideLayout" Target="../slideLayouts/slideLayout17.xml"/><Relationship Id="rId11" Type="http://schemas.openxmlformats.org/officeDocument/2006/relationships/tags" Target="../tags/tag953.xml"/><Relationship Id="rId10" Type="http://schemas.openxmlformats.org/officeDocument/2006/relationships/tags" Target="../tags/tag952.xml"/><Relationship Id="rId1" Type="http://schemas.openxmlformats.org/officeDocument/2006/relationships/tags" Target="../tags/tag943.xml"/></Relationships>
</file>

<file path=ppt/slides/_rels/slide112.xml.rels><?xml version="1.0" encoding="UTF-8" standalone="yes"?>
<Relationships xmlns="http://schemas.openxmlformats.org/package/2006/relationships"><Relationship Id="rId9" Type="http://schemas.openxmlformats.org/officeDocument/2006/relationships/tags" Target="../tags/tag962.xml"/><Relationship Id="rId8" Type="http://schemas.openxmlformats.org/officeDocument/2006/relationships/tags" Target="../tags/tag961.xml"/><Relationship Id="rId7" Type="http://schemas.openxmlformats.org/officeDocument/2006/relationships/tags" Target="../tags/tag960.xml"/><Relationship Id="rId6" Type="http://schemas.openxmlformats.org/officeDocument/2006/relationships/tags" Target="../tags/tag959.xml"/><Relationship Id="rId5" Type="http://schemas.openxmlformats.org/officeDocument/2006/relationships/tags" Target="../tags/tag958.xml"/><Relationship Id="rId4" Type="http://schemas.openxmlformats.org/officeDocument/2006/relationships/tags" Target="../tags/tag957.xml"/><Relationship Id="rId3" Type="http://schemas.openxmlformats.org/officeDocument/2006/relationships/tags" Target="../tags/tag956.xml"/><Relationship Id="rId2" Type="http://schemas.openxmlformats.org/officeDocument/2006/relationships/tags" Target="../tags/tag955.xml"/><Relationship Id="rId12" Type="http://schemas.openxmlformats.org/officeDocument/2006/relationships/slideLayout" Target="../slideLayouts/slideLayout17.xml"/><Relationship Id="rId11" Type="http://schemas.openxmlformats.org/officeDocument/2006/relationships/tags" Target="../tags/tag964.xml"/><Relationship Id="rId10" Type="http://schemas.openxmlformats.org/officeDocument/2006/relationships/tags" Target="../tags/tag963.xml"/><Relationship Id="rId1" Type="http://schemas.openxmlformats.org/officeDocument/2006/relationships/tags" Target="../tags/tag954.xml"/></Relationships>
</file>

<file path=ppt/slides/_rels/slide113.xml.rels><?xml version="1.0" encoding="UTF-8" standalone="yes"?>
<Relationships xmlns="http://schemas.openxmlformats.org/package/2006/relationships"><Relationship Id="rId7" Type="http://schemas.openxmlformats.org/officeDocument/2006/relationships/slideLayout" Target="../slideLayouts/slideLayout17.xml"/><Relationship Id="rId6" Type="http://schemas.openxmlformats.org/officeDocument/2006/relationships/tags" Target="../tags/tag970.xml"/><Relationship Id="rId5" Type="http://schemas.openxmlformats.org/officeDocument/2006/relationships/tags" Target="../tags/tag969.xml"/><Relationship Id="rId4" Type="http://schemas.openxmlformats.org/officeDocument/2006/relationships/tags" Target="../tags/tag968.xml"/><Relationship Id="rId3" Type="http://schemas.openxmlformats.org/officeDocument/2006/relationships/tags" Target="../tags/tag967.xml"/><Relationship Id="rId2" Type="http://schemas.openxmlformats.org/officeDocument/2006/relationships/tags" Target="../tags/tag966.xml"/><Relationship Id="rId1" Type="http://schemas.openxmlformats.org/officeDocument/2006/relationships/tags" Target="../tags/tag965.xml"/></Relationships>
</file>

<file path=ppt/slides/_rels/slide114.xml.rels><?xml version="1.0" encoding="UTF-8" standalone="yes"?>
<Relationships xmlns="http://schemas.openxmlformats.org/package/2006/relationships"><Relationship Id="rId7" Type="http://schemas.openxmlformats.org/officeDocument/2006/relationships/slideLayout" Target="../slideLayouts/slideLayout17.xml"/><Relationship Id="rId6" Type="http://schemas.openxmlformats.org/officeDocument/2006/relationships/tags" Target="../tags/tag976.xml"/><Relationship Id="rId5" Type="http://schemas.openxmlformats.org/officeDocument/2006/relationships/tags" Target="../tags/tag975.xml"/><Relationship Id="rId4" Type="http://schemas.openxmlformats.org/officeDocument/2006/relationships/tags" Target="../tags/tag974.xml"/><Relationship Id="rId3" Type="http://schemas.openxmlformats.org/officeDocument/2006/relationships/tags" Target="../tags/tag973.xml"/><Relationship Id="rId2" Type="http://schemas.openxmlformats.org/officeDocument/2006/relationships/tags" Target="../tags/tag972.xml"/><Relationship Id="rId1" Type="http://schemas.openxmlformats.org/officeDocument/2006/relationships/tags" Target="../tags/tag971.xml"/></Relationships>
</file>

<file path=ppt/slides/_rels/slide115.xml.rels><?xml version="1.0" encoding="UTF-8" standalone="yes"?>
<Relationships xmlns="http://schemas.openxmlformats.org/package/2006/relationships"><Relationship Id="rId9" Type="http://schemas.openxmlformats.org/officeDocument/2006/relationships/tags" Target="../tags/tag985.xml"/><Relationship Id="rId8" Type="http://schemas.openxmlformats.org/officeDocument/2006/relationships/tags" Target="../tags/tag984.xml"/><Relationship Id="rId7" Type="http://schemas.openxmlformats.org/officeDocument/2006/relationships/tags" Target="../tags/tag983.xml"/><Relationship Id="rId6" Type="http://schemas.openxmlformats.org/officeDocument/2006/relationships/tags" Target="../tags/tag982.xml"/><Relationship Id="rId5" Type="http://schemas.openxmlformats.org/officeDocument/2006/relationships/tags" Target="../tags/tag981.xml"/><Relationship Id="rId4" Type="http://schemas.openxmlformats.org/officeDocument/2006/relationships/tags" Target="../tags/tag980.xml"/><Relationship Id="rId3" Type="http://schemas.openxmlformats.org/officeDocument/2006/relationships/tags" Target="../tags/tag979.xml"/><Relationship Id="rId2" Type="http://schemas.openxmlformats.org/officeDocument/2006/relationships/tags" Target="../tags/tag978.xml"/><Relationship Id="rId12" Type="http://schemas.openxmlformats.org/officeDocument/2006/relationships/slideLayout" Target="../slideLayouts/slideLayout17.xml"/><Relationship Id="rId11" Type="http://schemas.openxmlformats.org/officeDocument/2006/relationships/tags" Target="../tags/tag987.xml"/><Relationship Id="rId10" Type="http://schemas.openxmlformats.org/officeDocument/2006/relationships/tags" Target="../tags/tag986.xml"/><Relationship Id="rId1" Type="http://schemas.openxmlformats.org/officeDocument/2006/relationships/tags" Target="../tags/tag977.xml"/></Relationships>
</file>

<file path=ppt/slides/_rels/slide116.xml.rels><?xml version="1.0" encoding="UTF-8" standalone="yes"?>
<Relationships xmlns="http://schemas.openxmlformats.org/package/2006/relationships"><Relationship Id="rId9" Type="http://schemas.openxmlformats.org/officeDocument/2006/relationships/tags" Target="../tags/tag996.xml"/><Relationship Id="rId8" Type="http://schemas.openxmlformats.org/officeDocument/2006/relationships/tags" Target="../tags/tag995.xml"/><Relationship Id="rId7" Type="http://schemas.openxmlformats.org/officeDocument/2006/relationships/tags" Target="../tags/tag994.xml"/><Relationship Id="rId6" Type="http://schemas.openxmlformats.org/officeDocument/2006/relationships/tags" Target="../tags/tag993.xml"/><Relationship Id="rId5" Type="http://schemas.openxmlformats.org/officeDocument/2006/relationships/tags" Target="../tags/tag992.xml"/><Relationship Id="rId4" Type="http://schemas.openxmlformats.org/officeDocument/2006/relationships/tags" Target="../tags/tag991.xml"/><Relationship Id="rId3" Type="http://schemas.openxmlformats.org/officeDocument/2006/relationships/tags" Target="../tags/tag990.xml"/><Relationship Id="rId2" Type="http://schemas.openxmlformats.org/officeDocument/2006/relationships/tags" Target="../tags/tag989.xml"/><Relationship Id="rId12" Type="http://schemas.openxmlformats.org/officeDocument/2006/relationships/slideLayout" Target="../slideLayouts/slideLayout17.xml"/><Relationship Id="rId11" Type="http://schemas.openxmlformats.org/officeDocument/2006/relationships/tags" Target="../tags/tag998.xml"/><Relationship Id="rId10" Type="http://schemas.openxmlformats.org/officeDocument/2006/relationships/tags" Target="../tags/tag997.xml"/><Relationship Id="rId1" Type="http://schemas.openxmlformats.org/officeDocument/2006/relationships/tags" Target="../tags/tag988.xml"/></Relationships>
</file>

<file path=ppt/slides/_rels/slide117.xml.rels><?xml version="1.0" encoding="UTF-8" standalone="yes"?>
<Relationships xmlns="http://schemas.openxmlformats.org/package/2006/relationships"><Relationship Id="rId9" Type="http://schemas.openxmlformats.org/officeDocument/2006/relationships/tags" Target="../tags/tag1007.xml"/><Relationship Id="rId8" Type="http://schemas.openxmlformats.org/officeDocument/2006/relationships/tags" Target="../tags/tag1006.xml"/><Relationship Id="rId7" Type="http://schemas.openxmlformats.org/officeDocument/2006/relationships/tags" Target="../tags/tag1005.xml"/><Relationship Id="rId6" Type="http://schemas.openxmlformats.org/officeDocument/2006/relationships/tags" Target="../tags/tag1004.xml"/><Relationship Id="rId5" Type="http://schemas.openxmlformats.org/officeDocument/2006/relationships/tags" Target="../tags/tag1003.xml"/><Relationship Id="rId4" Type="http://schemas.openxmlformats.org/officeDocument/2006/relationships/tags" Target="../tags/tag1002.xml"/><Relationship Id="rId3" Type="http://schemas.openxmlformats.org/officeDocument/2006/relationships/tags" Target="../tags/tag1001.xml"/><Relationship Id="rId2" Type="http://schemas.openxmlformats.org/officeDocument/2006/relationships/tags" Target="../tags/tag1000.xml"/><Relationship Id="rId12" Type="http://schemas.openxmlformats.org/officeDocument/2006/relationships/slideLayout" Target="../slideLayouts/slideLayout17.xml"/><Relationship Id="rId11" Type="http://schemas.openxmlformats.org/officeDocument/2006/relationships/tags" Target="../tags/tag1009.xml"/><Relationship Id="rId10" Type="http://schemas.openxmlformats.org/officeDocument/2006/relationships/tags" Target="../tags/tag1008.xml"/><Relationship Id="rId1" Type="http://schemas.openxmlformats.org/officeDocument/2006/relationships/tags" Target="../tags/tag999.xml"/></Relationships>
</file>

<file path=ppt/slides/_rels/slide118.xml.rels><?xml version="1.0" encoding="UTF-8" standalone="yes"?>
<Relationships xmlns="http://schemas.openxmlformats.org/package/2006/relationships"><Relationship Id="rId7" Type="http://schemas.openxmlformats.org/officeDocument/2006/relationships/slideLayout" Target="../slideLayouts/slideLayout17.xml"/><Relationship Id="rId6" Type="http://schemas.openxmlformats.org/officeDocument/2006/relationships/tags" Target="../tags/tag1015.xml"/><Relationship Id="rId5" Type="http://schemas.openxmlformats.org/officeDocument/2006/relationships/tags" Target="../tags/tag1014.xml"/><Relationship Id="rId4" Type="http://schemas.openxmlformats.org/officeDocument/2006/relationships/tags" Target="../tags/tag1013.xml"/><Relationship Id="rId3" Type="http://schemas.openxmlformats.org/officeDocument/2006/relationships/tags" Target="../tags/tag1012.xml"/><Relationship Id="rId2" Type="http://schemas.openxmlformats.org/officeDocument/2006/relationships/tags" Target="../tags/tag1011.xml"/><Relationship Id="rId1" Type="http://schemas.openxmlformats.org/officeDocument/2006/relationships/tags" Target="../tags/tag1010.xml"/></Relationships>
</file>

<file path=ppt/slides/_rels/slide119.xml.rels><?xml version="1.0" encoding="UTF-8" standalone="yes"?>
<Relationships xmlns="http://schemas.openxmlformats.org/package/2006/relationships"><Relationship Id="rId7" Type="http://schemas.openxmlformats.org/officeDocument/2006/relationships/slideLayout" Target="../slideLayouts/slideLayout17.xml"/><Relationship Id="rId6" Type="http://schemas.openxmlformats.org/officeDocument/2006/relationships/tags" Target="../tags/tag1021.xml"/><Relationship Id="rId5" Type="http://schemas.openxmlformats.org/officeDocument/2006/relationships/tags" Target="../tags/tag1020.xml"/><Relationship Id="rId4" Type="http://schemas.openxmlformats.org/officeDocument/2006/relationships/tags" Target="../tags/tag1019.xml"/><Relationship Id="rId3" Type="http://schemas.openxmlformats.org/officeDocument/2006/relationships/tags" Target="../tags/tag1018.xml"/><Relationship Id="rId2" Type="http://schemas.openxmlformats.org/officeDocument/2006/relationships/tags" Target="../tags/tag1017.xml"/><Relationship Id="rId1" Type="http://schemas.openxmlformats.org/officeDocument/2006/relationships/tags" Target="../tags/tag1016.xml"/></Relationships>
</file>

<file path=ppt/slides/_rels/slide120.xml.rels><?xml version="1.0" encoding="UTF-8" standalone="yes"?>
<Relationships xmlns="http://schemas.openxmlformats.org/package/2006/relationships"><Relationship Id="rId7" Type="http://schemas.openxmlformats.org/officeDocument/2006/relationships/slideLayout" Target="../slideLayouts/slideLayout17.xml"/><Relationship Id="rId6" Type="http://schemas.openxmlformats.org/officeDocument/2006/relationships/tags" Target="../tags/tag1027.xml"/><Relationship Id="rId5" Type="http://schemas.openxmlformats.org/officeDocument/2006/relationships/tags" Target="../tags/tag1026.xml"/><Relationship Id="rId4" Type="http://schemas.openxmlformats.org/officeDocument/2006/relationships/tags" Target="../tags/tag1025.xml"/><Relationship Id="rId3" Type="http://schemas.openxmlformats.org/officeDocument/2006/relationships/tags" Target="../tags/tag1024.xml"/><Relationship Id="rId2" Type="http://schemas.openxmlformats.org/officeDocument/2006/relationships/tags" Target="../tags/tag1023.xml"/><Relationship Id="rId1" Type="http://schemas.openxmlformats.org/officeDocument/2006/relationships/tags" Target="../tags/tag1022.xml"/></Relationships>
</file>

<file path=ppt/slides/_rels/slide121.xml.rels><?xml version="1.0" encoding="UTF-8" standalone="yes"?>
<Relationships xmlns="http://schemas.openxmlformats.org/package/2006/relationships"><Relationship Id="rId9" Type="http://schemas.openxmlformats.org/officeDocument/2006/relationships/tags" Target="../tags/tag1036.xml"/><Relationship Id="rId8" Type="http://schemas.openxmlformats.org/officeDocument/2006/relationships/tags" Target="../tags/tag1035.xml"/><Relationship Id="rId7" Type="http://schemas.openxmlformats.org/officeDocument/2006/relationships/tags" Target="../tags/tag1034.xml"/><Relationship Id="rId6" Type="http://schemas.openxmlformats.org/officeDocument/2006/relationships/tags" Target="../tags/tag1033.xml"/><Relationship Id="rId5" Type="http://schemas.openxmlformats.org/officeDocument/2006/relationships/tags" Target="../tags/tag1032.xml"/><Relationship Id="rId4" Type="http://schemas.openxmlformats.org/officeDocument/2006/relationships/tags" Target="../tags/tag1031.xml"/><Relationship Id="rId3" Type="http://schemas.openxmlformats.org/officeDocument/2006/relationships/tags" Target="../tags/tag1030.xml"/><Relationship Id="rId2" Type="http://schemas.openxmlformats.org/officeDocument/2006/relationships/tags" Target="../tags/tag1029.xml"/><Relationship Id="rId15" Type="http://schemas.openxmlformats.org/officeDocument/2006/relationships/slideLayout" Target="../slideLayouts/slideLayout17.xml"/><Relationship Id="rId14" Type="http://schemas.openxmlformats.org/officeDocument/2006/relationships/tags" Target="../tags/tag1041.xml"/><Relationship Id="rId13" Type="http://schemas.openxmlformats.org/officeDocument/2006/relationships/tags" Target="../tags/tag1040.xml"/><Relationship Id="rId12" Type="http://schemas.openxmlformats.org/officeDocument/2006/relationships/tags" Target="../tags/tag1039.xml"/><Relationship Id="rId11" Type="http://schemas.openxmlformats.org/officeDocument/2006/relationships/tags" Target="../tags/tag1038.xml"/><Relationship Id="rId10" Type="http://schemas.openxmlformats.org/officeDocument/2006/relationships/tags" Target="../tags/tag1037.xml"/><Relationship Id="rId1" Type="http://schemas.openxmlformats.org/officeDocument/2006/relationships/tags" Target="../tags/tag1028.xml"/></Relationships>
</file>

<file path=ppt/slides/_rels/slide122.xml.rels><?xml version="1.0" encoding="UTF-8" standalone="yes"?>
<Relationships xmlns="http://schemas.openxmlformats.org/package/2006/relationships"><Relationship Id="rId9" Type="http://schemas.openxmlformats.org/officeDocument/2006/relationships/tags" Target="../tags/tag1050.xml"/><Relationship Id="rId8" Type="http://schemas.openxmlformats.org/officeDocument/2006/relationships/tags" Target="../tags/tag1049.xml"/><Relationship Id="rId7" Type="http://schemas.openxmlformats.org/officeDocument/2006/relationships/tags" Target="../tags/tag1048.xml"/><Relationship Id="rId6" Type="http://schemas.openxmlformats.org/officeDocument/2006/relationships/tags" Target="../tags/tag1047.xml"/><Relationship Id="rId5" Type="http://schemas.openxmlformats.org/officeDocument/2006/relationships/tags" Target="../tags/tag1046.xml"/><Relationship Id="rId4" Type="http://schemas.openxmlformats.org/officeDocument/2006/relationships/tags" Target="../tags/tag1045.xml"/><Relationship Id="rId3" Type="http://schemas.openxmlformats.org/officeDocument/2006/relationships/tags" Target="../tags/tag1044.xml"/><Relationship Id="rId2" Type="http://schemas.openxmlformats.org/officeDocument/2006/relationships/tags" Target="../tags/tag1043.xml"/><Relationship Id="rId12" Type="http://schemas.openxmlformats.org/officeDocument/2006/relationships/slideLayout" Target="../slideLayouts/slideLayout17.xml"/><Relationship Id="rId11" Type="http://schemas.openxmlformats.org/officeDocument/2006/relationships/tags" Target="../tags/tag1052.xml"/><Relationship Id="rId10" Type="http://schemas.openxmlformats.org/officeDocument/2006/relationships/tags" Target="../tags/tag1051.xml"/><Relationship Id="rId1" Type="http://schemas.openxmlformats.org/officeDocument/2006/relationships/tags" Target="../tags/tag1042.xml"/></Relationships>
</file>

<file path=ppt/slides/_rels/slide123.xml.rels><?xml version="1.0" encoding="UTF-8" standalone="yes"?>
<Relationships xmlns="http://schemas.openxmlformats.org/package/2006/relationships"><Relationship Id="rId9" Type="http://schemas.openxmlformats.org/officeDocument/2006/relationships/tags" Target="../tags/tag1061.xml"/><Relationship Id="rId8" Type="http://schemas.openxmlformats.org/officeDocument/2006/relationships/tags" Target="../tags/tag1060.xml"/><Relationship Id="rId7" Type="http://schemas.openxmlformats.org/officeDocument/2006/relationships/tags" Target="../tags/tag1059.xml"/><Relationship Id="rId6" Type="http://schemas.openxmlformats.org/officeDocument/2006/relationships/tags" Target="../tags/tag1058.xml"/><Relationship Id="rId5" Type="http://schemas.openxmlformats.org/officeDocument/2006/relationships/tags" Target="../tags/tag1057.xml"/><Relationship Id="rId4" Type="http://schemas.openxmlformats.org/officeDocument/2006/relationships/tags" Target="../tags/tag1056.xml"/><Relationship Id="rId3" Type="http://schemas.openxmlformats.org/officeDocument/2006/relationships/tags" Target="../tags/tag1055.xml"/><Relationship Id="rId2" Type="http://schemas.openxmlformats.org/officeDocument/2006/relationships/tags" Target="../tags/tag1054.xml"/><Relationship Id="rId12" Type="http://schemas.openxmlformats.org/officeDocument/2006/relationships/slideLayout" Target="../slideLayouts/slideLayout17.xml"/><Relationship Id="rId11" Type="http://schemas.openxmlformats.org/officeDocument/2006/relationships/tags" Target="../tags/tag1063.xml"/><Relationship Id="rId10" Type="http://schemas.openxmlformats.org/officeDocument/2006/relationships/tags" Target="../tags/tag1062.xml"/><Relationship Id="rId1" Type="http://schemas.openxmlformats.org/officeDocument/2006/relationships/tags" Target="../tags/tag1053.xml"/></Relationships>
</file>

<file path=ppt/slides/_rels/slide124.xml.rels><?xml version="1.0" encoding="UTF-8" standalone="yes"?>
<Relationships xmlns="http://schemas.openxmlformats.org/package/2006/relationships"><Relationship Id="rId7" Type="http://schemas.openxmlformats.org/officeDocument/2006/relationships/slideLayout" Target="../slideLayouts/slideLayout17.xml"/><Relationship Id="rId6" Type="http://schemas.openxmlformats.org/officeDocument/2006/relationships/tags" Target="../tags/tag1069.xml"/><Relationship Id="rId5" Type="http://schemas.openxmlformats.org/officeDocument/2006/relationships/tags" Target="../tags/tag1068.xml"/><Relationship Id="rId4" Type="http://schemas.openxmlformats.org/officeDocument/2006/relationships/tags" Target="../tags/tag1067.xml"/><Relationship Id="rId3" Type="http://schemas.openxmlformats.org/officeDocument/2006/relationships/tags" Target="../tags/tag1066.xml"/><Relationship Id="rId2" Type="http://schemas.openxmlformats.org/officeDocument/2006/relationships/tags" Target="../tags/tag1065.xml"/><Relationship Id="rId1" Type="http://schemas.openxmlformats.org/officeDocument/2006/relationships/tags" Target="../tags/tag1064.xml"/></Relationships>
</file>

<file path=ppt/slides/_rels/slide125.xml.rels><?xml version="1.0" encoding="UTF-8" standalone="yes"?>
<Relationships xmlns="http://schemas.openxmlformats.org/package/2006/relationships"><Relationship Id="rId7" Type="http://schemas.openxmlformats.org/officeDocument/2006/relationships/slideLayout" Target="../slideLayouts/slideLayout17.xml"/><Relationship Id="rId6" Type="http://schemas.openxmlformats.org/officeDocument/2006/relationships/tags" Target="../tags/tag1075.xml"/><Relationship Id="rId5" Type="http://schemas.openxmlformats.org/officeDocument/2006/relationships/tags" Target="../tags/tag1074.xml"/><Relationship Id="rId4" Type="http://schemas.openxmlformats.org/officeDocument/2006/relationships/tags" Target="../tags/tag1073.xml"/><Relationship Id="rId3" Type="http://schemas.openxmlformats.org/officeDocument/2006/relationships/tags" Target="../tags/tag1072.xml"/><Relationship Id="rId2" Type="http://schemas.openxmlformats.org/officeDocument/2006/relationships/tags" Target="../tags/tag1071.xml"/><Relationship Id="rId1" Type="http://schemas.openxmlformats.org/officeDocument/2006/relationships/tags" Target="../tags/tag1070.xml"/></Relationships>
</file>

<file path=ppt/slides/_rels/slide126.xml.rels><?xml version="1.0" encoding="UTF-8" standalone="yes"?>
<Relationships xmlns="http://schemas.openxmlformats.org/package/2006/relationships"><Relationship Id="rId7" Type="http://schemas.openxmlformats.org/officeDocument/2006/relationships/slideLayout" Target="../slideLayouts/slideLayout17.xml"/><Relationship Id="rId6" Type="http://schemas.openxmlformats.org/officeDocument/2006/relationships/tags" Target="../tags/tag1081.xml"/><Relationship Id="rId5" Type="http://schemas.openxmlformats.org/officeDocument/2006/relationships/tags" Target="../tags/tag1080.xml"/><Relationship Id="rId4" Type="http://schemas.openxmlformats.org/officeDocument/2006/relationships/tags" Target="../tags/tag1079.xml"/><Relationship Id="rId3" Type="http://schemas.openxmlformats.org/officeDocument/2006/relationships/tags" Target="../tags/tag1078.xml"/><Relationship Id="rId2" Type="http://schemas.openxmlformats.org/officeDocument/2006/relationships/tags" Target="../tags/tag1077.xml"/><Relationship Id="rId1" Type="http://schemas.openxmlformats.org/officeDocument/2006/relationships/tags" Target="../tags/tag1076.xml"/></Relationships>
</file>

<file path=ppt/slides/_rels/slide127.xml.rels><?xml version="1.0" encoding="UTF-8" standalone="yes"?>
<Relationships xmlns="http://schemas.openxmlformats.org/package/2006/relationships"><Relationship Id="rId9" Type="http://schemas.openxmlformats.org/officeDocument/2006/relationships/tags" Target="../tags/tag1090.xml"/><Relationship Id="rId8" Type="http://schemas.openxmlformats.org/officeDocument/2006/relationships/tags" Target="../tags/tag1089.xml"/><Relationship Id="rId7" Type="http://schemas.openxmlformats.org/officeDocument/2006/relationships/tags" Target="../tags/tag1088.xml"/><Relationship Id="rId6" Type="http://schemas.openxmlformats.org/officeDocument/2006/relationships/tags" Target="../tags/tag1087.xml"/><Relationship Id="rId5" Type="http://schemas.openxmlformats.org/officeDocument/2006/relationships/tags" Target="../tags/tag1086.xml"/><Relationship Id="rId4" Type="http://schemas.openxmlformats.org/officeDocument/2006/relationships/tags" Target="../tags/tag1085.xml"/><Relationship Id="rId3" Type="http://schemas.openxmlformats.org/officeDocument/2006/relationships/tags" Target="../tags/tag1084.xml"/><Relationship Id="rId2" Type="http://schemas.openxmlformats.org/officeDocument/2006/relationships/tags" Target="../tags/tag1083.xml"/><Relationship Id="rId12" Type="http://schemas.openxmlformats.org/officeDocument/2006/relationships/slideLayout" Target="../slideLayouts/slideLayout17.xml"/><Relationship Id="rId11" Type="http://schemas.openxmlformats.org/officeDocument/2006/relationships/tags" Target="../tags/tag1092.xml"/><Relationship Id="rId10" Type="http://schemas.openxmlformats.org/officeDocument/2006/relationships/tags" Target="../tags/tag1091.xml"/><Relationship Id="rId1" Type="http://schemas.openxmlformats.org/officeDocument/2006/relationships/tags" Target="../tags/tag1082.xml"/></Relationships>
</file>

<file path=ppt/slides/_rels/slide128.xml.rels><?xml version="1.0" encoding="UTF-8" standalone="yes"?>
<Relationships xmlns="http://schemas.openxmlformats.org/package/2006/relationships"><Relationship Id="rId7" Type="http://schemas.openxmlformats.org/officeDocument/2006/relationships/slideLayout" Target="../slideLayouts/slideLayout17.xml"/><Relationship Id="rId6" Type="http://schemas.openxmlformats.org/officeDocument/2006/relationships/tags" Target="../tags/tag1098.xml"/><Relationship Id="rId5" Type="http://schemas.openxmlformats.org/officeDocument/2006/relationships/tags" Target="../tags/tag1097.xml"/><Relationship Id="rId4" Type="http://schemas.openxmlformats.org/officeDocument/2006/relationships/tags" Target="../tags/tag1096.xml"/><Relationship Id="rId3" Type="http://schemas.openxmlformats.org/officeDocument/2006/relationships/tags" Target="../tags/tag1095.xml"/><Relationship Id="rId2" Type="http://schemas.openxmlformats.org/officeDocument/2006/relationships/tags" Target="../tags/tag1094.xml"/><Relationship Id="rId1" Type="http://schemas.openxmlformats.org/officeDocument/2006/relationships/tags" Target="../tags/tag1093.xml"/></Relationships>
</file>

<file path=ppt/slides/_rels/slide129.xml.rels><?xml version="1.0" encoding="UTF-8" standalone="yes"?>
<Relationships xmlns="http://schemas.openxmlformats.org/package/2006/relationships"><Relationship Id="rId7" Type="http://schemas.openxmlformats.org/officeDocument/2006/relationships/slideLayout" Target="../slideLayouts/slideLayout17.xml"/><Relationship Id="rId6" Type="http://schemas.openxmlformats.org/officeDocument/2006/relationships/tags" Target="../tags/tag1104.xml"/><Relationship Id="rId5" Type="http://schemas.openxmlformats.org/officeDocument/2006/relationships/tags" Target="../tags/tag1103.xml"/><Relationship Id="rId4" Type="http://schemas.openxmlformats.org/officeDocument/2006/relationships/tags" Target="../tags/tag1102.xml"/><Relationship Id="rId3" Type="http://schemas.openxmlformats.org/officeDocument/2006/relationships/tags" Target="../tags/tag1101.xml"/><Relationship Id="rId2" Type="http://schemas.openxmlformats.org/officeDocument/2006/relationships/tags" Target="../tags/tag1100.xml"/><Relationship Id="rId1" Type="http://schemas.openxmlformats.org/officeDocument/2006/relationships/tags" Target="../tags/tag1099.xml"/></Relationships>
</file>

<file path=ppt/slides/_rels/slide130.xml.rels><?xml version="1.0" encoding="UTF-8" standalone="yes"?>
<Relationships xmlns="http://schemas.openxmlformats.org/package/2006/relationships"><Relationship Id="rId9" Type="http://schemas.openxmlformats.org/officeDocument/2006/relationships/tags" Target="../tags/tag1113.xml"/><Relationship Id="rId8" Type="http://schemas.openxmlformats.org/officeDocument/2006/relationships/tags" Target="../tags/tag1112.xml"/><Relationship Id="rId7" Type="http://schemas.openxmlformats.org/officeDocument/2006/relationships/tags" Target="../tags/tag1111.xml"/><Relationship Id="rId6" Type="http://schemas.openxmlformats.org/officeDocument/2006/relationships/tags" Target="../tags/tag1110.xml"/><Relationship Id="rId5" Type="http://schemas.openxmlformats.org/officeDocument/2006/relationships/tags" Target="../tags/tag1109.xml"/><Relationship Id="rId4" Type="http://schemas.openxmlformats.org/officeDocument/2006/relationships/tags" Target="../tags/tag1108.xml"/><Relationship Id="rId3" Type="http://schemas.openxmlformats.org/officeDocument/2006/relationships/tags" Target="../tags/tag1107.xml"/><Relationship Id="rId2" Type="http://schemas.openxmlformats.org/officeDocument/2006/relationships/tags" Target="../tags/tag1106.xml"/><Relationship Id="rId12" Type="http://schemas.openxmlformats.org/officeDocument/2006/relationships/slideLayout" Target="../slideLayouts/slideLayout17.xml"/><Relationship Id="rId11" Type="http://schemas.openxmlformats.org/officeDocument/2006/relationships/tags" Target="../tags/tag1115.xml"/><Relationship Id="rId10" Type="http://schemas.openxmlformats.org/officeDocument/2006/relationships/tags" Target="../tags/tag1114.xml"/><Relationship Id="rId1" Type="http://schemas.openxmlformats.org/officeDocument/2006/relationships/tags" Target="../tags/tag1105.xml"/></Relationships>
</file>

<file path=ppt/slides/_rels/slide131.xml.rels><?xml version="1.0" encoding="UTF-8" standalone="yes"?>
<Relationships xmlns="http://schemas.openxmlformats.org/package/2006/relationships"><Relationship Id="rId5" Type="http://schemas.openxmlformats.org/officeDocument/2006/relationships/notesSlide" Target="../notesSlides/notesSlide8.xml"/><Relationship Id="rId4" Type="http://schemas.openxmlformats.org/officeDocument/2006/relationships/slideLayout" Target="../slideLayouts/slideLayout11.xml"/><Relationship Id="rId3" Type="http://schemas.openxmlformats.org/officeDocument/2006/relationships/tags" Target="../tags/tag1118.xml"/><Relationship Id="rId2" Type="http://schemas.openxmlformats.org/officeDocument/2006/relationships/tags" Target="../tags/tag1117.xml"/><Relationship Id="rId1" Type="http://schemas.openxmlformats.org/officeDocument/2006/relationships/tags" Target="../tags/tag1116.xml"/></Relationships>
</file>

<file path=ppt/slides/_rels/slide132.xml.rels><?xml version="1.0" encoding="UTF-8" standalone="yes"?>
<Relationships xmlns="http://schemas.openxmlformats.org/package/2006/relationships"><Relationship Id="rId9" Type="http://schemas.openxmlformats.org/officeDocument/2006/relationships/tags" Target="../tags/tag1127.xml"/><Relationship Id="rId8" Type="http://schemas.openxmlformats.org/officeDocument/2006/relationships/tags" Target="../tags/tag1126.xml"/><Relationship Id="rId7" Type="http://schemas.openxmlformats.org/officeDocument/2006/relationships/tags" Target="../tags/tag1125.xml"/><Relationship Id="rId6" Type="http://schemas.openxmlformats.org/officeDocument/2006/relationships/tags" Target="../tags/tag1124.xml"/><Relationship Id="rId5" Type="http://schemas.openxmlformats.org/officeDocument/2006/relationships/tags" Target="../tags/tag1123.xml"/><Relationship Id="rId4" Type="http://schemas.openxmlformats.org/officeDocument/2006/relationships/tags" Target="../tags/tag1122.xml"/><Relationship Id="rId30" Type="http://schemas.openxmlformats.org/officeDocument/2006/relationships/slideLayout" Target="../slideLayouts/slideLayout17.xml"/><Relationship Id="rId3" Type="http://schemas.openxmlformats.org/officeDocument/2006/relationships/tags" Target="../tags/tag1121.xml"/><Relationship Id="rId29" Type="http://schemas.openxmlformats.org/officeDocument/2006/relationships/tags" Target="../tags/tag1147.xml"/><Relationship Id="rId28" Type="http://schemas.openxmlformats.org/officeDocument/2006/relationships/tags" Target="../tags/tag1146.xml"/><Relationship Id="rId27" Type="http://schemas.openxmlformats.org/officeDocument/2006/relationships/tags" Target="../tags/tag1145.xml"/><Relationship Id="rId26" Type="http://schemas.openxmlformats.org/officeDocument/2006/relationships/tags" Target="../tags/tag1144.xml"/><Relationship Id="rId25" Type="http://schemas.openxmlformats.org/officeDocument/2006/relationships/tags" Target="../tags/tag1143.xml"/><Relationship Id="rId24" Type="http://schemas.openxmlformats.org/officeDocument/2006/relationships/tags" Target="../tags/tag1142.xml"/><Relationship Id="rId23" Type="http://schemas.openxmlformats.org/officeDocument/2006/relationships/tags" Target="../tags/tag1141.xml"/><Relationship Id="rId22" Type="http://schemas.openxmlformats.org/officeDocument/2006/relationships/tags" Target="../tags/tag1140.xml"/><Relationship Id="rId21" Type="http://schemas.openxmlformats.org/officeDocument/2006/relationships/tags" Target="../tags/tag1139.xml"/><Relationship Id="rId20" Type="http://schemas.openxmlformats.org/officeDocument/2006/relationships/tags" Target="../tags/tag1138.xml"/><Relationship Id="rId2" Type="http://schemas.openxmlformats.org/officeDocument/2006/relationships/tags" Target="../tags/tag1120.xml"/><Relationship Id="rId19" Type="http://schemas.openxmlformats.org/officeDocument/2006/relationships/tags" Target="../tags/tag1137.xml"/><Relationship Id="rId18" Type="http://schemas.openxmlformats.org/officeDocument/2006/relationships/tags" Target="../tags/tag1136.xml"/><Relationship Id="rId17" Type="http://schemas.openxmlformats.org/officeDocument/2006/relationships/tags" Target="../tags/tag1135.xml"/><Relationship Id="rId16" Type="http://schemas.openxmlformats.org/officeDocument/2006/relationships/tags" Target="../tags/tag1134.xml"/><Relationship Id="rId15" Type="http://schemas.openxmlformats.org/officeDocument/2006/relationships/tags" Target="../tags/tag1133.xml"/><Relationship Id="rId14" Type="http://schemas.openxmlformats.org/officeDocument/2006/relationships/tags" Target="../tags/tag1132.xml"/><Relationship Id="rId13" Type="http://schemas.openxmlformats.org/officeDocument/2006/relationships/tags" Target="../tags/tag1131.xml"/><Relationship Id="rId12" Type="http://schemas.openxmlformats.org/officeDocument/2006/relationships/tags" Target="../tags/tag1130.xml"/><Relationship Id="rId11" Type="http://schemas.openxmlformats.org/officeDocument/2006/relationships/tags" Target="../tags/tag1129.xml"/><Relationship Id="rId10" Type="http://schemas.openxmlformats.org/officeDocument/2006/relationships/tags" Target="../tags/tag1128.xml"/><Relationship Id="rId1" Type="http://schemas.openxmlformats.org/officeDocument/2006/relationships/tags" Target="../tags/tag1119.xml"/></Relationships>
</file>

<file path=ppt/slides/_rels/slide133.xml.rels><?xml version="1.0" encoding="UTF-8" standalone="yes"?>
<Relationships xmlns="http://schemas.openxmlformats.org/package/2006/relationships"><Relationship Id="rId7" Type="http://schemas.openxmlformats.org/officeDocument/2006/relationships/slideLayout" Target="../slideLayouts/slideLayout17.xml"/><Relationship Id="rId6" Type="http://schemas.openxmlformats.org/officeDocument/2006/relationships/tags" Target="../tags/tag1153.xml"/><Relationship Id="rId5" Type="http://schemas.openxmlformats.org/officeDocument/2006/relationships/tags" Target="../tags/tag1152.xml"/><Relationship Id="rId4" Type="http://schemas.openxmlformats.org/officeDocument/2006/relationships/tags" Target="../tags/tag1151.xml"/><Relationship Id="rId3" Type="http://schemas.openxmlformats.org/officeDocument/2006/relationships/tags" Target="../tags/tag1150.xml"/><Relationship Id="rId2" Type="http://schemas.openxmlformats.org/officeDocument/2006/relationships/tags" Target="../tags/tag1149.xml"/><Relationship Id="rId1" Type="http://schemas.openxmlformats.org/officeDocument/2006/relationships/tags" Target="../tags/tag1148.xml"/></Relationships>
</file>

<file path=ppt/slides/_rels/slide134.xml.rels><?xml version="1.0" encoding="UTF-8" standalone="yes"?>
<Relationships xmlns="http://schemas.openxmlformats.org/package/2006/relationships"><Relationship Id="rId7" Type="http://schemas.openxmlformats.org/officeDocument/2006/relationships/slideLayout" Target="../slideLayouts/slideLayout17.xml"/><Relationship Id="rId6" Type="http://schemas.openxmlformats.org/officeDocument/2006/relationships/tags" Target="../tags/tag1159.xml"/><Relationship Id="rId5" Type="http://schemas.openxmlformats.org/officeDocument/2006/relationships/tags" Target="../tags/tag1158.xml"/><Relationship Id="rId4" Type="http://schemas.openxmlformats.org/officeDocument/2006/relationships/tags" Target="../tags/tag1157.xml"/><Relationship Id="rId3" Type="http://schemas.openxmlformats.org/officeDocument/2006/relationships/tags" Target="../tags/tag1156.xml"/><Relationship Id="rId2" Type="http://schemas.openxmlformats.org/officeDocument/2006/relationships/tags" Target="../tags/tag1155.xml"/><Relationship Id="rId1" Type="http://schemas.openxmlformats.org/officeDocument/2006/relationships/tags" Target="../tags/tag1154.xml"/></Relationships>
</file>

<file path=ppt/slides/_rels/slide135.xml.rels><?xml version="1.0" encoding="UTF-8" standalone="yes"?>
<Relationships xmlns="http://schemas.openxmlformats.org/package/2006/relationships"><Relationship Id="rId9" Type="http://schemas.openxmlformats.org/officeDocument/2006/relationships/tags" Target="../tags/tag1168.xml"/><Relationship Id="rId8" Type="http://schemas.openxmlformats.org/officeDocument/2006/relationships/tags" Target="../tags/tag1167.xml"/><Relationship Id="rId7" Type="http://schemas.openxmlformats.org/officeDocument/2006/relationships/tags" Target="../tags/tag1166.xml"/><Relationship Id="rId6" Type="http://schemas.openxmlformats.org/officeDocument/2006/relationships/tags" Target="../tags/tag1165.xml"/><Relationship Id="rId5" Type="http://schemas.openxmlformats.org/officeDocument/2006/relationships/tags" Target="../tags/tag1164.xml"/><Relationship Id="rId4" Type="http://schemas.openxmlformats.org/officeDocument/2006/relationships/tags" Target="../tags/tag1163.xml"/><Relationship Id="rId3" Type="http://schemas.openxmlformats.org/officeDocument/2006/relationships/tags" Target="../tags/tag1162.xml"/><Relationship Id="rId2" Type="http://schemas.openxmlformats.org/officeDocument/2006/relationships/tags" Target="../tags/tag1161.xml"/><Relationship Id="rId18" Type="http://schemas.openxmlformats.org/officeDocument/2006/relationships/slideLayout" Target="../slideLayouts/slideLayout17.xml"/><Relationship Id="rId17" Type="http://schemas.openxmlformats.org/officeDocument/2006/relationships/tags" Target="../tags/tag1176.xml"/><Relationship Id="rId16" Type="http://schemas.openxmlformats.org/officeDocument/2006/relationships/tags" Target="../tags/tag1175.xml"/><Relationship Id="rId15" Type="http://schemas.openxmlformats.org/officeDocument/2006/relationships/tags" Target="../tags/tag1174.xml"/><Relationship Id="rId14" Type="http://schemas.openxmlformats.org/officeDocument/2006/relationships/tags" Target="../tags/tag1173.xml"/><Relationship Id="rId13" Type="http://schemas.openxmlformats.org/officeDocument/2006/relationships/tags" Target="../tags/tag1172.xml"/><Relationship Id="rId12" Type="http://schemas.openxmlformats.org/officeDocument/2006/relationships/tags" Target="../tags/tag1171.xml"/><Relationship Id="rId11" Type="http://schemas.openxmlformats.org/officeDocument/2006/relationships/tags" Target="../tags/tag1170.xml"/><Relationship Id="rId10" Type="http://schemas.openxmlformats.org/officeDocument/2006/relationships/tags" Target="../tags/tag1169.xml"/><Relationship Id="rId1" Type="http://schemas.openxmlformats.org/officeDocument/2006/relationships/tags" Target="../tags/tag1160.xml"/></Relationships>
</file>

<file path=ppt/slides/_rels/slide136.xml.rels><?xml version="1.0" encoding="UTF-8" standalone="yes"?>
<Relationships xmlns="http://schemas.openxmlformats.org/package/2006/relationships"><Relationship Id="rId7" Type="http://schemas.openxmlformats.org/officeDocument/2006/relationships/slideLayout" Target="../slideLayouts/slideLayout17.xml"/><Relationship Id="rId6" Type="http://schemas.openxmlformats.org/officeDocument/2006/relationships/tags" Target="../tags/tag1182.xml"/><Relationship Id="rId5" Type="http://schemas.openxmlformats.org/officeDocument/2006/relationships/tags" Target="../tags/tag1181.xml"/><Relationship Id="rId4" Type="http://schemas.openxmlformats.org/officeDocument/2006/relationships/tags" Target="../tags/tag1180.xml"/><Relationship Id="rId3" Type="http://schemas.openxmlformats.org/officeDocument/2006/relationships/tags" Target="../tags/tag1179.xml"/><Relationship Id="rId2" Type="http://schemas.openxmlformats.org/officeDocument/2006/relationships/tags" Target="../tags/tag1178.xml"/><Relationship Id="rId1" Type="http://schemas.openxmlformats.org/officeDocument/2006/relationships/tags" Target="../tags/tag1177.xml"/></Relationships>
</file>

<file path=ppt/slides/_rels/slide137.xml.rels><?xml version="1.0" encoding="UTF-8" standalone="yes"?>
<Relationships xmlns="http://schemas.openxmlformats.org/package/2006/relationships"><Relationship Id="rId9" Type="http://schemas.openxmlformats.org/officeDocument/2006/relationships/tags" Target="../tags/tag1191.xml"/><Relationship Id="rId8" Type="http://schemas.openxmlformats.org/officeDocument/2006/relationships/tags" Target="../tags/tag1190.xml"/><Relationship Id="rId7" Type="http://schemas.openxmlformats.org/officeDocument/2006/relationships/tags" Target="../tags/tag1189.xml"/><Relationship Id="rId6" Type="http://schemas.openxmlformats.org/officeDocument/2006/relationships/tags" Target="../tags/tag1188.xml"/><Relationship Id="rId5" Type="http://schemas.openxmlformats.org/officeDocument/2006/relationships/tags" Target="../tags/tag1187.xml"/><Relationship Id="rId4" Type="http://schemas.openxmlformats.org/officeDocument/2006/relationships/tags" Target="../tags/tag1186.xml"/><Relationship Id="rId3" Type="http://schemas.openxmlformats.org/officeDocument/2006/relationships/tags" Target="../tags/tag1185.xml"/><Relationship Id="rId27" Type="http://schemas.openxmlformats.org/officeDocument/2006/relationships/slideLayout" Target="../slideLayouts/slideLayout17.xml"/><Relationship Id="rId26" Type="http://schemas.openxmlformats.org/officeDocument/2006/relationships/tags" Target="../tags/tag1208.xml"/><Relationship Id="rId25" Type="http://schemas.openxmlformats.org/officeDocument/2006/relationships/tags" Target="../tags/tag1207.xml"/><Relationship Id="rId24" Type="http://schemas.openxmlformats.org/officeDocument/2006/relationships/tags" Target="../tags/tag1206.xml"/><Relationship Id="rId23" Type="http://schemas.openxmlformats.org/officeDocument/2006/relationships/tags" Target="../tags/tag1205.xml"/><Relationship Id="rId22" Type="http://schemas.openxmlformats.org/officeDocument/2006/relationships/tags" Target="../tags/tag1204.xml"/><Relationship Id="rId21" Type="http://schemas.openxmlformats.org/officeDocument/2006/relationships/tags" Target="../tags/tag1203.xml"/><Relationship Id="rId20" Type="http://schemas.openxmlformats.org/officeDocument/2006/relationships/tags" Target="../tags/tag1202.xml"/><Relationship Id="rId2" Type="http://schemas.openxmlformats.org/officeDocument/2006/relationships/tags" Target="../tags/tag1184.xml"/><Relationship Id="rId19" Type="http://schemas.openxmlformats.org/officeDocument/2006/relationships/tags" Target="../tags/tag1201.xml"/><Relationship Id="rId18" Type="http://schemas.openxmlformats.org/officeDocument/2006/relationships/tags" Target="../tags/tag1200.xml"/><Relationship Id="rId17" Type="http://schemas.openxmlformats.org/officeDocument/2006/relationships/tags" Target="../tags/tag1199.xml"/><Relationship Id="rId16" Type="http://schemas.openxmlformats.org/officeDocument/2006/relationships/tags" Target="../tags/tag1198.xml"/><Relationship Id="rId15" Type="http://schemas.openxmlformats.org/officeDocument/2006/relationships/tags" Target="../tags/tag1197.xml"/><Relationship Id="rId14" Type="http://schemas.openxmlformats.org/officeDocument/2006/relationships/tags" Target="../tags/tag1196.xml"/><Relationship Id="rId13" Type="http://schemas.openxmlformats.org/officeDocument/2006/relationships/tags" Target="../tags/tag1195.xml"/><Relationship Id="rId12" Type="http://schemas.openxmlformats.org/officeDocument/2006/relationships/tags" Target="../tags/tag1194.xml"/><Relationship Id="rId11" Type="http://schemas.openxmlformats.org/officeDocument/2006/relationships/tags" Target="../tags/tag1193.xml"/><Relationship Id="rId10" Type="http://schemas.openxmlformats.org/officeDocument/2006/relationships/tags" Target="../tags/tag1192.xml"/><Relationship Id="rId1" Type="http://schemas.openxmlformats.org/officeDocument/2006/relationships/tags" Target="../tags/tag1183.xml"/></Relationships>
</file>

<file path=ppt/slides/_rels/slide138.xml.rels><?xml version="1.0" encoding="UTF-8" standalone="yes"?>
<Relationships xmlns="http://schemas.openxmlformats.org/package/2006/relationships"><Relationship Id="rId7" Type="http://schemas.openxmlformats.org/officeDocument/2006/relationships/slideLayout" Target="../slideLayouts/slideLayout17.xml"/><Relationship Id="rId6" Type="http://schemas.openxmlformats.org/officeDocument/2006/relationships/tags" Target="../tags/tag1214.xml"/><Relationship Id="rId5" Type="http://schemas.openxmlformats.org/officeDocument/2006/relationships/tags" Target="../tags/tag1213.xml"/><Relationship Id="rId4" Type="http://schemas.openxmlformats.org/officeDocument/2006/relationships/tags" Target="../tags/tag1212.xml"/><Relationship Id="rId3" Type="http://schemas.openxmlformats.org/officeDocument/2006/relationships/tags" Target="../tags/tag1211.xml"/><Relationship Id="rId2" Type="http://schemas.openxmlformats.org/officeDocument/2006/relationships/tags" Target="../tags/tag1210.xml"/><Relationship Id="rId1" Type="http://schemas.openxmlformats.org/officeDocument/2006/relationships/tags" Target="../tags/tag1209.xml"/></Relationships>
</file>

<file path=ppt/slides/_rels/slide139.xml.rels><?xml version="1.0" encoding="UTF-8" standalone="yes"?>
<Relationships xmlns="http://schemas.openxmlformats.org/package/2006/relationships"><Relationship Id="rId7" Type="http://schemas.openxmlformats.org/officeDocument/2006/relationships/slideLayout" Target="../slideLayouts/slideLayout17.xml"/><Relationship Id="rId6" Type="http://schemas.openxmlformats.org/officeDocument/2006/relationships/tags" Target="../tags/tag1220.xml"/><Relationship Id="rId5" Type="http://schemas.openxmlformats.org/officeDocument/2006/relationships/tags" Target="../tags/tag1219.xml"/><Relationship Id="rId4" Type="http://schemas.openxmlformats.org/officeDocument/2006/relationships/tags" Target="../tags/tag1218.xml"/><Relationship Id="rId3" Type="http://schemas.openxmlformats.org/officeDocument/2006/relationships/tags" Target="../tags/tag1217.xml"/><Relationship Id="rId2" Type="http://schemas.openxmlformats.org/officeDocument/2006/relationships/tags" Target="../tags/tag1216.xml"/><Relationship Id="rId1" Type="http://schemas.openxmlformats.org/officeDocument/2006/relationships/tags" Target="../tags/tag1215.xml"/></Relationships>
</file>

<file path=ppt/slides/_rels/slide140.xml.rels><?xml version="1.0" encoding="UTF-8" standalone="yes"?>
<Relationships xmlns="http://schemas.openxmlformats.org/package/2006/relationships"><Relationship Id="rId9" Type="http://schemas.openxmlformats.org/officeDocument/2006/relationships/tags" Target="../tags/tag1229.xml"/><Relationship Id="rId8" Type="http://schemas.openxmlformats.org/officeDocument/2006/relationships/tags" Target="../tags/tag1228.xml"/><Relationship Id="rId7" Type="http://schemas.openxmlformats.org/officeDocument/2006/relationships/tags" Target="../tags/tag1227.xml"/><Relationship Id="rId6" Type="http://schemas.openxmlformats.org/officeDocument/2006/relationships/tags" Target="../tags/tag1226.xml"/><Relationship Id="rId5" Type="http://schemas.openxmlformats.org/officeDocument/2006/relationships/tags" Target="../tags/tag1225.xml"/><Relationship Id="rId4" Type="http://schemas.openxmlformats.org/officeDocument/2006/relationships/tags" Target="../tags/tag1224.xml"/><Relationship Id="rId3" Type="http://schemas.openxmlformats.org/officeDocument/2006/relationships/tags" Target="../tags/tag1223.xml"/><Relationship Id="rId2" Type="http://schemas.openxmlformats.org/officeDocument/2006/relationships/tags" Target="../tags/tag1222.xml"/><Relationship Id="rId12" Type="http://schemas.openxmlformats.org/officeDocument/2006/relationships/slideLayout" Target="../slideLayouts/slideLayout17.xml"/><Relationship Id="rId11" Type="http://schemas.openxmlformats.org/officeDocument/2006/relationships/tags" Target="../tags/tag1231.xml"/><Relationship Id="rId10" Type="http://schemas.openxmlformats.org/officeDocument/2006/relationships/tags" Target="../tags/tag1230.xml"/><Relationship Id="rId1" Type="http://schemas.openxmlformats.org/officeDocument/2006/relationships/tags" Target="../tags/tag1221.xml"/></Relationships>
</file>

<file path=ppt/slides/_rels/slide141.xml.rels><?xml version="1.0" encoding="UTF-8" standalone="yes"?>
<Relationships xmlns="http://schemas.openxmlformats.org/package/2006/relationships"><Relationship Id="rId3" Type="http://schemas.openxmlformats.org/officeDocument/2006/relationships/slideLayout" Target="../slideLayouts/slideLayout21.xml"/><Relationship Id="rId2" Type="http://schemas.openxmlformats.org/officeDocument/2006/relationships/tags" Target="../tags/tag1233.xml"/><Relationship Id="rId1" Type="http://schemas.openxmlformats.org/officeDocument/2006/relationships/tags" Target="../tags/tag123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ctrTitle"/>
            <p:custDataLst>
              <p:tags r:id="rId1"/>
            </p:custDataLst>
          </p:nvPr>
        </p:nvSpPr>
        <p:spPr/>
        <p:txBody>
          <a:bodyPr>
            <a:normAutofit fontScale="90000"/>
          </a:bodyPr>
          <a:lstStyle/>
          <a:p>
            <a:r>
              <a:rPr lang="zh-CN" altLang="en-US" sz="6555" dirty="0">
                <a:solidFill>
                  <a:schemeClr val="accent1"/>
                </a:solidFill>
                <a:sym typeface="Arial" panose="020B0604020202020204" pitchFamily="34" charset="0"/>
              </a:rPr>
              <a:t>番外篇 北海道的温泉夜</a:t>
            </a:r>
            <a:endParaRPr lang="zh-CN" altLang="en-US" sz="6555" dirty="0">
              <a:solidFill>
                <a:schemeClr val="accent1"/>
              </a:solidFill>
              <a:sym typeface="Arial" panose="020B0604020202020204" pitchFamily="34" charset="0"/>
            </a:endParaRPr>
          </a:p>
        </p:txBody>
      </p:sp>
      <p:sp>
        <p:nvSpPr>
          <p:cNvPr id="4" name="文本占位符 3"/>
          <p:cNvSpPr>
            <a:spLocks noGrp="1"/>
          </p:cNvSpPr>
          <p:nvPr>
            <p:ph type="body" sz="quarter" idx="13"/>
            <p:custDataLst>
              <p:tags r:id="rId2"/>
            </p:custDataLst>
          </p:nvPr>
        </p:nvSpPr>
        <p:spPr/>
        <p:txBody>
          <a:bodyPr/>
          <a:lstStyle/>
          <a:p>
            <a:endParaRPr lang="zh-CN" altLang="en-US" dirty="0">
              <a:solidFill>
                <a:schemeClr val="accent1"/>
              </a:solidFill>
              <a:sym typeface="Arial" panose="020B0604020202020204" pitchFamily="34" charset="0"/>
            </a:endParaRPr>
          </a:p>
          <a:p>
            <a:endParaRPr lang="zh-CN" altLang="en-US" dirty="0">
              <a:solidFill>
                <a:schemeClr val="accent1"/>
              </a:solidFill>
              <a:sym typeface="Arial" panose="020B0604020202020204" pitchFamily="34" charset="0"/>
            </a:endParaRPr>
          </a:p>
        </p:txBody>
      </p:sp>
    </p:spTree>
    <p:custDataLst>
      <p:tags r:id="rId3"/>
    </p:custData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custDataLst>
              <p:tags r:id="rId1"/>
            </p:custDataLst>
          </p:nvPr>
        </p:nvSpPr>
        <p:spPr>
          <a:xfrm>
            <a:off x="0" y="0"/>
            <a:ext cx="12192635" cy="1108710"/>
          </a:xfrm>
          <a:prstGeom prst="rect">
            <a:avLst/>
          </a:prstGeom>
          <a:solidFill>
            <a:schemeClr val="dk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solidFill>
                <a:schemeClr val="lt1"/>
              </a:solidFill>
              <a:highlight>
                <a:srgbClr val="1171F1"/>
              </a:highlight>
              <a:latin typeface="Arial" panose="020B0604020202020204" pitchFamily="34" charset="0"/>
              <a:ea typeface="微软雅黑" panose="020B0503020204020204" charset="-122"/>
              <a:sym typeface="Arial" panose="020B0604020202020204" pitchFamily="34" charset="0"/>
            </a:endParaRPr>
          </a:p>
        </p:txBody>
      </p:sp>
      <p:sp>
        <p:nvSpPr>
          <p:cNvPr id="225" name="文本框 224"/>
          <p:cNvSpPr txBox="1"/>
          <p:nvPr>
            <p:custDataLst>
              <p:tags r:id="rId2"/>
            </p:custDataLst>
          </p:nvPr>
        </p:nvSpPr>
        <p:spPr>
          <a:xfrm>
            <a:off x="3410584" y="3877945"/>
            <a:ext cx="3240000" cy="882015"/>
          </a:xfrm>
          <a:prstGeom prst="rect">
            <a:avLst/>
          </a:prstGeom>
          <a:noFill/>
        </p:spPr>
        <p:txBody>
          <a:bodyPr wrap="square" rtlCol="0">
            <a:normAutofit/>
          </a:bodyPr>
          <a:lstStyle/>
          <a:p>
            <a:pPr algn="just">
              <a:lnSpc>
                <a:spcPct val="150000"/>
              </a:lnSpc>
              <a:spcAft>
                <a:spcPts val="2000"/>
              </a:spcAft>
            </a:pPr>
            <a:r>
              <a:rPr lang="zh-CN" altLang="en-US" dirty="0">
                <a:solidFill>
                  <a:schemeClr val="dk1">
                    <a:lumMod val="75000"/>
                    <a:lumOff val="25000"/>
                  </a:schemeClr>
                </a:solidFill>
                <a:uFillTx/>
                <a:latin typeface="Arial" panose="020B0604020202020204" pitchFamily="34" charset="0"/>
                <a:ea typeface="微软雅黑" panose="020B0503020204020204" charset="-122"/>
                <a:sym typeface="Arial" panose="020B0604020202020204" pitchFamily="34" charset="0"/>
              </a:rPr>
              <a:t>番外篇 北海道的温泉夜</a:t>
            </a:r>
            <a:endParaRPr lang="zh-CN" altLang="en-US" dirty="0">
              <a:solidFill>
                <a:schemeClr val="dk1">
                  <a:lumMod val="75000"/>
                  <a:lumOff val="25000"/>
                </a:schemeClr>
              </a:solidFill>
              <a:uFillTx/>
              <a:latin typeface="Arial" panose="020B0604020202020204" pitchFamily="34" charset="0"/>
              <a:ea typeface="微软雅黑" panose="020B0503020204020204" charset="-122"/>
              <a:sym typeface="Arial" panose="020B0604020202020204" pitchFamily="34" charset="0"/>
            </a:endParaRPr>
          </a:p>
        </p:txBody>
      </p:sp>
      <p:sp>
        <p:nvSpPr>
          <p:cNvPr id="222" name="文本框 221"/>
          <p:cNvSpPr txBox="1"/>
          <p:nvPr>
            <p:custDataLst>
              <p:tags r:id="rId3"/>
            </p:custDataLst>
          </p:nvPr>
        </p:nvSpPr>
        <p:spPr>
          <a:xfrm>
            <a:off x="3414085" y="2960463"/>
            <a:ext cx="815340" cy="768350"/>
          </a:xfrm>
          <a:prstGeom prst="rect">
            <a:avLst/>
          </a:prstGeom>
          <a:noFill/>
        </p:spPr>
        <p:txBody>
          <a:bodyPr wrap="square" rtlCol="0">
            <a:normAutofit/>
          </a:bodyPr>
          <a:lstStyle/>
          <a:p>
            <a:r>
              <a:rPr lang="en-US" altLang="zh-CN" sz="4400" b="1" dirty="0">
                <a:solidFill>
                  <a:schemeClr val="accent1"/>
                </a:solidFill>
                <a:latin typeface="Arial" panose="020B0604020202020204" pitchFamily="34" charset="0"/>
                <a:ea typeface="微软雅黑" panose="020B0503020204020204" charset="-122"/>
                <a:sym typeface="Arial" panose="020B0604020202020204" pitchFamily="34" charset="0"/>
              </a:rPr>
              <a:t>01</a:t>
            </a:r>
            <a:endParaRPr lang="en-US" altLang="zh-CN" sz="4400" b="1" dirty="0">
              <a:solidFill>
                <a:schemeClr val="accent1"/>
              </a:solidFill>
              <a:latin typeface="Arial" panose="020B0604020202020204" pitchFamily="34" charset="0"/>
              <a:ea typeface="微软雅黑" panose="020B0503020204020204" charset="-122"/>
              <a:sym typeface="Arial" panose="020B0604020202020204" pitchFamily="34" charset="0"/>
            </a:endParaRPr>
          </a:p>
        </p:txBody>
      </p:sp>
      <p:cxnSp>
        <p:nvCxnSpPr>
          <p:cNvPr id="18" name="直接连接符 17"/>
          <p:cNvCxnSpPr/>
          <p:nvPr>
            <p:custDataLst>
              <p:tags r:id="rId4"/>
            </p:custDataLst>
          </p:nvPr>
        </p:nvCxnSpPr>
        <p:spPr>
          <a:xfrm rot="10800000">
            <a:off x="3537910" y="3711033"/>
            <a:ext cx="1080135" cy="635"/>
          </a:xfrm>
          <a:prstGeom prst="line">
            <a:avLst/>
          </a:prstGeom>
          <a:ln>
            <a:solidFill>
              <a:schemeClr val="lt1">
                <a:lumMod val="85000"/>
              </a:schemeClr>
            </a:solidFill>
          </a:ln>
        </p:spPr>
        <p:style>
          <a:lnRef idx="1">
            <a:schemeClr val="accent1"/>
          </a:lnRef>
          <a:fillRef idx="0">
            <a:schemeClr val="accent1"/>
          </a:fillRef>
          <a:effectRef idx="0">
            <a:schemeClr val="accent1"/>
          </a:effectRef>
          <a:fontRef idx="minor">
            <a:schemeClr val="tx1"/>
          </a:fontRef>
        </p:style>
      </p:cxnSp>
      <p:sp>
        <p:nvSpPr>
          <p:cNvPr id="125" name="文本框 124"/>
          <p:cNvSpPr txBox="1"/>
          <p:nvPr>
            <p:custDataLst>
              <p:tags r:id="rId5"/>
            </p:custDataLst>
          </p:nvPr>
        </p:nvSpPr>
        <p:spPr>
          <a:xfrm>
            <a:off x="7539354" y="3877945"/>
            <a:ext cx="3240000" cy="882015"/>
          </a:xfrm>
          <a:prstGeom prst="rect">
            <a:avLst/>
          </a:prstGeom>
          <a:noFill/>
        </p:spPr>
        <p:txBody>
          <a:bodyPr wrap="square" rtlCol="0">
            <a:normAutofit/>
          </a:bodyPr>
          <a:lstStyle/>
          <a:p>
            <a:pPr algn="just">
              <a:lnSpc>
                <a:spcPct val="150000"/>
              </a:lnSpc>
              <a:spcAft>
                <a:spcPts val="2000"/>
              </a:spcAft>
            </a:pPr>
            <a:r>
              <a:rPr lang="zh-CN" altLang="en-US" dirty="0">
                <a:solidFill>
                  <a:schemeClr val="dk1">
                    <a:lumMod val="75000"/>
                    <a:lumOff val="25000"/>
                  </a:schemeClr>
                </a:solidFill>
                <a:uFillTx/>
                <a:latin typeface="Arial" panose="020B0604020202020204" pitchFamily="34" charset="0"/>
                <a:ea typeface="微软雅黑" panose="020B0503020204020204" charset="-122"/>
                <a:sym typeface="Arial" panose="020B0604020202020204" pitchFamily="34" charset="0"/>
              </a:rPr>
              <a:t>雪国列车，行囊藏着樱花梦</a:t>
            </a:r>
            <a:endParaRPr lang="zh-CN" altLang="en-US" dirty="0">
              <a:solidFill>
                <a:schemeClr val="dk1">
                  <a:lumMod val="75000"/>
                  <a:lumOff val="25000"/>
                </a:schemeClr>
              </a:solidFill>
              <a:uFillTx/>
              <a:latin typeface="Arial" panose="020B0604020202020204" pitchFamily="34" charset="0"/>
              <a:ea typeface="微软雅黑" panose="020B0503020204020204" charset="-122"/>
              <a:sym typeface="Arial" panose="020B0604020202020204" pitchFamily="34" charset="0"/>
            </a:endParaRPr>
          </a:p>
        </p:txBody>
      </p:sp>
      <p:sp>
        <p:nvSpPr>
          <p:cNvPr id="126" name="文本框 125"/>
          <p:cNvSpPr txBox="1"/>
          <p:nvPr>
            <p:custDataLst>
              <p:tags r:id="rId6"/>
            </p:custDataLst>
          </p:nvPr>
        </p:nvSpPr>
        <p:spPr>
          <a:xfrm>
            <a:off x="7542855" y="2969988"/>
            <a:ext cx="815340" cy="768350"/>
          </a:xfrm>
          <a:prstGeom prst="rect">
            <a:avLst/>
          </a:prstGeom>
          <a:noFill/>
        </p:spPr>
        <p:txBody>
          <a:bodyPr wrap="square" rtlCol="0">
            <a:normAutofit/>
          </a:bodyPr>
          <a:lstStyle/>
          <a:p>
            <a:r>
              <a:rPr lang="en-US" altLang="zh-CN" sz="4400" b="1" dirty="0">
                <a:solidFill>
                  <a:schemeClr val="accent1"/>
                </a:solidFill>
                <a:latin typeface="Arial" panose="020B0604020202020204" pitchFamily="34" charset="0"/>
                <a:ea typeface="微软雅黑" panose="020B0503020204020204" charset="-122"/>
                <a:sym typeface="Arial" panose="020B0604020202020204" pitchFamily="34" charset="0"/>
              </a:rPr>
              <a:t>02</a:t>
            </a:r>
            <a:endParaRPr lang="en-US" altLang="zh-CN" sz="4400" b="1" dirty="0">
              <a:solidFill>
                <a:schemeClr val="accent1"/>
              </a:solidFill>
              <a:latin typeface="Arial" panose="020B0604020202020204" pitchFamily="34" charset="0"/>
              <a:ea typeface="微软雅黑" panose="020B0503020204020204" charset="-122"/>
              <a:sym typeface="Arial" panose="020B0604020202020204" pitchFamily="34" charset="0"/>
            </a:endParaRPr>
          </a:p>
        </p:txBody>
      </p:sp>
      <p:cxnSp>
        <p:nvCxnSpPr>
          <p:cNvPr id="127" name="直接连接符 126"/>
          <p:cNvCxnSpPr/>
          <p:nvPr>
            <p:custDataLst>
              <p:tags r:id="rId7"/>
            </p:custDataLst>
          </p:nvPr>
        </p:nvCxnSpPr>
        <p:spPr>
          <a:xfrm rot="10800000">
            <a:off x="7666680" y="3711033"/>
            <a:ext cx="1080135" cy="635"/>
          </a:xfrm>
          <a:prstGeom prst="line">
            <a:avLst/>
          </a:prstGeom>
          <a:ln>
            <a:solidFill>
              <a:schemeClr val="lt1">
                <a:lumMod val="85000"/>
              </a:schemeClr>
            </a:solidFill>
          </a:ln>
        </p:spPr>
        <p:style>
          <a:lnRef idx="1">
            <a:schemeClr val="accent1"/>
          </a:lnRef>
          <a:fillRef idx="0">
            <a:schemeClr val="accent1"/>
          </a:fillRef>
          <a:effectRef idx="0">
            <a:schemeClr val="accent1"/>
          </a:effectRef>
          <a:fontRef idx="minor">
            <a:schemeClr val="tx1"/>
          </a:fontRef>
        </p:style>
      </p:cxnSp>
      <p:sp>
        <p:nvSpPr>
          <p:cNvPr id="10" name="文本框 9"/>
          <p:cNvSpPr txBox="1"/>
          <p:nvPr>
            <p:custDataLst>
              <p:tags r:id="rId8"/>
            </p:custDataLst>
          </p:nvPr>
        </p:nvSpPr>
        <p:spPr>
          <a:xfrm>
            <a:off x="755650" y="696595"/>
            <a:ext cx="1880235" cy="695325"/>
          </a:xfrm>
          <a:prstGeom prst="rect">
            <a:avLst/>
          </a:prstGeom>
          <a:solidFill>
            <a:schemeClr val="accent1"/>
          </a:solidFill>
          <a:ln>
            <a:noFill/>
          </a:ln>
          <a:effectLst/>
        </p:spPr>
        <p:txBody>
          <a:bodyPr vert="horz" wrap="square" lIns="91440" tIns="45720" rIns="91440" bIns="45720" rtlCol="0" anchor="ctr" anchorCtr="1">
            <a:normAutofit/>
          </a:bodyPr>
          <a:lstStyle/>
          <a:p>
            <a:pPr algn="ctr"/>
            <a:r>
              <a:rPr lang="zh-CN" altLang="en-US" sz="3200" b="1" spc="800" dirty="0">
                <a:ln>
                  <a:noFill/>
                </a:ln>
                <a:solidFill>
                  <a:schemeClr val="lt1"/>
                </a:solidFill>
                <a:uFillTx/>
                <a:latin typeface="Arial" panose="020B0604020202020204" pitchFamily="34" charset="0"/>
                <a:ea typeface="微软雅黑" panose="020B0503020204020204" charset="-122"/>
                <a:cs typeface="+mj-lt"/>
                <a:sym typeface="Arial" panose="020B0604020202020204" pitchFamily="34" charset="0"/>
              </a:rPr>
              <a:t>目录</a:t>
            </a:r>
            <a:endParaRPr lang="zh-CN" altLang="en-US" sz="3200" b="1" spc="800" dirty="0">
              <a:ln>
                <a:noFill/>
              </a:ln>
              <a:solidFill>
                <a:schemeClr val="lt1"/>
              </a:solidFill>
              <a:uFillTx/>
              <a:latin typeface="Arial" panose="020B0604020202020204" pitchFamily="34" charset="0"/>
              <a:ea typeface="微软雅黑" panose="020B0503020204020204" charset="-122"/>
              <a:cs typeface="+mj-lt"/>
              <a:sym typeface="Arial" panose="020B0604020202020204" pitchFamily="34" charset="0"/>
            </a:endParaRPr>
          </a:p>
        </p:txBody>
      </p:sp>
    </p:spTree>
    <p:custDataLst>
      <p:tags r:id="rId9"/>
    </p:custData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3" name="直接连接符 2"/>
          <p:cNvCxnSpPr/>
          <p:nvPr>
            <p:custDataLst>
              <p:tags r:id="rId3"/>
            </p:custDataLst>
          </p:nvPr>
        </p:nvCxnSpPr>
        <p:spPr>
          <a:xfrm>
            <a:off x="457204" y="914407"/>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9"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sym typeface="微软雅黑" panose="020B0503020204020204" charset="-122"/>
              </a:rPr>
              <a:t>雪国列车，行囊藏着樱花梦</a:t>
            </a:r>
            <a:endParaRPr lang="zh-CN" dirty="0" err="1">
              <a:solidFill>
                <a:schemeClr val="dk1"/>
              </a:solidFill>
              <a:sym typeface="微软雅黑" panose="020B0503020204020204" charset="-122"/>
            </a:endParaRPr>
          </a:p>
        </p:txBody>
      </p:sp>
      <p:sp>
        <p:nvSpPr>
          <p:cNvPr id="11" name="Title 6"/>
          <p:cNvSpPr txBox="1"/>
          <p:nvPr>
            <p:custDataLst>
              <p:tags r:id="rId5"/>
            </p:custDataLst>
          </p:nvPr>
        </p:nvSpPr>
        <p:spPr>
          <a:xfrm>
            <a:off x="1585071" y="1837436"/>
            <a:ext cx="9021857" cy="4097528"/>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十二月的北海道，早已彻底沦为雪的领地。鹅毛大雪如被天神撕碎的棉絮般漫天狂舞，风卷着冰粒抽打在车窗上，发出“簌簌”的锐响，将札幌岳的山尖染成纯粹的雪白。山脚下的合掌屋顶着半米厚的积雪，像裹在蓬松的淡雪绒毯里，屋前悬挂的注连绳积着雪，晃动时雪沫簌簌落下，木格窗内透出暖黄的灯光，映得窗纸上的樱花纹样朦胧可见，透着日式农家独有的静谧。北海道线特快列车不急不缓地穿行在无垠雪原间，车轮碾过积雪覆盖的铁轨，发出“哐当——哐当——”的沉闷声响，节奏规整得像日式能剧里低沉的太鼓，敲打着每个旅人的心弦。
车窗外，成片的白桦树褪去葱郁，光秃秃的枝桠在风雪中舒展苍劲姿态，偶尔有几只雪雀扑棱着灰褐色翅膀掠过，抖落枝头积雪，在铅灰色天空下留下转瞬即逝的剪影，随即消失在白茫茫雪幕里。</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Tree>
    <p:custDataLst>
      <p:tags r:id="rId6"/>
    </p:custDataLst>
  </p:cSld>
  <p:clrMapOvr>
    <a:masterClrMapping/>
  </p:clrMapOvr>
  <p:transition spd="med"/>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3" name="直接连接符 2"/>
          <p:cNvCxnSpPr/>
          <p:nvPr>
            <p:custDataLst>
              <p:tags r:id="rId3"/>
            </p:custDataLst>
          </p:nvPr>
        </p:nvCxnSpPr>
        <p:spPr>
          <a:xfrm>
            <a:off x="457204" y="914407"/>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9"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sym typeface="微软雅黑" panose="020B0503020204020204" charset="-122"/>
              </a:rPr>
              <a:t>雪国列车，行囊藏着樱花梦</a:t>
            </a:r>
            <a:endParaRPr lang="zh-CN" dirty="0" err="1">
              <a:solidFill>
                <a:schemeClr val="dk1"/>
              </a:solidFill>
              <a:sym typeface="微软雅黑" panose="020B0503020204020204" charset="-122"/>
            </a:endParaRPr>
          </a:p>
        </p:txBody>
      </p:sp>
      <p:sp>
        <p:nvSpPr>
          <p:cNvPr id="11" name="Title 6"/>
          <p:cNvSpPr txBox="1"/>
          <p:nvPr>
            <p:custDataLst>
              <p:tags r:id="rId5"/>
            </p:custDataLst>
          </p:nvPr>
        </p:nvSpPr>
        <p:spPr>
          <a:xfrm>
            <a:off x="1585071" y="1837436"/>
            <a:ext cx="9021857" cy="4097528"/>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远处，穿着藏青色防寒服的阿伊努族牧民牵着雪橇犬队伍走过，犬吠声被风雪揉得模糊，雪橇划过雪地的痕迹，像极了和纸信笺上晕开的淡墨线条。更远处的雪地里，几座造型古朴的石灯笼半埋在雪中，灯檐下挂着的冰凌折射着微光，让人想起雪之神社旁的祈福景致。
车厢内暖气充足得有些燥热，与外界零下二十度的严寒形成鲜明对比，玻璃窗上凝结着一层细密的水珠，模糊了窗外雪景。靠窗的乘客指尖划过玻璃，划出一道道水痕，转瞬又被新的水珠覆盖，水痕交织间，竟莫名勾勒出樱花的轮廓。班主任潘春穿着一件领口镶着兔毛的米色羽绒服，腰间系着一条藏红色腰带——那是她去年去京都旅行时，在锦市场一家百年中古店淘的，据说曾是祇园艺伎的配饰，腰带边缘绣着细小的菱花纹，磨损处还能看到当年精致的京友禅针脚。她正低头拿着研学手册逐一点名，笔尖划过和纸质感的手册，发出沙沙声响，脸上挂着惯有的和蔼笑容，眼底却藏着不容置疑的锐利，时不时扫过人群，像鹰隼审视猎物。</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Tree>
    <p:custDataLst>
      <p:tags r:id="rId6"/>
    </p:custDataLst>
  </p:cSld>
  <p:clrMapOvr>
    <a:masterClrMapping/>
  </p:clrMapOvr>
  <p:transition spd="med"/>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3" name="直接连接符 2"/>
          <p:cNvCxnSpPr/>
          <p:nvPr>
            <p:custDataLst>
              <p:tags r:id="rId3"/>
            </p:custDataLst>
          </p:nvPr>
        </p:nvCxnSpPr>
        <p:spPr>
          <a:xfrm>
            <a:off x="457204" y="914407"/>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9"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sym typeface="微软雅黑" panose="020B0503020204020204" charset="-122"/>
              </a:rPr>
              <a:t>雪国列车，行囊藏着樱花梦</a:t>
            </a:r>
            <a:endParaRPr lang="zh-CN" dirty="0" err="1">
              <a:solidFill>
                <a:schemeClr val="dk1"/>
              </a:solidFill>
              <a:sym typeface="微软雅黑" panose="020B0503020204020204" charset="-122"/>
            </a:endParaRPr>
          </a:p>
        </p:txBody>
      </p:sp>
      <p:sp>
        <p:nvSpPr>
          <p:cNvPr id="2" name="矩形 1"/>
          <p:cNvSpPr/>
          <p:nvPr>
            <p:custDataLst>
              <p:tags r:id="rId5"/>
            </p:custDataLst>
          </p:nvPr>
        </p:nvSpPr>
        <p:spPr>
          <a:xfrm>
            <a:off x="1626212" y="1496376"/>
            <a:ext cx="8915978" cy="4779137"/>
          </a:xfrm>
          <a:prstGeom prst="rect">
            <a:avLst/>
          </a:pr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solidFill>
                <a:schemeClr val="lt1"/>
              </a:solidFill>
              <a:latin typeface="微软雅黑" panose="020B0503020204020204" charset="-122"/>
              <a:ea typeface="微软雅黑" panose="020B0503020204020204" charset="-122"/>
              <a:cs typeface="+mn-ea"/>
              <a:sym typeface="+mn-lt"/>
            </a:endParaRPr>
          </a:p>
        </p:txBody>
      </p:sp>
      <p:cxnSp>
        <p:nvCxnSpPr>
          <p:cNvPr id="10" name="直接连接符 9"/>
          <p:cNvCxnSpPr/>
          <p:nvPr>
            <p:custDataLst>
              <p:tags r:id="rId6"/>
            </p:custDataLst>
          </p:nvPr>
        </p:nvCxnSpPr>
        <p:spPr>
          <a:xfrm>
            <a:off x="1772264" y="1218995"/>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custDataLst>
              <p:tags r:id="rId7"/>
            </p:custDataLst>
          </p:nvPr>
        </p:nvCxnSpPr>
        <p:spPr>
          <a:xfrm>
            <a:off x="1626210" y="1287787"/>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custDataLst>
              <p:tags r:id="rId8"/>
            </p:custDataLst>
          </p:nvPr>
        </p:nvCxnSpPr>
        <p:spPr>
          <a:xfrm>
            <a:off x="10166179" y="6085167"/>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custDataLst>
              <p:tags r:id="rId9"/>
            </p:custDataLst>
          </p:nvPr>
        </p:nvCxnSpPr>
        <p:spPr>
          <a:xfrm>
            <a:off x="10020125" y="6153960"/>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itle 6"/>
          <p:cNvSpPr txBox="1"/>
          <p:nvPr>
            <p:custDataLst>
              <p:tags r:id="rId10"/>
            </p:custDataLst>
          </p:nvPr>
        </p:nvSpPr>
        <p:spPr>
          <a:xfrm>
            <a:off x="1892883" y="1731304"/>
            <a:ext cx="8382634" cy="4309278"/>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都把护照、学生证收进贴身口袋，用你们带的达摩暖宝宝裹好，别冻坏了证件。”潘春的声音不高却极具穿透力，“到了札幌站跟着莫大爷走，谁要是敢擅自离队瞎逛，回去不仅要在班会上作深刻检讨，研学报告多写两千字，还要把《中小学生行为规范》抄十遍，抄完我会逐字检查，别想蒙混过关。”点名间隙，她瞥见后排两个学生正偷偷交换包装精美的白色恋人巧克力，包装纸上的樱花图案格外显眼。潘春当即放下手册走过去，声音放轻却带着威严：“研学途中饮食要注意节制，尤其是这种生冷点心，别闹肚子影响后续行程。”说着自然地接过零食收进随身的帆布包，包里还整齐码放着创可贴、晕车药、北海道马油，甚至有几包专门应对雪天冻伤的紫云膏，都是她提前一周查遍日本民俗医疗网站准备的。</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Tree>
    <p:custDataLst>
      <p:tags r:id="rId11"/>
    </p:custDataLst>
  </p:cSld>
  <p:clrMapOvr>
    <a:masterClrMapping/>
  </p:clrMapOvr>
  <p:transition spd="med"/>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3" name="直接连接符 2"/>
          <p:cNvCxnSpPr/>
          <p:nvPr>
            <p:custDataLst>
              <p:tags r:id="rId3"/>
            </p:custDataLst>
          </p:nvPr>
        </p:nvCxnSpPr>
        <p:spPr>
          <a:xfrm>
            <a:off x="457204" y="914407"/>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9"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sym typeface="微软雅黑" panose="020B0503020204020204" charset="-122"/>
              </a:rPr>
              <a:t>雪国列车，行囊藏着樱花梦</a:t>
            </a:r>
            <a:endParaRPr lang="zh-CN" dirty="0" err="1">
              <a:solidFill>
                <a:schemeClr val="dk1"/>
              </a:solidFill>
              <a:sym typeface="微软雅黑" panose="020B0503020204020204" charset="-122"/>
            </a:endParaRPr>
          </a:p>
        </p:txBody>
      </p:sp>
      <p:sp>
        <p:nvSpPr>
          <p:cNvPr id="2" name="矩形 1"/>
          <p:cNvSpPr/>
          <p:nvPr>
            <p:custDataLst>
              <p:tags r:id="rId5"/>
            </p:custDataLst>
          </p:nvPr>
        </p:nvSpPr>
        <p:spPr>
          <a:xfrm>
            <a:off x="1626212" y="1496376"/>
            <a:ext cx="8915978" cy="4779137"/>
          </a:xfrm>
          <a:prstGeom prst="rect">
            <a:avLst/>
          </a:pr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solidFill>
                <a:schemeClr val="lt1"/>
              </a:solidFill>
              <a:latin typeface="微软雅黑" panose="020B0503020204020204" charset="-122"/>
              <a:ea typeface="微软雅黑" panose="020B0503020204020204" charset="-122"/>
              <a:cs typeface="+mn-ea"/>
              <a:sym typeface="+mn-lt"/>
            </a:endParaRPr>
          </a:p>
        </p:txBody>
      </p:sp>
      <p:cxnSp>
        <p:nvCxnSpPr>
          <p:cNvPr id="10" name="直接连接符 9"/>
          <p:cNvCxnSpPr/>
          <p:nvPr>
            <p:custDataLst>
              <p:tags r:id="rId6"/>
            </p:custDataLst>
          </p:nvPr>
        </p:nvCxnSpPr>
        <p:spPr>
          <a:xfrm>
            <a:off x="1772264" y="1218995"/>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custDataLst>
              <p:tags r:id="rId7"/>
            </p:custDataLst>
          </p:nvPr>
        </p:nvCxnSpPr>
        <p:spPr>
          <a:xfrm>
            <a:off x="1626210" y="1287787"/>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custDataLst>
              <p:tags r:id="rId8"/>
            </p:custDataLst>
          </p:nvPr>
        </p:nvCxnSpPr>
        <p:spPr>
          <a:xfrm>
            <a:off x="10166179" y="6085167"/>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custDataLst>
              <p:tags r:id="rId9"/>
            </p:custDataLst>
          </p:nvPr>
        </p:nvCxnSpPr>
        <p:spPr>
          <a:xfrm>
            <a:off x="10020125" y="6153960"/>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itle 6"/>
          <p:cNvSpPr txBox="1"/>
          <p:nvPr>
            <p:custDataLst>
              <p:tags r:id="rId10"/>
            </p:custDataLst>
          </p:nvPr>
        </p:nvSpPr>
        <p:spPr>
          <a:xfrm>
            <a:off x="1892883" y="1731304"/>
            <a:ext cx="8382634" cy="4309278"/>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她话音刚落，英语老师李梦便优雅地拢了拢身上的驼色羊绒大衣，领口的珍珠项链在暖光下闪着细碎微光，指尖涂着冷调豆沙色指甲油，正轻轻摩挲着随身携带的伦敦限量款皮质手包。她用带着伦敦腔的中文补充道：“北海道这边的服务人员大多只懂基础日语，英语水平堪忧，有沟通问题直接找我。记住，跟日本人交流要保持距离，别对着人家瞎比划，丢了咱们中国人的脸，尤其是我这种海归的脸。”说罢，她从手包里掏出一支法国牌子的护手霜，细细涂抹着因暖气干燥而泛红的指尖，余光瞥向潘春腰间的腰带，嘴角勾起一抹不易察觉的讥讽——她最瞧不上潘春这种追捧“中古货”的做派，总觉得是廉价的附庸风雅。转头又对着身边学生炫耀：“当年我在伦敦，这种配饰都是萨维尔街定制的，哪用得着买别人用过的二手货，真是失了格调。”</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Tree>
    <p:custDataLst>
      <p:tags r:id="rId11"/>
    </p:custDataLst>
  </p:cSld>
  <p:clrMapOvr>
    <a:masterClrMapping/>
  </p:clrMapOvr>
  <p:transition spd="med"/>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3" name="直接连接符 2"/>
          <p:cNvCxnSpPr/>
          <p:nvPr>
            <p:custDataLst>
              <p:tags r:id="rId3"/>
            </p:custDataLst>
          </p:nvPr>
        </p:nvCxnSpPr>
        <p:spPr>
          <a:xfrm>
            <a:off x="457204" y="914407"/>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9"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sym typeface="微软雅黑" panose="020B0503020204020204" charset="-122"/>
              </a:rPr>
              <a:t>雪国列车，行囊藏着樱花梦</a:t>
            </a:r>
            <a:endParaRPr lang="zh-CN" dirty="0" err="1">
              <a:solidFill>
                <a:schemeClr val="dk1"/>
              </a:solidFill>
              <a:sym typeface="微软雅黑" panose="020B0503020204020204" charset="-122"/>
            </a:endParaRPr>
          </a:p>
        </p:txBody>
      </p:sp>
      <p:sp>
        <p:nvSpPr>
          <p:cNvPr id="11" name="Title 6"/>
          <p:cNvSpPr txBox="1"/>
          <p:nvPr>
            <p:custDataLst>
              <p:tags r:id="rId5"/>
            </p:custDataLst>
          </p:nvPr>
        </p:nvSpPr>
        <p:spPr>
          <a:xfrm>
            <a:off x="1990225" y="1837436"/>
            <a:ext cx="8211550" cy="4097528"/>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四眼坐在靠窗的位置，指尖无意识地摩挲着窗框上的水珠，抬手推了推鼻梁上的黑框眼镜。这副眼镜是去年牢大攒了三个月零花钱，在秋叶原一家动漫主题眼镜店定制的，镜腿内侧刻着极小的樱花纹样，镜盒里还垫着印有魔法少女图案的和纸，那是老登老师推荐的同款。镜片反射着窗外流动的雪景，将成片的白色切割成零碎的光斑。他身旁的牢大正缩在座位上打盹，额前柔软的碎发垂下来，遮住半只清澈的眼睛，长长的睫毛像蝶翼般轻颤，在眼睑下投出扇形的淡淡阴影。牢大身形格外苗条，自带几分男生女相的柔美，穿着学校统一的深蓝色研学外套，拉链拉到顶端，领口高高立起，只露出一小截白皙细腻的脖颈，随着均匀的呼吸轻轻起伏，像藏在雪地里的幼兽般安静。</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Tree>
    <p:custDataLst>
      <p:tags r:id="rId6"/>
    </p:custDataLst>
  </p:cSld>
  <p:clrMapOvr>
    <a:masterClrMapping/>
  </p:clrMapOvr>
  <p:transition spd="med"/>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3" name="直接连接符 2"/>
          <p:cNvCxnSpPr/>
          <p:nvPr>
            <p:custDataLst>
              <p:tags r:id="rId3"/>
            </p:custDataLst>
          </p:nvPr>
        </p:nvCxnSpPr>
        <p:spPr>
          <a:xfrm>
            <a:off x="457204" y="914407"/>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9"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sym typeface="微软雅黑" panose="020B0503020204020204" charset="-122"/>
              </a:rPr>
              <a:t>雪国列车，行囊藏着樱花梦</a:t>
            </a:r>
            <a:endParaRPr lang="zh-CN" dirty="0" err="1">
              <a:solidFill>
                <a:schemeClr val="dk1"/>
              </a:solidFill>
              <a:sym typeface="微软雅黑" panose="020B0503020204020204" charset="-122"/>
            </a:endParaRPr>
          </a:p>
        </p:txBody>
      </p:sp>
      <p:sp>
        <p:nvSpPr>
          <p:cNvPr id="11" name="Title 6"/>
          <p:cNvSpPr txBox="1"/>
          <p:nvPr>
            <p:custDataLst>
              <p:tags r:id="rId5"/>
            </p:custDataLst>
          </p:nvPr>
        </p:nvSpPr>
        <p:spPr>
          <a:xfrm>
            <a:off x="457155" y="1771634"/>
            <a:ext cx="11277678" cy="4229126"/>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牢大的外套口袋里，藏着一枚小小的狐狸式神挂件，是出发前两人特意去浅草寺求的。挂件由北海道桦木雕刻而成，狐狸的眼睛镶嵌着红色琉璃，下方系着粉色的结绳，结绳的系法还是寺里的巫女亲自教的，据说能守护身边的人。出发前，两人还在神社的御手洗处净了手，双手合十虔诚许愿，巫女递给他们两张祈福签，上面用隶书写着“缘结千里”，牢大悄悄把自己的签塞给了四眼。
两人中间的小桌板上，放着一杯早已凉透的抹茶，杯身印着浅草寺雷门的朱红图案，边缘还沾着一点干涸的茶渍，杯垫上“开运樱铃”的粉色纹样因反复摩挲，已有些模糊不清——那是出发前四眼在东京车站的伊势丹便利店买的，当时他特意挑了带有“缘结”寓意的款式，结账时穿着和服的店员用生硬的中文笑着说“祝你们友谊长存，像樱花与雪一样相伴”。桌板下，牢大的脚轻轻勾着四眼的脚踝，像两只相互依偎的小动物，在众人看不见的地方传递着暖意。四眼的袜子上绣着小小的雪兔图案，那是牢大熬夜用十字绣针法缝的，针脚细密，雪兔的眼睛还特意用了银色丝线。</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Tree>
    <p:custDataLst>
      <p:tags r:id="rId6"/>
    </p:custDataLst>
  </p:cSld>
  <p:clrMapOvr>
    <a:masterClrMapping/>
  </p:clrMapOvr>
  <p:transition spd="med"/>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3" name="直接连接符 2"/>
          <p:cNvCxnSpPr/>
          <p:nvPr>
            <p:custDataLst>
              <p:tags r:id="rId3"/>
            </p:custDataLst>
          </p:nvPr>
        </p:nvCxnSpPr>
        <p:spPr>
          <a:xfrm>
            <a:off x="457204" y="914407"/>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9"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sym typeface="微软雅黑" panose="020B0503020204020204" charset="-122"/>
              </a:rPr>
              <a:t>雪国列车，行囊藏着樱花梦</a:t>
            </a:r>
            <a:endParaRPr lang="zh-CN" dirty="0" err="1">
              <a:solidFill>
                <a:schemeClr val="dk1"/>
              </a:solidFill>
              <a:sym typeface="微软雅黑" panose="020B0503020204020204" charset="-122"/>
            </a:endParaRPr>
          </a:p>
        </p:txBody>
      </p:sp>
      <p:sp>
        <p:nvSpPr>
          <p:cNvPr id="11" name="Title 6"/>
          <p:cNvSpPr txBox="1"/>
          <p:nvPr>
            <p:custDataLst>
              <p:tags r:id="rId5"/>
            </p:custDataLst>
          </p:nvPr>
        </p:nvSpPr>
        <p:spPr>
          <a:xfrm>
            <a:off x="457155" y="1771634"/>
            <a:ext cx="11277678" cy="4229126"/>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斜前方的双人座位上，语文老师蓉儿正捧着一本泛黄的《鼠氏物语》静静阅读，书页边缘有些卷起，显然已被翻阅过无数次，书脊处还用细麻绳仔细修补过，绳结是精致的日式平结。她身形瘦高，穿着一件浅灰色的素色羊毛衫，袖口挽到小臂，露出纤细的手腕，腕上戴着一只极简风格的银镯，据说是她祖母留下的遗物，镯身刻着隐晦的樱花纹，在暖光下泛着温润的光泽。她的指尖夹着一枚樱花形状的旧书签，书签由和纸压制而成，边缘有些磨损，背面用娟秀的日文小楷刻着“心之所向，素履以往”，落款日期已是十年前，那是她第一次去日本时，在京都岚山的竹林里写下的。
蓉儿面前放着一杯手冲咖啡，用的是北海道产的十胜咖啡豆，瓷杯是有田烧的白瓷款，杯沿描着一圈细巧的金线。她喝咖啡时动作极缓，指尖轻捏杯柄，小口啜饮，手肘轻轻搭在桌沿，姿态优雅得如同茶道表演中的点茶师。</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Tree>
    <p:custDataLst>
      <p:tags r:id="rId6"/>
    </p:custDataLst>
  </p:cSld>
  <p:clrMapOvr>
    <a:masterClrMapping/>
  </p:clrMapOvr>
  <p:transition spd="med"/>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3" name="直接连接符 2"/>
          <p:cNvCxnSpPr/>
          <p:nvPr>
            <p:custDataLst>
              <p:tags r:id="rId3"/>
            </p:custDataLst>
          </p:nvPr>
        </p:nvCxnSpPr>
        <p:spPr>
          <a:xfrm>
            <a:off x="457204" y="914407"/>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9"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sym typeface="微软雅黑" panose="020B0503020204020204" charset="-122"/>
              </a:rPr>
              <a:t>雪国列车，行囊藏着樱花梦</a:t>
            </a:r>
            <a:endParaRPr lang="zh-CN" dirty="0" err="1">
              <a:solidFill>
                <a:schemeClr val="dk1"/>
              </a:solidFill>
              <a:sym typeface="微软雅黑" panose="020B0503020204020204" charset="-122"/>
            </a:endParaRPr>
          </a:p>
        </p:txBody>
      </p:sp>
      <p:sp>
        <p:nvSpPr>
          <p:cNvPr id="11" name="Title 6"/>
          <p:cNvSpPr txBox="1"/>
          <p:nvPr>
            <p:custDataLst>
              <p:tags r:id="rId5"/>
            </p:custDataLst>
          </p:nvPr>
        </p:nvSpPr>
        <p:spPr>
          <a:xfrm>
            <a:off x="457155" y="1771634"/>
            <a:ext cx="11277678" cy="4229126"/>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她随身带着一套迷你手冲器具，哪怕在列车上，也坚持用自己的磨豆机研磨咖啡豆，说这样才能保留咖啡最纯粹的香气。她的眼神时不时飘向四眼和牢大的方向，带着几分探究，仿佛从两人身上看到了自己年轻时的影子，又像是在《鼠氏物语》的文字里，找到了现实的映照。
蓉儿身旁的道法老师萧秦则捧着一本厚厚的政治理论书，圆脸绷得紧紧的，眉头拧成一个川字，时不时对着书页小声嘀咕，唾沫星子溅在书页上，她又掏出绣着五角星的手帕小心翼翼地擦去：“这些资本主义的奢靡生活方式，根本不值得学习，纯属精神腐蚀！看看这些日本的所谓‘文化’，还不是拾人牙慧，根本没有自己的内核，都是从咱们中华文化里偷学的！”话音里满是不加掩饰的激进批判，音量不大，却足以让周围的人听得一清二楚。</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Tree>
    <p:custDataLst>
      <p:tags r:id="rId6"/>
    </p:custDataLst>
  </p:cSld>
  <p:clrMapOvr>
    <a:masterClrMapping/>
  </p:clrMapOvr>
  <p:transition spd="med"/>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3" name="直接连接符 2"/>
          <p:cNvCxnSpPr/>
          <p:nvPr>
            <p:custDataLst>
              <p:tags r:id="rId3"/>
            </p:custDataLst>
          </p:nvPr>
        </p:nvCxnSpPr>
        <p:spPr>
          <a:xfrm>
            <a:off x="457204" y="914407"/>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9"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sym typeface="微软雅黑" panose="020B0503020204020204" charset="-122"/>
              </a:rPr>
              <a:t>雪国列车，行囊藏着樱花梦</a:t>
            </a:r>
            <a:endParaRPr lang="zh-CN" dirty="0" err="1">
              <a:solidFill>
                <a:schemeClr val="dk1"/>
              </a:solidFill>
              <a:sym typeface="微软雅黑" panose="020B0503020204020204" charset="-122"/>
            </a:endParaRPr>
          </a:p>
        </p:txBody>
      </p:sp>
      <p:sp>
        <p:nvSpPr>
          <p:cNvPr id="2" name="矩形 1"/>
          <p:cNvSpPr/>
          <p:nvPr>
            <p:custDataLst>
              <p:tags r:id="rId5"/>
            </p:custDataLst>
          </p:nvPr>
        </p:nvSpPr>
        <p:spPr>
          <a:xfrm>
            <a:off x="1626212" y="1496376"/>
            <a:ext cx="8915978" cy="4779137"/>
          </a:xfrm>
          <a:prstGeom prst="rect">
            <a:avLst/>
          </a:pr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solidFill>
                <a:schemeClr val="lt1"/>
              </a:solidFill>
              <a:latin typeface="微软雅黑" panose="020B0503020204020204" charset="-122"/>
              <a:ea typeface="微软雅黑" panose="020B0503020204020204" charset="-122"/>
              <a:cs typeface="+mn-ea"/>
              <a:sym typeface="+mn-lt"/>
            </a:endParaRPr>
          </a:p>
        </p:txBody>
      </p:sp>
      <p:cxnSp>
        <p:nvCxnSpPr>
          <p:cNvPr id="10" name="直接连接符 9"/>
          <p:cNvCxnSpPr/>
          <p:nvPr>
            <p:custDataLst>
              <p:tags r:id="rId6"/>
            </p:custDataLst>
          </p:nvPr>
        </p:nvCxnSpPr>
        <p:spPr>
          <a:xfrm>
            <a:off x="1772264" y="1218995"/>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custDataLst>
              <p:tags r:id="rId7"/>
            </p:custDataLst>
          </p:nvPr>
        </p:nvCxnSpPr>
        <p:spPr>
          <a:xfrm>
            <a:off x="1626210" y="1287787"/>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custDataLst>
              <p:tags r:id="rId8"/>
            </p:custDataLst>
          </p:nvPr>
        </p:nvCxnSpPr>
        <p:spPr>
          <a:xfrm>
            <a:off x="10166179" y="6085167"/>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custDataLst>
              <p:tags r:id="rId9"/>
            </p:custDataLst>
          </p:nvPr>
        </p:nvCxnSpPr>
        <p:spPr>
          <a:xfrm>
            <a:off x="10020125" y="6153960"/>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itle 6"/>
          <p:cNvSpPr txBox="1"/>
          <p:nvPr>
            <p:custDataLst>
              <p:tags r:id="rId10"/>
            </p:custDataLst>
          </p:nvPr>
        </p:nvSpPr>
        <p:spPr>
          <a:xfrm>
            <a:off x="1892883" y="1731304"/>
            <a:ext cx="8382634" cy="4309278"/>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她瞥见蓉儿手边的咖啡，忍不住嗤笑一声，声音里带着刻意的挖苦：“某些人啊，嘴上说着高雅，还不是崇洋媚外，喝个咖啡都要讲究什么产地、器具，骨子里还是没摆脱对西方的追捧，倒不如喝咱们的茉莉花茶来得纯粹，那才是真正的东方韵味。”说着，她从随身的布包里掏出一个搪瓷杯，里面泡着满满的茉莉花茶，茶梗在水里舒展，散发出淡淡的香气，杯身上印着“艰苦奋斗”四个红色大字，格外醒目。
蓉儿闻言，只是淡淡抬眼，语气平静无波：“咖啡是一种文化载体，就像你读的理论书一样，存在即有其价值，何必用有色眼镜看待。日本的茶道、咖啡文化，都有其独特的传承，就像《鼠氏物语》里写的，每个事物都有其存在的意义，不该用单一标准评判。就像这北海道的雪，看似冰冷，却孕育出了独特的雪国文化，值得尊重。”她说话时，指尖轻轻敲击着桌上的《鼠氏物语》，书页被敲得微微颤动，眼神里带着几分悲悯，仿佛在为萧秦的偏执感到惋惜。</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Tree>
    <p:custDataLst>
      <p:tags r:id="rId11"/>
    </p:custDataLst>
  </p:cSld>
  <p:clrMapOvr>
    <a:masterClrMapping/>
  </p:clrMapOvr>
  <p:transition spd="med"/>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3" name="直接连接符 2"/>
          <p:cNvCxnSpPr/>
          <p:nvPr>
            <p:custDataLst>
              <p:tags r:id="rId3"/>
            </p:custDataLst>
          </p:nvPr>
        </p:nvCxnSpPr>
        <p:spPr>
          <a:xfrm>
            <a:off x="457204" y="914407"/>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9"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sym typeface="微软雅黑" panose="020B0503020204020204" charset="-122"/>
              </a:rPr>
              <a:t>雪国列车，行囊藏着樱花梦</a:t>
            </a:r>
            <a:endParaRPr lang="zh-CN" dirty="0" err="1">
              <a:solidFill>
                <a:schemeClr val="dk1"/>
              </a:solidFill>
              <a:sym typeface="微软雅黑" panose="020B0503020204020204" charset="-122"/>
            </a:endParaRPr>
          </a:p>
        </p:txBody>
      </p:sp>
      <p:sp>
        <p:nvSpPr>
          <p:cNvPr id="11" name="Title 6"/>
          <p:cNvSpPr txBox="1"/>
          <p:nvPr>
            <p:custDataLst>
              <p:tags r:id="rId5"/>
            </p:custDataLst>
          </p:nvPr>
        </p:nvSpPr>
        <p:spPr>
          <a:xfrm>
            <a:off x="457155" y="1771634"/>
            <a:ext cx="11277678" cy="4229126"/>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萧秦被怼得一噎，脸色涨得通红，正要反驳，却被身后传来的细微哼唱声打断。车厢末尾的角落，物理老师老登戴着一副老花镜，偷偷把手机藏在《电磁学原理》课本后面，屏幕上正播放着最新的《憧憬成为魔法少女》剧场版，嘴角挂着满足的痴笑，还时不时跟着动画里的角色轻轻哼唱主题曲，跑调跑得厉害却浑然不觉。他年过半百，头发已经有些花白，却依旧像个孩子一样痴迷魔法少女，连手机壳都是魔法少女的限定款，上面印着“守护梦想”的日文字样。
老登手边放着一个印着魔法少女图案的日式便当盒，盒盖上“秋叶原限定”的字样格外显眼，里面还剩着几块没吃完的樱花麻薯，是他特意让在东京留学的侄子寄来的。麻薯外皮裹着一层细腻的黄豆粉，咬一口软糯香甜，还带着淡淡的樱花味。便当盒旁放着一本笔记本，上面画满了魔法少女的简笔画，还有几个式神的设计图，线条稚嫩，却看得出来画得极为用心，其中一个式神的造型，竟和雪之神社的守护式神有些相似，旁边还标注着“老莫专属守护式神”的字样。</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Tree>
    <p:custDataLst>
      <p:tags r:id="rId6"/>
    </p:custDataLst>
  </p:cSld>
  <p:clrMapOvr>
    <a:masterClrMapping/>
  </p:clrMapOvr>
  <p:transition spd="med"/>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3" name="直接连接符 2"/>
          <p:cNvCxnSpPr/>
          <p:nvPr>
            <p:custDataLst>
              <p:tags r:id="rId3"/>
            </p:custDataLst>
          </p:nvPr>
        </p:nvCxnSpPr>
        <p:spPr>
          <a:xfrm>
            <a:off x="457204" y="914407"/>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9"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sym typeface="微软雅黑" panose="020B0503020204020204" charset="-122"/>
              </a:rPr>
              <a:t>雪国列车，行囊藏着樱花梦</a:t>
            </a:r>
            <a:endParaRPr lang="zh-CN" dirty="0" err="1">
              <a:solidFill>
                <a:schemeClr val="dk1"/>
              </a:solidFill>
              <a:sym typeface="微软雅黑" panose="020B0503020204020204" charset="-122"/>
            </a:endParaRPr>
          </a:p>
        </p:txBody>
      </p:sp>
      <p:sp>
        <p:nvSpPr>
          <p:cNvPr id="11" name="Title 6"/>
          <p:cNvSpPr txBox="1"/>
          <p:nvPr>
            <p:custDataLst>
              <p:tags r:id="rId5"/>
            </p:custDataLst>
          </p:nvPr>
        </p:nvSpPr>
        <p:spPr>
          <a:xfrm>
            <a:off x="1585071" y="1837436"/>
            <a:ext cx="9021857" cy="4097528"/>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宿管大爷莫波基坐在老登旁边，脸色板得像块万年寒冰，双手交叉在胸前，眼神空洞地望着窗外飞逝的雪景，仿佛对周遭的一切都漠不关心。他穿着一件深蓝色的工装外套，袖口磨得发亮，口袋里露出半截烟盒，是北海道本地的七星烟，烟盒上印着札幌雪祭的图案。他的脖子上挂着一枚铜制的护身符，据说是年轻时在北海道当兵时，一位阿伊努族老人送的，能抵御风雪和灾祸。
突然，老登激动地拍了下他的肩膀，声音压得很低却难掩兴奋：“老莫你快看，这个变身特效！比雪祭的冰雕还惊艳，这配色、这光影，绝了！要是能在雪祭上堆一个这样的魔法少女雪雕，肯定能轰动全场！到时候咱们再给她加上狐狸式神的尾巴，保证独一无二！”莫波基先是不耐烦地瞪了他一眼，伸手拍掉他的手，眉头紧锁，像是在压抑着什么情绪，下一秒目光落在手机屏幕上，却不自觉地咧嘴大笑，声音沙哑得像砂纸摩擦：“确实好看！比你上次给我画的那个什么设计图强多了，上次那个丑得像雪地里的冻萝卜，还敢说是什么守护式神。”</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Tree>
    <p:custDataLst>
      <p:tags r:id="rId6"/>
    </p:custDataLst>
  </p:cSld>
  <p:clrMapOvr>
    <a:masterClrMapping/>
  </p:clrMapOvr>
  <p:transition spd="med"/>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3" name="直接连接符 2"/>
          <p:cNvCxnSpPr/>
          <p:nvPr>
            <p:custDataLst>
              <p:tags r:id="rId3"/>
            </p:custDataLst>
          </p:nvPr>
        </p:nvCxnSpPr>
        <p:spPr>
          <a:xfrm>
            <a:off x="457204" y="914407"/>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9"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sym typeface="微软雅黑" panose="020B0503020204020204" charset="-122"/>
              </a:rPr>
              <a:t>雪国列车，行囊藏着樱花梦</a:t>
            </a:r>
            <a:endParaRPr lang="zh-CN" dirty="0" err="1">
              <a:solidFill>
                <a:schemeClr val="dk1"/>
              </a:solidFill>
              <a:sym typeface="微软雅黑" panose="020B0503020204020204" charset="-122"/>
            </a:endParaRPr>
          </a:p>
        </p:txBody>
      </p:sp>
      <p:sp>
        <p:nvSpPr>
          <p:cNvPr id="11" name="Title 6"/>
          <p:cNvSpPr txBox="1"/>
          <p:nvPr>
            <p:custDataLst>
              <p:tags r:id="rId5"/>
            </p:custDataLst>
          </p:nvPr>
        </p:nvSpPr>
        <p:spPr>
          <a:xfrm>
            <a:off x="457155" y="1771634"/>
            <a:ext cx="11277678" cy="4229126"/>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两人凑在一起，头挨着头小声讨论起来，神情专注，与平时的模样判若两人。老登兴奋地比划着雪雕的造型，语速依旧拖沓，却难得地没有让人犯困：“咱们要先堆出底座，用压实的雪砖，这样才牢固，然后再做身体，裙摆要做得大一点，像绽放的樱花一样，魔法棒要用树枝裹上银粉，眼睛就用红色的纽扣……”莫波基则默默记在心里，手指无意识地在膝盖上勾勒着轮廓，时不时补充一句：“雪要选背阴处的，不容易化，还要准备点清水，洒在表面，冻硬了更耐用。”两人的互动自然又默契，像一对相伴多年的老友，藏着旁人不懂的情谊。
不远处，历史老师李莉正拿着手机刷着galagames的论坛，她有着少女般娇小的体型，穿着一件粉色的防寒服，衬得皮肤愈发白皙。她的眼神格外锐利，像鹰眼般扫视着屏幕上的内容，哪怕是论坛里细小的文字，也能一眼捕捉到关键信息。她的手指飞快地敲击着屏幕，回复着论坛里的帖子，讨论着最新的游戏剧情，还不忘收集雪国相关的素材，准备用到自己正在制作的galagames里。她的手机壳是定制的，上面印着自己游戏里的女主角，穿着和服站在雪地里，身边跟着一只狐狸式神。</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Tree>
    <p:custDataLst>
      <p:tags r:id="rId6"/>
    </p:custDataLst>
  </p:cSld>
  <p:clrMapOvr>
    <a:masterClrMapping/>
  </p:clrMapOvr>
  <p:transition spd="med"/>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3" name="直接连接符 2"/>
          <p:cNvCxnSpPr/>
          <p:nvPr>
            <p:custDataLst>
              <p:tags r:id="rId3"/>
            </p:custDataLst>
          </p:nvPr>
        </p:nvCxnSpPr>
        <p:spPr>
          <a:xfrm>
            <a:off x="457204" y="914407"/>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9"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sym typeface="微软雅黑" panose="020B0503020204020204" charset="-122"/>
              </a:rPr>
              <a:t>雪国列车，行囊藏着樱花梦</a:t>
            </a:r>
            <a:endParaRPr lang="zh-CN" dirty="0" err="1">
              <a:solidFill>
                <a:schemeClr val="dk1"/>
              </a:solidFill>
              <a:sym typeface="微软雅黑" panose="020B0503020204020204" charset="-122"/>
            </a:endParaRPr>
          </a:p>
        </p:txBody>
      </p:sp>
      <p:sp>
        <p:nvSpPr>
          <p:cNvPr id="11" name="Title 6"/>
          <p:cNvSpPr txBox="1"/>
          <p:nvPr>
            <p:custDataLst>
              <p:tags r:id="rId5"/>
            </p:custDataLst>
          </p:nvPr>
        </p:nvSpPr>
        <p:spPr>
          <a:xfrm>
            <a:off x="457155" y="1771634"/>
            <a:ext cx="11277678" cy="4229126"/>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李莉身边的化学老师张燕则拿着一个笔记本，上面详细记录着四眼和牢大近期的情况，字迹工整细致，还标注着不同颜色的记号——红色标注着两人的情绪波动，蓝色则是日常琐事，绿色是需要重点关注的细节。张燕穿着一件白色的羽绒服，气质温婉，像一朵盛开的白百合，眼神里带着几分担忧，时不时看向四眼和牢大，又抬头瞥了一眼萧秦，轻轻叹了口气。她从口袋里掏出两颗水果糖，是北海道特产的草莓糖，包装纸上印着樱花图案，悄悄放在两人的桌角，还不忘用手指敲了敲桌板，给他们一个温柔的眼神。
四眼的指尖在膝盖上悄悄蜷缩，掌心沁出了一点薄汗，目光不自觉地落在脚边的黑色背包上。背包最底层，用一块柔软的白色棉布小心翼翼地裹着一条淡粉色碎花裙，雪纺布料轻薄如云朵，摸起来顺滑无比，上面绣着一朵朵小小的浅粉色樱花，花瓣边缘还勾勒着细如发丝的银线，裙摆处藏着一圈精致的白色蕾丝花边，走动时会随着动作轻轻晃动。这条裙子是出发前一周，牢大拉着他在东京银座三越百货的女装区挑了整整一下午，试了七八条裙子才选中的。</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Tree>
    <p:custDataLst>
      <p:tags r:id="rId6"/>
    </p:custDataLst>
  </p:cSld>
  <p:clrMapOvr>
    <a:masterClrMapping/>
  </p:clrMapOvr>
  <p:transition spd="med"/>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3" name="直接连接符 2"/>
          <p:cNvCxnSpPr/>
          <p:nvPr>
            <p:custDataLst>
              <p:tags r:id="rId3"/>
            </p:custDataLst>
          </p:nvPr>
        </p:nvCxnSpPr>
        <p:spPr>
          <a:xfrm>
            <a:off x="457204" y="914407"/>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9"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sym typeface="微软雅黑" panose="020B0503020204020204" charset="-122"/>
              </a:rPr>
              <a:t>雪国列车，行囊藏着樱花梦</a:t>
            </a:r>
            <a:endParaRPr lang="zh-CN" dirty="0" err="1">
              <a:solidFill>
                <a:schemeClr val="dk1"/>
              </a:solidFill>
              <a:sym typeface="微软雅黑" panose="020B0503020204020204" charset="-122"/>
            </a:endParaRPr>
          </a:p>
        </p:txBody>
      </p:sp>
      <p:sp>
        <p:nvSpPr>
          <p:cNvPr id="11" name="Title 6"/>
          <p:cNvSpPr txBox="1"/>
          <p:nvPr>
            <p:custDataLst>
              <p:tags r:id="rId5"/>
            </p:custDataLst>
          </p:nvPr>
        </p:nvSpPr>
        <p:spPr>
          <a:xfrm>
            <a:off x="457155" y="1771634"/>
            <a:ext cx="11277678" cy="4229126"/>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当时日本店员穿着精致的和服，笑着用生硬的中文说：“これは桜の季節のお供え物のようです(这像是樱花季的赠品)，去年文化祭，很多穿振袖的姑娘都配这种纹样，穿起来像春日里的樱花精灵。”店员还特意帮牢大搭配了一条粉色的腰带，上面系着小小的狐狸挂件，与他口袋里的式神挂件相得益彰。四眼至今还记得，当时牢大穿上裙子的那一刻，眼睛里的光比春日富士山下的樱花海还要明亮，嘴角的笑容藏都藏不住，却又因为怕被别人看见而刻意压低声音，那种又喜又怯的模样，让他心疼不已，当即就决定一定要帮他守住这份小小心愿。
“四眼，你跟牢大在那儿嘀咕什么呢？上课不认真，出来研学也不专心。”萧秦的声音突然从斜后方传来，像一根细针戳破了车厢内的静谧。四眼猛地回神，心脏咯噔一下，连忙抬眼望去，只见萧秦捧着书本站起身，眉头拧成一个川字，眼神里满是审视，</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Tree>
    <p:custDataLst>
      <p:tags r:id="rId6"/>
    </p:custDataLst>
  </p:cSld>
  <p:clrMapOvr>
    <a:masterClrMapping/>
  </p:clrMapOvr>
  <p:transition spd="med"/>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3" name="直接连接符 2"/>
          <p:cNvCxnSpPr/>
          <p:nvPr>
            <p:custDataLst>
              <p:tags r:id="rId3"/>
            </p:custDataLst>
          </p:nvPr>
        </p:nvCxnSpPr>
        <p:spPr>
          <a:xfrm>
            <a:off x="457204" y="914407"/>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9"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sym typeface="微软雅黑" panose="020B0503020204020204" charset="-122"/>
              </a:rPr>
              <a:t>雪国列车，行囊藏着樱花梦</a:t>
            </a:r>
            <a:endParaRPr lang="zh-CN" dirty="0" err="1">
              <a:solidFill>
                <a:schemeClr val="dk1"/>
              </a:solidFill>
              <a:sym typeface="微软雅黑" panose="020B0503020204020204" charset="-122"/>
            </a:endParaRPr>
          </a:p>
        </p:txBody>
      </p:sp>
      <p:sp>
        <p:nvSpPr>
          <p:cNvPr id="11" name="Title 6"/>
          <p:cNvSpPr txBox="1"/>
          <p:nvPr>
            <p:custDataLst>
              <p:tags r:id="rId5"/>
            </p:custDataLst>
          </p:nvPr>
        </p:nvSpPr>
        <p:spPr>
          <a:xfrm>
            <a:off x="457155" y="1771634"/>
            <a:ext cx="11277678" cy="4229126"/>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像探照灯一样扫过两人交握的桌下手指。“没什么，萧老师，我们在说札幌雪祭的冰雕，想问问彼此最想看哪种造型。”他一边说着，一边飞快地拿起邻座同学放在桌上的文化祭画册晃了晃，画册上印着各式各样的雪雕图案，有式神、动漫角色、传统建筑，正好能印证他的话。同时，他悄悄抽回手，在桌下轻轻拍了拍牢大的手背，示意他镇定。
萧秦“哼”了一声，视线在牢大脸上停留了足足三秒，眼神里带着明显的不屑和审视，像在打量什么不入流的东西：“你们俩整天形影不离，跟口香糖似的粘在一起。在国外更要注意言行，别丢中国人的脸，某些不伦不类的习惯，可得收好了，免得让人笑话。连日本神社的式神都懂守本分，知道自己该做什么，不该做什么，你们倒好，一点规矩都没有。”她的声音越来越大，引得周围几位乘客频频侧目，其中一位穿着和服的日本老太太忍不住看了她一眼，眼神里带着几分不解，还轻轻摇了摇头。</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Tree>
    <p:custDataLst>
      <p:tags r:id="rId6"/>
    </p:custDataLst>
  </p:cSld>
  <p:clrMapOvr>
    <a:masterClrMapping/>
  </p:clrMapOvr>
  <p:transition spd="med"/>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3" name="直接连接符 2"/>
          <p:cNvCxnSpPr/>
          <p:nvPr>
            <p:custDataLst>
              <p:tags r:id="rId3"/>
            </p:custDataLst>
          </p:nvPr>
        </p:nvCxnSpPr>
        <p:spPr>
          <a:xfrm>
            <a:off x="457204" y="914407"/>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9"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sym typeface="微软雅黑" panose="020B0503020204020204" charset="-122"/>
              </a:rPr>
              <a:t>雪国列车，行囊藏着樱花梦</a:t>
            </a:r>
            <a:endParaRPr lang="zh-CN" dirty="0" err="1">
              <a:solidFill>
                <a:schemeClr val="dk1"/>
              </a:solidFill>
              <a:sym typeface="微软雅黑" panose="020B0503020204020204" charset="-122"/>
            </a:endParaRPr>
          </a:p>
        </p:txBody>
      </p:sp>
      <p:sp>
        <p:nvSpPr>
          <p:cNvPr id="11" name="Title 6"/>
          <p:cNvSpPr txBox="1"/>
          <p:nvPr>
            <p:custDataLst>
              <p:tags r:id="rId5"/>
            </p:custDataLst>
          </p:nvPr>
        </p:nvSpPr>
        <p:spPr>
          <a:xfrm>
            <a:off x="457155" y="1771634"/>
            <a:ext cx="11277678" cy="4229126"/>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恰在此时，牢大揉着惺忪的眼睛醒了过来，萧秦的话一字不落地钻进他的耳朵里，原本带着睡意的眼神瞬间黯淡下去，像被大雪浇灭的火苗。他悄悄往四眼身边挪了挪，肩膀轻轻挨着四眼的胳膊，桌下的手指小心翼翼地勾住四眼的手背，轻轻捏了一下，带着几分委屈和不安，指尖的凉意透过皮肤传到四眼心里。四眼心领神会，反手握住他微凉的手指，用眼神无声地示意“别怕，有我在”，同时抬眼看向萧秦，眼神里带着几分倔强，毫不退缩地与她对视。
这时，一直沉默的蓉儿突然轻轻咳了一声，抬眼看向萧秦，声音轻柔却带着不容置疑的坚定：“萧老师，孩子们出门在外互相照应是应该的。日本文化向来崇尚‘和’与包容，式神也有不同的形态和职责，就像《鼠氏物语》里的主角，虽出身平凡，却也能坚守本心，不该用单一的标准去约束别人。每个人都有自己的活法，尊重他人也是一种修养，更何况是对孩子。”她说话时，指尖轻轻敲击着桌上的《鼠氏物语》，书页被敲得微微颤动，眼神里带着几分悲悯，仿佛在为萧秦的偏执感到惋惜。</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Tree>
    <p:custDataLst>
      <p:tags r:id="rId6"/>
    </p:custDataLst>
  </p:cSld>
  <p:clrMapOvr>
    <a:masterClrMapping/>
  </p:clrMapOvr>
  <p:transition spd="med"/>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3" name="直接连接符 2"/>
          <p:cNvCxnSpPr/>
          <p:nvPr>
            <p:custDataLst>
              <p:tags r:id="rId3"/>
            </p:custDataLst>
          </p:nvPr>
        </p:nvCxnSpPr>
        <p:spPr>
          <a:xfrm>
            <a:off x="457204" y="914407"/>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9"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sym typeface="微软雅黑" panose="020B0503020204020204" charset="-122"/>
              </a:rPr>
              <a:t>雪国列车，行囊藏着樱花梦</a:t>
            </a:r>
            <a:endParaRPr lang="zh-CN" dirty="0" err="1">
              <a:solidFill>
                <a:schemeClr val="dk1"/>
              </a:solidFill>
              <a:sym typeface="微软雅黑" panose="020B0503020204020204" charset="-122"/>
            </a:endParaRPr>
          </a:p>
        </p:txBody>
      </p:sp>
      <p:sp>
        <p:nvSpPr>
          <p:cNvPr id="2" name="矩形 1"/>
          <p:cNvSpPr/>
          <p:nvPr>
            <p:custDataLst>
              <p:tags r:id="rId5"/>
            </p:custDataLst>
          </p:nvPr>
        </p:nvSpPr>
        <p:spPr>
          <a:xfrm>
            <a:off x="1626212" y="1496376"/>
            <a:ext cx="8915978" cy="4779137"/>
          </a:xfrm>
          <a:prstGeom prst="rect">
            <a:avLst/>
          </a:pr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solidFill>
                <a:schemeClr val="lt1"/>
              </a:solidFill>
              <a:latin typeface="微软雅黑" panose="020B0503020204020204" charset="-122"/>
              <a:ea typeface="微软雅黑" panose="020B0503020204020204" charset="-122"/>
              <a:cs typeface="+mn-ea"/>
              <a:sym typeface="+mn-lt"/>
            </a:endParaRPr>
          </a:p>
        </p:txBody>
      </p:sp>
      <p:cxnSp>
        <p:nvCxnSpPr>
          <p:cNvPr id="10" name="直接连接符 9"/>
          <p:cNvCxnSpPr/>
          <p:nvPr>
            <p:custDataLst>
              <p:tags r:id="rId6"/>
            </p:custDataLst>
          </p:nvPr>
        </p:nvCxnSpPr>
        <p:spPr>
          <a:xfrm>
            <a:off x="1772264" y="1218995"/>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custDataLst>
              <p:tags r:id="rId7"/>
            </p:custDataLst>
          </p:nvPr>
        </p:nvCxnSpPr>
        <p:spPr>
          <a:xfrm>
            <a:off x="1626210" y="1287787"/>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custDataLst>
              <p:tags r:id="rId8"/>
            </p:custDataLst>
          </p:nvPr>
        </p:nvCxnSpPr>
        <p:spPr>
          <a:xfrm>
            <a:off x="10166179" y="6085167"/>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custDataLst>
              <p:tags r:id="rId9"/>
            </p:custDataLst>
          </p:nvPr>
        </p:nvCxnSpPr>
        <p:spPr>
          <a:xfrm>
            <a:off x="10020125" y="6153960"/>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itle 6"/>
          <p:cNvSpPr txBox="1"/>
          <p:nvPr>
            <p:custDataLst>
              <p:tags r:id="rId10"/>
            </p:custDataLst>
          </p:nvPr>
        </p:nvSpPr>
        <p:spPr>
          <a:xfrm>
            <a:off x="1892883" y="1731304"/>
            <a:ext cx="8382634" cy="4309278"/>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四眼和牢大对视一眼，眼底满是惊讶——向来高冷寡言、不参与纷争的蓉儿，竟会主动为他们解围。萧秦被怼得一时语塞，张了张嘴，想说什么却又咽了回去，最终愤愤地坐回座位，翻书的动作重得像是在发泄不满，书页被她翻得“哗啦”作响。李梦这时慢悠悠地开口：“萧老师也是一片苦心，不过说话方式确实欠妥。毕竟在国外，还是要注意形象，别让人家觉得我们中国人不讲道理，尤其是在这种注重礼仪的国家。”她这话看似公允，实则暗指萧秦失态，萧秦气得脸色更沉，却碍于场合不便发作，只能狠狠瞪了她一眼。
张燕这时站起身，走到萧秦身边，递过一杯温水：“萧老师，喝点水顺顺气，孩子们还小，慢慢教导就好。北海道的水质偏软，喝着也舒服，能平复心情。”她的语气温婉，眼神却带着几分深意，仿佛在暗示什么。萧秦接过水杯，狠狠喝了一口，却没看她。李莉放下手机，笑着打圆场：“好了好了，都是为了孩子们，别伤了和气。</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Tree>
    <p:custDataLst>
      <p:tags r:id="rId11"/>
    </p:custDataLst>
  </p:cSld>
  <p:clrMapOvr>
    <a:masterClrMapping/>
  </p:clrMapOvr>
  <p:transition spd="med"/>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3" name="直接连接符 2"/>
          <p:cNvCxnSpPr/>
          <p:nvPr>
            <p:custDataLst>
              <p:tags r:id="rId3"/>
            </p:custDataLst>
          </p:nvPr>
        </p:nvCxnSpPr>
        <p:spPr>
          <a:xfrm>
            <a:off x="457204" y="914407"/>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9"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sym typeface="微软雅黑" panose="020B0503020204020204" charset="-122"/>
              </a:rPr>
              <a:t>雪国列车，行囊藏着樱花梦</a:t>
            </a:r>
            <a:endParaRPr lang="zh-CN" dirty="0" err="1">
              <a:solidFill>
                <a:schemeClr val="dk1"/>
              </a:solidFill>
              <a:sym typeface="微软雅黑" panose="020B0503020204020204" charset="-122"/>
            </a:endParaRPr>
          </a:p>
        </p:txBody>
      </p:sp>
      <p:sp>
        <p:nvSpPr>
          <p:cNvPr id="11" name="Title 6"/>
          <p:cNvSpPr txBox="1"/>
          <p:nvPr>
            <p:custDataLst>
              <p:tags r:id="rId5"/>
            </p:custDataLst>
          </p:nvPr>
        </p:nvSpPr>
        <p:spPr>
          <a:xfrm>
            <a:off x="2325028" y="2265033"/>
            <a:ext cx="7541942" cy="3242333"/>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我刚才刷论坛，看到有人说札幌雪祭有式神巡游，还有限定的周边，据说有雪童子造型的御守，特别灵验，咱们到时候一起去看看呗，说不定还能淘到好东西。”她的话成功转移了话题，萧秦的脸色才稍稍缓和了一些，目光里闪过一丝不易察觉的好奇，显然对“灵验”二字动了心。</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Tree>
    <p:custDataLst>
      <p:tags r:id="rId6"/>
    </p:custDataLst>
  </p:cSld>
  <p:clrMapOvr>
    <a:masterClrMapping/>
  </p:clrMapOvr>
  <p:transition spd="med"/>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ctrTitle"/>
            <p:custDataLst>
              <p:tags r:id="rId1"/>
            </p:custDataLst>
          </p:nvPr>
        </p:nvSpPr>
        <p:spPr/>
        <p:txBody>
          <a:bodyPr>
            <a:normAutofit fontScale="80000"/>
          </a:bodyPr>
          <a:lstStyle/>
          <a:p>
            <a:r>
              <a:rPr lang="zh-CN" altLang="en-US" sz="6625" dirty="0">
                <a:solidFill>
                  <a:schemeClr val="accent1"/>
                </a:solidFill>
                <a:sym typeface="Arial" panose="020B0604020202020204" pitchFamily="34" charset="0"/>
              </a:rPr>
              <a:t>第二章 札幌初雪，温泉旅馆</a:t>
            </a:r>
            <a:endParaRPr lang="zh-CN" altLang="en-US" sz="6625" dirty="0">
              <a:solidFill>
                <a:schemeClr val="accent1"/>
              </a:solidFill>
              <a:sym typeface="Arial" panose="020B0604020202020204" pitchFamily="34" charset="0"/>
            </a:endParaRPr>
          </a:p>
        </p:txBody>
      </p:sp>
      <p:sp>
        <p:nvSpPr>
          <p:cNvPr id="4" name="文本占位符 3"/>
          <p:cNvSpPr>
            <a:spLocks noGrp="1"/>
          </p:cNvSpPr>
          <p:nvPr>
            <p:ph type="body" sz="quarter" idx="13"/>
            <p:custDataLst>
              <p:tags r:id="rId2"/>
            </p:custDataLst>
          </p:nvPr>
        </p:nvSpPr>
        <p:spPr/>
        <p:txBody>
          <a:bodyPr/>
          <a:lstStyle/>
          <a:p>
            <a:endParaRPr lang="zh-CN" altLang="en-US" dirty="0">
              <a:solidFill>
                <a:schemeClr val="accent1"/>
              </a:solidFill>
              <a:sym typeface="Arial" panose="020B0604020202020204" pitchFamily="34" charset="0"/>
            </a:endParaRPr>
          </a:p>
          <a:p>
            <a:endParaRPr lang="zh-CN" altLang="en-US" dirty="0">
              <a:solidFill>
                <a:schemeClr val="accent1"/>
              </a:solidFill>
              <a:sym typeface="Arial" panose="020B0604020202020204" pitchFamily="34" charset="0"/>
            </a:endParaRPr>
          </a:p>
        </p:txBody>
      </p:sp>
    </p:spTree>
    <p:custDataLst>
      <p:tags r:id="rId3"/>
    </p:custData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3" name="直接连接符 2"/>
          <p:cNvCxnSpPr/>
          <p:nvPr>
            <p:custDataLst>
              <p:tags r:id="rId3"/>
            </p:custDataLst>
          </p:nvPr>
        </p:nvCxnSpPr>
        <p:spPr>
          <a:xfrm>
            <a:off x="457204" y="914407"/>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9"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sym typeface="微软雅黑" panose="020B0503020204020204" charset="-122"/>
              </a:rPr>
              <a:t>札幌初雪，温泉旅馆</a:t>
            </a:r>
            <a:endParaRPr lang="zh-CN" dirty="0" err="1">
              <a:solidFill>
                <a:schemeClr val="dk1"/>
              </a:solidFill>
              <a:sym typeface="微软雅黑" panose="020B0503020204020204" charset="-122"/>
            </a:endParaRPr>
          </a:p>
        </p:txBody>
      </p:sp>
      <p:sp>
        <p:nvSpPr>
          <p:cNvPr id="11" name="Title 6"/>
          <p:cNvSpPr txBox="1"/>
          <p:nvPr>
            <p:custDataLst>
              <p:tags r:id="rId5"/>
            </p:custDataLst>
          </p:nvPr>
        </p:nvSpPr>
        <p:spPr>
          <a:xfrm>
            <a:off x="457155" y="1771634"/>
            <a:ext cx="11277678" cy="4229126"/>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列车广播里传来甜美的日语播报：“札幌駅に到着しました，お客様はお荷物を忘れずにお持ちください。”（札幌站到了，请各位乘客带好随身行李。）车门缓缓打开，凛冽的寒风夹杂着细密的雪花瞬间涌进车厢，带着刺骨的寒意，众人忍不住打了个寒颤，纷纷裹紧了身上的衣服。站台上的雪见灯笼泛着暖黄色的光晕，在风雪中显得格外温馨，灯绳上系着的冰凌随着微风轻轻晃动，折射出细碎的光芒，像星星落在了人间。
几位穿和服的行人提着油纸伞慢慢走过，木屐踩在积雪上发出“嗒嗒”的清脆声响，伞沿滴落的雪水在地面积成小小的水洼，倒映着灯笼的影子，宛如一幅流动的浮世绘。其中一位老妇人穿着深蓝色的振袖，衣襟上绣着精致的松竹梅纹样，发髻上插着一支银色的樱花发簪，手里还提着一个竹编的小篮子，里面装着刚买的樱花糕，散发着淡淡的甜香。她看到队伍里的学生，还友好地笑了笑，说了一句“ようこそ（欢迎）”。</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Tree>
    <p:custDataLst>
      <p:tags r:id="rId6"/>
    </p:custDataLst>
  </p:cSld>
  <p:clrMapOvr>
    <a:masterClrMapping/>
  </p:clrMapOvr>
  <p:transition spd="med"/>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3" name="直接连接符 2"/>
          <p:cNvCxnSpPr/>
          <p:nvPr>
            <p:custDataLst>
              <p:tags r:id="rId3"/>
            </p:custDataLst>
          </p:nvPr>
        </p:nvCxnSpPr>
        <p:spPr>
          <a:xfrm>
            <a:off x="457204" y="914407"/>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9"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sym typeface="微软雅黑" panose="020B0503020204020204" charset="-122"/>
              </a:rPr>
              <a:t>札幌初雪，温泉旅馆</a:t>
            </a:r>
            <a:endParaRPr lang="zh-CN" dirty="0" err="1">
              <a:solidFill>
                <a:schemeClr val="dk1"/>
              </a:solidFill>
              <a:sym typeface="微软雅黑" panose="020B0503020204020204" charset="-122"/>
            </a:endParaRPr>
          </a:p>
        </p:txBody>
      </p:sp>
      <p:sp>
        <p:nvSpPr>
          <p:cNvPr id="11" name="Title 6"/>
          <p:cNvSpPr txBox="1"/>
          <p:nvPr>
            <p:custDataLst>
              <p:tags r:id="rId5"/>
            </p:custDataLst>
          </p:nvPr>
        </p:nvSpPr>
        <p:spPr>
          <a:xfrm>
            <a:off x="1585071" y="1837436"/>
            <a:ext cx="9021857" cy="4097528"/>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莫波基率先起身，板着脸走到车厢门口，回头喊道：“都跟上！别磨磨蹭蹭的，谁要是掉队了，自己想办法回旅馆！到时候别哭着找老师！”语气依旧严厉，却在看到老登拎着装满手办和魔法少女周边的行李箱，脚步踉跄差点摔倒时，快步上前默默抢过行李箱扛在肩上，脚步刻意放慢了几分，等着老登跟上来，还不忘叮嘱一句：“走路看着点脚下，雪天路滑，别摔着了。你这老骨头，摔一下可经不起折腾。”老登嘿嘿一笑，连忙跟上，小声说：“老莫，还是你靠谱，比那些年轻老师细心多了。”莫波基没说话，只是嘴角微微动了动，算是回应，耳根却悄悄泛红。
潘春站在队伍末尾，清点着人数，脸上依旧挂着和蔼的笑容，眼神却像雷达一样扫视着每个学生，生怕有遗漏。“都排好队，两人一组，互相照应，不准单独行动。”她顿了顿，开始分配任务：“李老师，你负责女生队伍，多留意她们的情绪，女生心思细，容易闹小矛盾；张老师，你负责男生队伍，尤其是四眼和牢大，多照看一下。有情况及时汇报，咱们保持电话畅通。”</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Tree>
    <p:custDataLst>
      <p:tags r:id="rId6"/>
    </p:custDataLst>
  </p:cSld>
  <p:clrMapOvr>
    <a:masterClrMapping/>
  </p:clrMapOvr>
  <p:transition spd="med"/>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3" name="直接连接符 2"/>
          <p:cNvCxnSpPr/>
          <p:nvPr>
            <p:custDataLst>
              <p:tags r:id="rId3"/>
            </p:custDataLst>
          </p:nvPr>
        </p:nvCxnSpPr>
        <p:spPr>
          <a:xfrm>
            <a:off x="457204" y="914407"/>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9"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sym typeface="微软雅黑" panose="020B0503020204020204" charset="-122"/>
              </a:rPr>
              <a:t>札幌初雪，温泉旅馆</a:t>
            </a:r>
            <a:endParaRPr lang="zh-CN" dirty="0" err="1">
              <a:solidFill>
                <a:schemeClr val="dk1"/>
              </a:solidFill>
              <a:sym typeface="微软雅黑" panose="020B0503020204020204" charset="-122"/>
            </a:endParaRPr>
          </a:p>
        </p:txBody>
      </p:sp>
      <p:sp>
        <p:nvSpPr>
          <p:cNvPr id="11" name="Title 6"/>
          <p:cNvSpPr txBox="1"/>
          <p:nvPr>
            <p:custDataLst>
              <p:tags r:id="rId5"/>
            </p:custDataLst>
          </p:nvPr>
        </p:nvSpPr>
        <p:spPr>
          <a:xfrm>
            <a:off x="457155" y="1771634"/>
            <a:ext cx="11277678" cy="4229126"/>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交代完分工，她又快步走到大巴车旁，仔细检查了车门的安全锁扣，还特意用日语和司机沟通：“雪天路滑，麻烦您开慢一点，安全第一，车内暖气也麻烦调足一些，孩子们怕冻。”司机是一位头发花白的日本老人，笑着点了点头，用生硬的中文说：“放心，我开了三十年车，北海道的雪路熟得很。”李梦闻言，微微皱眉，却还是点了点头：“知道了，潘老师。”她心里有些不满，觉得潘春故意把麻烦的男生队伍交给张燕，却把轻松的女生队伍留给自己，明摆着是看不起她这个海归，暗自嘀咕：“女生才麻烦，心思多又爱攀比，真不知道潘春怎么想的，还说我经验丰富，分明是给我找罪受。”
潘春似是察觉到她的情绪，走过来轻声说：“李老师，女生这边心思细但也容易敏感，你在国外待过，见识广，肯定能很好地引导她们，多帮着留意她们的情绪变化，有问题咱们随时沟通。”一番话既给了李梦台阶，也明确了重点，让李梦无从反驳，只能硬着头皮应下。她拢了拢身上的大衣，心里却依旧不服气，暗暗发誓要让潘春看看自己的能力。</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Tree>
    <p:custDataLst>
      <p:tags r:id="rId6"/>
    </p:custDataLst>
  </p:cSld>
  <p:clrMapOvr>
    <a:masterClrMapping/>
  </p:clrMapOvr>
  <p:transition spd="med"/>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3" name="直接连接符 2"/>
          <p:cNvCxnSpPr/>
          <p:nvPr>
            <p:custDataLst>
              <p:tags r:id="rId3"/>
            </p:custDataLst>
          </p:nvPr>
        </p:nvCxnSpPr>
        <p:spPr>
          <a:xfrm>
            <a:off x="457204" y="914407"/>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9"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sym typeface="微软雅黑" panose="020B0503020204020204" charset="-122"/>
              </a:rPr>
              <a:t>札幌初雪，温泉旅馆</a:t>
            </a:r>
            <a:endParaRPr lang="zh-CN" dirty="0" err="1">
              <a:solidFill>
                <a:schemeClr val="dk1"/>
              </a:solidFill>
              <a:sym typeface="微软雅黑" panose="020B0503020204020204" charset="-122"/>
            </a:endParaRPr>
          </a:p>
        </p:txBody>
      </p:sp>
      <p:sp>
        <p:nvSpPr>
          <p:cNvPr id="2" name="矩形 1"/>
          <p:cNvSpPr/>
          <p:nvPr>
            <p:custDataLst>
              <p:tags r:id="rId5"/>
            </p:custDataLst>
          </p:nvPr>
        </p:nvSpPr>
        <p:spPr>
          <a:xfrm>
            <a:off x="1626212" y="1496376"/>
            <a:ext cx="8915978" cy="4779137"/>
          </a:xfrm>
          <a:prstGeom prst="rect">
            <a:avLst/>
          </a:pr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solidFill>
                <a:schemeClr val="lt1"/>
              </a:solidFill>
              <a:latin typeface="微软雅黑" panose="020B0503020204020204" charset="-122"/>
              <a:ea typeface="微软雅黑" panose="020B0503020204020204" charset="-122"/>
              <a:cs typeface="+mn-ea"/>
              <a:sym typeface="+mn-lt"/>
            </a:endParaRPr>
          </a:p>
        </p:txBody>
      </p:sp>
      <p:cxnSp>
        <p:nvCxnSpPr>
          <p:cNvPr id="10" name="直接连接符 9"/>
          <p:cNvCxnSpPr/>
          <p:nvPr>
            <p:custDataLst>
              <p:tags r:id="rId6"/>
            </p:custDataLst>
          </p:nvPr>
        </p:nvCxnSpPr>
        <p:spPr>
          <a:xfrm>
            <a:off x="1772264" y="1218995"/>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custDataLst>
              <p:tags r:id="rId7"/>
            </p:custDataLst>
          </p:nvPr>
        </p:nvCxnSpPr>
        <p:spPr>
          <a:xfrm>
            <a:off x="1626210" y="1287787"/>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custDataLst>
              <p:tags r:id="rId8"/>
            </p:custDataLst>
          </p:nvPr>
        </p:nvCxnSpPr>
        <p:spPr>
          <a:xfrm>
            <a:off x="10166179" y="6085167"/>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custDataLst>
              <p:tags r:id="rId9"/>
            </p:custDataLst>
          </p:nvPr>
        </p:nvCxnSpPr>
        <p:spPr>
          <a:xfrm>
            <a:off x="10020125" y="6153960"/>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itle 6"/>
          <p:cNvSpPr txBox="1"/>
          <p:nvPr>
            <p:custDataLst>
              <p:tags r:id="rId10"/>
            </p:custDataLst>
          </p:nvPr>
        </p:nvSpPr>
        <p:spPr>
          <a:xfrm>
            <a:off x="1892883" y="1731304"/>
            <a:ext cx="8382634" cy="4309278"/>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众人乘坐大巴车前往温泉旅馆，车子行驶了半个多小时，终于抵达了位于札幌郊区小山坡上的“雪の宿”。这座温泉旅馆是典型的日式木质建筑，采用的是北海道传统的“校仓造”结构，屋顶和屋檐上都堆着厚厚的积雪，像盖了一层白色的棉被，门口挂着两盏红色的雪见灯笼，灯绳上系着几串干燥的薰衣草和松果，散发着淡淡的清香。
门楣上“雪の宿”的木质牌匾已经有些陈旧，边缘刻着精致的樱花纹样，右下角还有一个小小的狐狸式神雕刻，磨损得有些模糊，却依旧能看出当年的匠心。墙角摆放着两尊小石灯笼，灯身上积着薄薄的雪花，透着古朴的韵味，石灯笼旁还立着一块石碑，刻着“昭和二十年建(1945)”的字样，碑前摆着新鲜的清水和樱花糕，显然是刚有人祭拜过，这是日本传统的“先祖供养”习俗，以此缅怀先辈。</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Tree>
    <p:custDataLst>
      <p:tags r:id="rId11"/>
    </p:custDataLst>
  </p:cSld>
  <p:clrMapOvr>
    <a:masterClrMapping/>
  </p:clrMapOvr>
  <p:transition spd="med"/>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3" name="直接连接符 2"/>
          <p:cNvCxnSpPr/>
          <p:nvPr>
            <p:custDataLst>
              <p:tags r:id="rId3"/>
            </p:custDataLst>
          </p:nvPr>
        </p:nvCxnSpPr>
        <p:spPr>
          <a:xfrm>
            <a:off x="457204" y="914407"/>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9"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sym typeface="微软雅黑" panose="020B0503020204020204" charset="-122"/>
              </a:rPr>
              <a:t>札幌初雪，温泉旅馆</a:t>
            </a:r>
            <a:endParaRPr lang="zh-CN" dirty="0" err="1">
              <a:solidFill>
                <a:schemeClr val="dk1"/>
              </a:solidFill>
              <a:sym typeface="微软雅黑" panose="020B0503020204020204" charset="-122"/>
            </a:endParaRPr>
          </a:p>
        </p:txBody>
      </p:sp>
      <p:sp>
        <p:nvSpPr>
          <p:cNvPr id="2" name="矩形 1"/>
          <p:cNvSpPr/>
          <p:nvPr>
            <p:custDataLst>
              <p:tags r:id="rId5"/>
            </p:custDataLst>
          </p:nvPr>
        </p:nvSpPr>
        <p:spPr>
          <a:xfrm>
            <a:off x="1626212" y="1496376"/>
            <a:ext cx="8915978" cy="4779137"/>
          </a:xfrm>
          <a:prstGeom prst="rect">
            <a:avLst/>
          </a:pr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solidFill>
                <a:schemeClr val="lt1"/>
              </a:solidFill>
              <a:latin typeface="微软雅黑" panose="020B0503020204020204" charset="-122"/>
              <a:ea typeface="微软雅黑" panose="020B0503020204020204" charset="-122"/>
              <a:cs typeface="+mn-ea"/>
              <a:sym typeface="+mn-lt"/>
            </a:endParaRPr>
          </a:p>
        </p:txBody>
      </p:sp>
      <p:cxnSp>
        <p:nvCxnSpPr>
          <p:cNvPr id="10" name="直接连接符 9"/>
          <p:cNvCxnSpPr/>
          <p:nvPr>
            <p:custDataLst>
              <p:tags r:id="rId6"/>
            </p:custDataLst>
          </p:nvPr>
        </p:nvCxnSpPr>
        <p:spPr>
          <a:xfrm>
            <a:off x="1772264" y="1218995"/>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custDataLst>
              <p:tags r:id="rId7"/>
            </p:custDataLst>
          </p:nvPr>
        </p:nvCxnSpPr>
        <p:spPr>
          <a:xfrm>
            <a:off x="1626210" y="1287787"/>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custDataLst>
              <p:tags r:id="rId8"/>
            </p:custDataLst>
          </p:nvPr>
        </p:nvCxnSpPr>
        <p:spPr>
          <a:xfrm>
            <a:off x="10166179" y="6085167"/>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custDataLst>
              <p:tags r:id="rId9"/>
            </p:custDataLst>
          </p:nvPr>
        </p:nvCxnSpPr>
        <p:spPr>
          <a:xfrm>
            <a:off x="10020125" y="6153960"/>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itle 6"/>
          <p:cNvSpPr txBox="1"/>
          <p:nvPr>
            <p:custDataLst>
              <p:tags r:id="rId10"/>
            </p:custDataLst>
          </p:nvPr>
        </p:nvSpPr>
        <p:spPr>
          <a:xfrm>
            <a:off x="1892883" y="1731304"/>
            <a:ext cx="8382634" cy="4309278"/>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走进大堂，一股浓郁的木质香气夹杂着淡淡的温泉硫磺味扑面而来，脚下的榻榻米铺着素雅的蓝色坐垫，踩上去软软的，发出轻微的“咯吱”声，那是岁月沉淀的声音。墙角的花瓶里插着几枝干枯的芦苇和山茶花，姿态苍劲，旁边还放着一个小小的神龛，供奉着雪式神的雕像，神龛前摆着新鲜的樱花糕和一杯清水，香炉里燃着淡淡的线香，香气萦绕，让人内心平静。
墙上挂着一幅描绘札幌雪祭的浮世绘，画面上的人们穿着厚厚的冬衣，围着雪雕欢笑，透着浓浓的侘寂美学韵味。浮世绘下方的木架上，摆放着各种日式小摆件，有陶瓷招财猫、狐狸式神挂件、樱花形状的香盒等，每一件都透着精致。其中一个狐狸式神摆件，眼睛是用红色琉璃镶嵌的，与牢大口袋里的挂件极为相似，看得牢大忍不住停下了脚步。</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Tree>
    <p:custDataLst>
      <p:tags r:id="rId11"/>
    </p:custDataLst>
  </p:cSld>
  <p:clrMapOvr>
    <a:masterClrMapping/>
  </p:clrMapOvr>
  <p:transition spd="med"/>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3" name="直接连接符 2"/>
          <p:cNvCxnSpPr/>
          <p:nvPr>
            <p:custDataLst>
              <p:tags r:id="rId3"/>
            </p:custDataLst>
          </p:nvPr>
        </p:nvCxnSpPr>
        <p:spPr>
          <a:xfrm>
            <a:off x="457204" y="914407"/>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9"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sym typeface="微软雅黑" panose="020B0503020204020204" charset="-122"/>
              </a:rPr>
              <a:t>札幌初雪，温泉旅馆</a:t>
            </a:r>
            <a:endParaRPr lang="zh-CN" dirty="0" err="1">
              <a:solidFill>
                <a:schemeClr val="dk1"/>
              </a:solidFill>
              <a:sym typeface="微软雅黑" panose="020B0503020204020204" charset="-122"/>
            </a:endParaRPr>
          </a:p>
        </p:txBody>
      </p:sp>
      <p:sp>
        <p:nvSpPr>
          <p:cNvPr id="11" name="Title 6"/>
          <p:cNvSpPr txBox="1"/>
          <p:nvPr>
            <p:custDataLst>
              <p:tags r:id="rId5"/>
            </p:custDataLst>
          </p:nvPr>
        </p:nvSpPr>
        <p:spPr>
          <a:xfrm>
            <a:off x="1585071" y="1837436"/>
            <a:ext cx="9021857" cy="4097528"/>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穿着天蓝色和服的女将笑意盈盈地走上前，发髻上插着一支银色的樱花发簪，腰间系着深红色的腰带，上面绣着金线樱花纹样。她手里端着一个托盘，上面放着几杯热抹茶，微微鞠躬道：“欢迎来到雪之宿，一路辛苦了。今晚的露天温泉景色绝佳，雪夜泡温泉更是别有一番风味，咱们的温泉是天然的弱碱性温泉，对皮肤和身体都很有好处。”
女将的中文说得还算流利，脸上始终带着温和的笑容，眼底却藏着一丝不易察觉的审视，目光在众人身上一一扫过：“附近有座古老的雪之神社，传说里面住着守护雪国的式神，很多游客都会去那里祈福，据说很灵验呢，尤其是祈求平安和缘分。明天正好是神社的小型祭典，还有简单的仪式，有兴趣的话可以去看看。”她说着，还递过来几张雪之神社的宣传单页，上面印着神社的照片和祭典流程，还有可爱的狐狸式神插画。</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Tree>
    <p:custDataLst>
      <p:tags r:id="rId6"/>
    </p:custDataLst>
  </p:cSld>
  <p:clrMapOvr>
    <a:masterClrMapping/>
  </p:clrMapOvr>
  <p:transition spd="med"/>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3" name="直接连接符 2"/>
          <p:cNvCxnSpPr/>
          <p:nvPr>
            <p:custDataLst>
              <p:tags r:id="rId3"/>
            </p:custDataLst>
          </p:nvPr>
        </p:nvCxnSpPr>
        <p:spPr>
          <a:xfrm>
            <a:off x="457204" y="914407"/>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9"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sym typeface="微软雅黑" panose="020B0503020204020204" charset="-122"/>
              </a:rPr>
              <a:t>札幌初雪，温泉旅馆</a:t>
            </a:r>
            <a:endParaRPr lang="zh-CN" dirty="0" err="1">
              <a:solidFill>
                <a:schemeClr val="dk1"/>
              </a:solidFill>
              <a:sym typeface="微软雅黑" panose="020B0503020204020204" charset="-122"/>
            </a:endParaRPr>
          </a:p>
        </p:txBody>
      </p:sp>
      <p:sp>
        <p:nvSpPr>
          <p:cNvPr id="11" name="Title 6"/>
          <p:cNvSpPr txBox="1"/>
          <p:nvPr>
            <p:custDataLst>
              <p:tags r:id="rId5"/>
            </p:custDataLst>
          </p:nvPr>
        </p:nvSpPr>
        <p:spPr>
          <a:xfrm>
            <a:off x="457155" y="1771634"/>
            <a:ext cx="11277678" cy="4229126"/>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萧秦立刻上前一步，站在前台旁，眼神像扫描仪般扫过在场的学生，语气严肃地叮嘱：“男生住三楼，女生住二楼，房间号都记清楚了，晚上十点后不准串门，更不准偷偷聚集。尤其是你们俩，”她伸手指了指四眼和牢大，眼神里满是警告，像淬了冰，“别想搞什么小动作，我会不定期查房，一旦发现违规，研学成绩直接记零分，还会通知你们家长，让你们在家人面前也抬不起头。”
她的话让气氛瞬间变得紧张，学生们都不敢出声，默默低头记着房间号。萧秦又补充道：“泡温泉也要守规矩，男女分浴，不准偷偷张望，更不准穿着衣服进去，丢了咱们的人可不行。还有，不准给日本人送礼，免得被他们看轻，觉得咱们巴结他们。”她的话里满是激进的想法，让旁边的女将都忍不住皱了皱眉，却还是保持着礼貌的微笑。</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Tree>
    <p:custDataLst>
      <p:tags r:id="rId6"/>
    </p:custDataLst>
  </p:cSld>
  <p:clrMapOvr>
    <a:masterClrMapping/>
  </p:clrMapOvr>
  <p:transition spd="med"/>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3" name="直接连接符 2"/>
          <p:cNvCxnSpPr/>
          <p:nvPr>
            <p:custDataLst>
              <p:tags r:id="rId3"/>
            </p:custDataLst>
          </p:nvPr>
        </p:nvCxnSpPr>
        <p:spPr>
          <a:xfrm>
            <a:off x="457204" y="914407"/>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9"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sym typeface="微软雅黑" panose="020B0503020204020204" charset="-122"/>
              </a:rPr>
              <a:t>札幌初雪，温泉旅馆</a:t>
            </a:r>
            <a:endParaRPr lang="zh-CN" dirty="0" err="1">
              <a:solidFill>
                <a:schemeClr val="dk1"/>
              </a:solidFill>
              <a:sym typeface="微软雅黑" panose="020B0503020204020204" charset="-122"/>
            </a:endParaRPr>
          </a:p>
        </p:txBody>
      </p:sp>
      <p:sp>
        <p:nvSpPr>
          <p:cNvPr id="11" name="Title 6"/>
          <p:cNvSpPr txBox="1"/>
          <p:nvPr>
            <p:custDataLst>
              <p:tags r:id="rId5"/>
            </p:custDataLst>
          </p:nvPr>
        </p:nvSpPr>
        <p:spPr>
          <a:xfrm>
            <a:off x="457155" y="1771634"/>
            <a:ext cx="11277678" cy="4229126"/>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四眼和牢大被分在三楼的同一间房，房间不大却格外温馨，铺着浅色的木地板，踩上去发出轻微的“咯吱”声。两张蒲团床靠墙摆放，床上铺着柔软的白色被褥，是用北海道特产的棉花填充的，温暖又透气，枕边放着绣着樱花图案的枕套，触感细腻。窗边的书桌上放着一个日式香炉，里面燃着淡淡的檀香，香气萦绕在房间里，让人身心舒缓。
窗外是皑皑白雪覆盖的庭院，几株修剪整齐的松树顶着积雪，呈现出日式园林特有的禅意，远处的露天温泉池冒着袅袅热气，与飘落的雪花交织在一起，形成一幅朦胧的水墨画，宛如仙境。墙上的浮世绘旁贴着一张从雪之神社求来的祈福签，上面用日文写着“平安顺遂”四个大字，字迹娟秀，与蓉儿书签上的字迹有几分相似，签纸边缘还带着淡淡的香火味，显然是刚求不久。</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Tree>
    <p:custDataLst>
      <p:tags r:id="rId6"/>
    </p:custDataLst>
  </p:cSld>
  <p:clrMapOvr>
    <a:masterClrMapping/>
  </p:clrMapOvr>
  <p:transition spd="med"/>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3" name="直接连接符 2"/>
          <p:cNvCxnSpPr/>
          <p:nvPr>
            <p:custDataLst>
              <p:tags r:id="rId3"/>
            </p:custDataLst>
          </p:nvPr>
        </p:nvCxnSpPr>
        <p:spPr>
          <a:xfrm>
            <a:off x="457204" y="914407"/>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9"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sym typeface="微软雅黑" panose="020B0503020204020204" charset="-122"/>
              </a:rPr>
              <a:t>札幌初雪，温泉旅馆</a:t>
            </a:r>
            <a:endParaRPr lang="zh-CN" dirty="0" err="1">
              <a:solidFill>
                <a:schemeClr val="dk1"/>
              </a:solidFill>
              <a:sym typeface="微软雅黑" panose="020B0503020204020204" charset="-122"/>
            </a:endParaRPr>
          </a:p>
        </p:txBody>
      </p:sp>
      <p:sp>
        <p:nvSpPr>
          <p:cNvPr id="11" name="Title 6"/>
          <p:cNvSpPr txBox="1"/>
          <p:nvPr>
            <p:custDataLst>
              <p:tags r:id="rId5"/>
            </p:custDataLst>
          </p:nvPr>
        </p:nvSpPr>
        <p:spPr>
          <a:xfrm>
            <a:off x="457155" y="1771634"/>
            <a:ext cx="11277678" cy="4229126"/>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两人刚放下行李，门外就传来了沉重的脚步声，紧接着敲门声响起，“咚咚咚”三下，力道十足，像是在砸门。四眼上前开门，只见莫波基站在门口，依旧是那副冷冰冰的模样，目光在房间里扫了一圈，像在检查什么违禁品：“泡温泉要守规矩，先在房间里淋浴洗净身体才能进池，不准在池里喧哗打闹，也不准随便触碰池边的岩石，那些都是神社的供奉之物，丢了咱们的人可不行。”
说完，他突然咧嘴大笑起来，露出一口不算整齐的牙齿，笑容有些神经质：“不过说真的，这外面的雪景真好看，等会儿泡完温泉，咱们可以堆个式神雪雕，肯定比雪祭上的还气派！我小时候在东北，堆雪雕可是一把好手，到时候给你们露一手，堆个雪童子，再加上狐狸尾巴，保证独一无二。”不等两人反应过来，他就转身大步流星地走了，留下一串沉重的脚步声，走到隔壁房间时，还特意停顿了一下，侧耳听了听里面的动静，显然是在留意老登的情况。</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Tree>
    <p:custDataLst>
      <p:tags r:id="rId6"/>
    </p:custDataLst>
  </p:cSld>
  <p:clrMapOvr>
    <a:masterClrMapping/>
  </p:clrMapOvr>
  <p:transition spd="med"/>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3" name="直接连接符 2"/>
          <p:cNvCxnSpPr/>
          <p:nvPr>
            <p:custDataLst>
              <p:tags r:id="rId3"/>
            </p:custDataLst>
          </p:nvPr>
        </p:nvCxnSpPr>
        <p:spPr>
          <a:xfrm>
            <a:off x="457204" y="914407"/>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9"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sym typeface="微软雅黑" panose="020B0503020204020204" charset="-122"/>
              </a:rPr>
              <a:t>札幌初雪，温泉旅馆</a:t>
            </a:r>
            <a:endParaRPr lang="zh-CN" dirty="0" err="1">
              <a:solidFill>
                <a:schemeClr val="dk1"/>
              </a:solidFill>
              <a:sym typeface="微软雅黑" panose="020B0503020204020204" charset="-122"/>
            </a:endParaRPr>
          </a:p>
        </p:txBody>
      </p:sp>
      <p:sp>
        <p:nvSpPr>
          <p:cNvPr id="2" name="矩形 1"/>
          <p:cNvSpPr/>
          <p:nvPr>
            <p:custDataLst>
              <p:tags r:id="rId5"/>
            </p:custDataLst>
          </p:nvPr>
        </p:nvSpPr>
        <p:spPr>
          <a:xfrm>
            <a:off x="1626212" y="1496376"/>
            <a:ext cx="8915978" cy="4779137"/>
          </a:xfrm>
          <a:prstGeom prst="rect">
            <a:avLst/>
          </a:pr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solidFill>
                <a:schemeClr val="lt1"/>
              </a:solidFill>
              <a:latin typeface="微软雅黑" panose="020B0503020204020204" charset="-122"/>
              <a:ea typeface="微软雅黑" panose="020B0503020204020204" charset="-122"/>
              <a:cs typeface="+mn-ea"/>
              <a:sym typeface="+mn-lt"/>
            </a:endParaRPr>
          </a:p>
        </p:txBody>
      </p:sp>
      <p:cxnSp>
        <p:nvCxnSpPr>
          <p:cNvPr id="10" name="直接连接符 9"/>
          <p:cNvCxnSpPr/>
          <p:nvPr>
            <p:custDataLst>
              <p:tags r:id="rId6"/>
            </p:custDataLst>
          </p:nvPr>
        </p:nvCxnSpPr>
        <p:spPr>
          <a:xfrm>
            <a:off x="1772264" y="1218995"/>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custDataLst>
              <p:tags r:id="rId7"/>
            </p:custDataLst>
          </p:nvPr>
        </p:nvCxnSpPr>
        <p:spPr>
          <a:xfrm>
            <a:off x="1626210" y="1287787"/>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custDataLst>
              <p:tags r:id="rId8"/>
            </p:custDataLst>
          </p:nvPr>
        </p:nvCxnSpPr>
        <p:spPr>
          <a:xfrm>
            <a:off x="10166179" y="6085167"/>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custDataLst>
              <p:tags r:id="rId9"/>
            </p:custDataLst>
          </p:nvPr>
        </p:nvCxnSpPr>
        <p:spPr>
          <a:xfrm>
            <a:off x="10020125" y="6153960"/>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itle 6"/>
          <p:cNvSpPr txBox="1"/>
          <p:nvPr>
            <p:custDataLst>
              <p:tags r:id="rId10"/>
            </p:custDataLst>
          </p:nvPr>
        </p:nvSpPr>
        <p:spPr>
          <a:xfrm>
            <a:off x="1892883" y="1731304"/>
            <a:ext cx="8382634" cy="4309278"/>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莫波基刚走没多久，敲门声再次响起，这次的声音轻柔了许多，像羽毛轻轻敲击门板。四眼打开门，化学老师张燕站在门口，她穿着一件白色的羽绒服，脸上带着温柔的笑容，手里拿着一个小药箱：“四眼，牢大，你们俩要是有什么不舒服，或者遇到什么麻烦，随时来找我，我住隔壁房间，房号305。”她的眼神在两人身上停留了片刻，带着几分了然的温和，又快速扫过房间内部，像是在确认什么，看到房间整洁，两人神色正常，才稍稍放心。
张燕性格温和，心思细腻，早就察觉到了四眼和牢大之间不一样的情谊，也知道萧秦一直针对他们，向来比旁人多了几分包容。她打开药箱，拿出几包感冒药、创可贴和一小瓶马油递给四眼：“这边天气冷，容易感冒，创可贴也备着点，万一不小心滑倒擦伤了能用得上，这马油是北海道特产，纯度很高，对付冻伤很管用，晚上睡觉前可以涂一点在手上和脸上。”</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Tree>
    <p:custDataLst>
      <p:tags r:id="rId11"/>
    </p:custDataLst>
  </p:cSld>
  <p:clrMapOvr>
    <a:masterClrMapping/>
  </p:clrMapOvr>
  <p:transition spd="med"/>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3" name="直接连接符 2"/>
          <p:cNvCxnSpPr/>
          <p:nvPr>
            <p:custDataLst>
              <p:tags r:id="rId3"/>
            </p:custDataLst>
          </p:nvPr>
        </p:nvCxnSpPr>
        <p:spPr>
          <a:xfrm>
            <a:off x="457204" y="914407"/>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9"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sym typeface="微软雅黑" panose="020B0503020204020204" charset="-122"/>
              </a:rPr>
              <a:t>札幌初雪，温泉旅馆</a:t>
            </a:r>
            <a:endParaRPr lang="zh-CN" dirty="0" err="1">
              <a:solidFill>
                <a:schemeClr val="dk1"/>
              </a:solidFill>
              <a:sym typeface="微软雅黑" panose="020B0503020204020204" charset="-122"/>
            </a:endParaRPr>
          </a:p>
        </p:txBody>
      </p:sp>
      <p:sp>
        <p:nvSpPr>
          <p:cNvPr id="2" name="矩形 1"/>
          <p:cNvSpPr/>
          <p:nvPr>
            <p:custDataLst>
              <p:tags r:id="rId5"/>
            </p:custDataLst>
          </p:nvPr>
        </p:nvSpPr>
        <p:spPr>
          <a:xfrm>
            <a:off x="1626212" y="1496376"/>
            <a:ext cx="8915978" cy="4779137"/>
          </a:xfrm>
          <a:prstGeom prst="rect">
            <a:avLst/>
          </a:pr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solidFill>
                <a:schemeClr val="lt1"/>
              </a:solidFill>
              <a:latin typeface="微软雅黑" panose="020B0503020204020204" charset="-122"/>
              <a:ea typeface="微软雅黑" panose="020B0503020204020204" charset="-122"/>
              <a:cs typeface="+mn-ea"/>
              <a:sym typeface="+mn-lt"/>
            </a:endParaRPr>
          </a:p>
        </p:txBody>
      </p:sp>
      <p:cxnSp>
        <p:nvCxnSpPr>
          <p:cNvPr id="10" name="直接连接符 9"/>
          <p:cNvCxnSpPr/>
          <p:nvPr>
            <p:custDataLst>
              <p:tags r:id="rId6"/>
            </p:custDataLst>
          </p:nvPr>
        </p:nvCxnSpPr>
        <p:spPr>
          <a:xfrm>
            <a:off x="1772264" y="1218995"/>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custDataLst>
              <p:tags r:id="rId7"/>
            </p:custDataLst>
          </p:nvPr>
        </p:nvCxnSpPr>
        <p:spPr>
          <a:xfrm>
            <a:off x="1626210" y="1287787"/>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custDataLst>
              <p:tags r:id="rId8"/>
            </p:custDataLst>
          </p:nvPr>
        </p:nvCxnSpPr>
        <p:spPr>
          <a:xfrm>
            <a:off x="10166179" y="6085167"/>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custDataLst>
              <p:tags r:id="rId9"/>
            </p:custDataLst>
          </p:nvPr>
        </p:nvCxnSpPr>
        <p:spPr>
          <a:xfrm>
            <a:off x="10020125" y="6153960"/>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itle 6"/>
          <p:cNvSpPr txBox="1"/>
          <p:nvPr>
            <p:custDataLst>
              <p:tags r:id="rId10"/>
            </p:custDataLst>
          </p:nvPr>
        </p:nvSpPr>
        <p:spPr>
          <a:xfrm>
            <a:off x="1892883" y="1731304"/>
            <a:ext cx="8382634" cy="4309278"/>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她顿了顿，压低声音补充道：“萧老师对你们俩有些偏见，你们多注意点，尽量别单独和她起冲突，有什么事可以找我或者蓉儿老师帮忙。蓉儿老师看着高冷，其实心很软，尤其是对有才华、心思细腻的孩子，她很欣赏。”叮嘱完才转身离开，走的时候还特意看了看走廊两端，确认没人后才轻轻带上房门，生怕被萧秦看到她私下关照两人，给他们带来不必要的麻烦。
张燕刚走，又有人敲响了房门，这次的敲门声很轻，带着几分迟疑。四眼以为是莫波基又回来了，打开门却看到蓉儿站在门口，手里拿着那本《鼠氏物语》，脸上依旧是那副高冷的模样，眼神却柔和了一些：“我住你们斜对面，308房，刚才听张老师说你们在，过来看看。”她走进房间，目光落在书桌上的祈福签上，眼神闪了闪，从口袋里掏出一枚樱花书签，递给牢大：“这个给你，看书的时候能用得上，也算是个小礼物。”</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Tree>
    <p:custDataLst>
      <p:tags r:id="rId11"/>
    </p:custDataLst>
  </p:cSld>
  <p:clrMapOvr>
    <a:masterClrMapping/>
  </p:clrMapOvr>
  <p:transition spd="med"/>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3" name="直接连接符 2"/>
          <p:cNvCxnSpPr/>
          <p:nvPr>
            <p:custDataLst>
              <p:tags r:id="rId3"/>
            </p:custDataLst>
          </p:nvPr>
        </p:nvCxnSpPr>
        <p:spPr>
          <a:xfrm>
            <a:off x="457204" y="914407"/>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9"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sym typeface="微软雅黑" panose="020B0503020204020204" charset="-122"/>
              </a:rPr>
              <a:t>札幌初雪，温泉旅馆</a:t>
            </a:r>
            <a:endParaRPr lang="zh-CN" dirty="0" err="1">
              <a:solidFill>
                <a:schemeClr val="dk1"/>
              </a:solidFill>
              <a:sym typeface="微软雅黑" panose="020B0503020204020204" charset="-122"/>
            </a:endParaRPr>
          </a:p>
        </p:txBody>
      </p:sp>
      <p:sp>
        <p:nvSpPr>
          <p:cNvPr id="11" name="Title 6"/>
          <p:cNvSpPr txBox="1"/>
          <p:nvPr>
            <p:custDataLst>
              <p:tags r:id="rId5"/>
            </p:custDataLst>
          </p:nvPr>
        </p:nvSpPr>
        <p:spPr>
          <a:xfrm>
            <a:off x="457155" y="1771634"/>
            <a:ext cx="11277678" cy="4229126"/>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书签和她自己用的那枚很像，只是纹样更精致一些，是用和纸压制后，再用金线绣出樱花图案，背面刻着“守心”两个日文小字，字体娟秀。蓉儿环顾了一下房间，目光落在窗外的雪景上，轻声说：“这里的雪，和我十年前第一次来北海道时看到的一样，纯净又安静。那时候我也像你们这么大，心里藏着很多小心思，不敢让人知道，总觉得自己和别人不一样，像雪地里的孤梅，独自绽放。”
她顿了顿，转头看向两人，眼神里带着几分深意：“有些心意，就像这雪地里的嫩芽，虽然藏在下面，却总有破土而出的一天，不用急于一时，也不用怕被人看见。《鼠氏物语》里说，真正的强大，不是迎合别人，而是坚守自己的本心，就像雪之神社的式神，无论遇到什么困难，都会守护自己想守护的人。”说完，她便转身离开了，留下两人愣在原地，细细品味着她的话，心里泛起阵阵暖意。</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Tree>
    <p:custDataLst>
      <p:tags r:id="rId6"/>
    </p:custDataLst>
  </p:cSld>
  <p:clrMapOvr>
    <a:masterClrMapping/>
  </p:clrMapOvr>
  <p:transition spd="med"/>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3" name="直接连接符 2"/>
          <p:cNvCxnSpPr/>
          <p:nvPr>
            <p:custDataLst>
              <p:tags r:id="rId3"/>
            </p:custDataLst>
          </p:nvPr>
        </p:nvCxnSpPr>
        <p:spPr>
          <a:xfrm>
            <a:off x="457204" y="914407"/>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9"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sym typeface="微软雅黑" panose="020B0503020204020204" charset="-122"/>
              </a:rPr>
              <a:t>札幌初雪，温泉旅馆</a:t>
            </a:r>
            <a:endParaRPr lang="zh-CN" dirty="0" err="1">
              <a:solidFill>
                <a:schemeClr val="dk1"/>
              </a:solidFill>
              <a:sym typeface="微软雅黑" panose="020B0503020204020204" charset="-122"/>
            </a:endParaRPr>
          </a:p>
        </p:txBody>
      </p:sp>
      <p:sp>
        <p:nvSpPr>
          <p:cNvPr id="11" name="Title 6"/>
          <p:cNvSpPr txBox="1"/>
          <p:nvPr>
            <p:custDataLst>
              <p:tags r:id="rId5"/>
            </p:custDataLst>
          </p:nvPr>
        </p:nvSpPr>
        <p:spPr>
          <a:xfrm>
            <a:off x="457155" y="1771634"/>
            <a:ext cx="11277678" cy="4229126"/>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晚饭在旅馆的和式餐厅举行，众人围坐在铺着榻榻米的矮桌旁，桌上摆满了各式各样的北海道特色料理，琳琅满目。肥美的三文鱼刺身切得厚薄均匀，肉质鲜嫩，透着淡淡的粉色，旁边放着一小碟芥末和酱油，还有切成薄片的紫苏叶点缀，入口即化，鲜美的滋味在舌尖蔓延；热气腾腾的味增汤飘着浓郁的香气，里面放着鲜嫩的豆腐、海带和扇贝，汤底是用昆布和柴鱼花熬制的，鲜香味美，喝一口暖身又暖心。
外酥里嫩的天妇罗裹着薄薄的面衣，咬一口酥脆可口，还冒着热气，有虾、南瓜、茄子、芦笋等多种食材，搭配着特制的天汁，口感绝佳；还有用本地优质大米做的寿司，米饭软糯，搭配新鲜的海鲜，有三文鱼、金枪鱼、北极贝等，寿司上还点缀着小小的樱花渍和鱼籽，一口下去，满满的幸福感；另外还有一道特色菜——雪蟹火锅，用新鲜的雪蟹腿、白菜、豆腐等食材，放在昆布高汤里煮熟，味道鲜甜，暖身又美味。</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Tree>
    <p:custDataLst>
      <p:tags r:id="rId6"/>
    </p:custDataLst>
  </p:cSld>
  <p:clrMapOvr>
    <a:masterClrMapping/>
  </p:clrMapOvr>
  <p:transition spd="med"/>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3" name="直接连接符 2"/>
          <p:cNvCxnSpPr/>
          <p:nvPr>
            <p:custDataLst>
              <p:tags r:id="rId3"/>
            </p:custDataLst>
          </p:nvPr>
        </p:nvCxnSpPr>
        <p:spPr>
          <a:xfrm>
            <a:off x="457204" y="914407"/>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9"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sym typeface="微软雅黑" panose="020B0503020204020204" charset="-122"/>
              </a:rPr>
              <a:t>札幌初雪，温泉旅馆</a:t>
            </a:r>
            <a:endParaRPr lang="zh-CN" dirty="0" err="1">
              <a:solidFill>
                <a:schemeClr val="dk1"/>
              </a:solidFill>
              <a:sym typeface="微软雅黑" panose="020B0503020204020204" charset="-122"/>
            </a:endParaRPr>
          </a:p>
        </p:txBody>
      </p:sp>
      <p:sp>
        <p:nvSpPr>
          <p:cNvPr id="2" name="矩形 1"/>
          <p:cNvSpPr/>
          <p:nvPr>
            <p:custDataLst>
              <p:tags r:id="rId5"/>
            </p:custDataLst>
          </p:nvPr>
        </p:nvSpPr>
        <p:spPr>
          <a:xfrm>
            <a:off x="1626212" y="1496376"/>
            <a:ext cx="8915978" cy="4779137"/>
          </a:xfrm>
          <a:prstGeom prst="rect">
            <a:avLst/>
          </a:pr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solidFill>
                <a:schemeClr val="lt1"/>
              </a:solidFill>
              <a:latin typeface="微软雅黑" panose="020B0503020204020204" charset="-122"/>
              <a:ea typeface="微软雅黑" panose="020B0503020204020204" charset="-122"/>
              <a:cs typeface="+mn-ea"/>
              <a:sym typeface="+mn-lt"/>
            </a:endParaRPr>
          </a:p>
        </p:txBody>
      </p:sp>
      <p:cxnSp>
        <p:nvCxnSpPr>
          <p:cNvPr id="10" name="直接连接符 9"/>
          <p:cNvCxnSpPr/>
          <p:nvPr>
            <p:custDataLst>
              <p:tags r:id="rId6"/>
            </p:custDataLst>
          </p:nvPr>
        </p:nvCxnSpPr>
        <p:spPr>
          <a:xfrm>
            <a:off x="1772264" y="1218995"/>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custDataLst>
              <p:tags r:id="rId7"/>
            </p:custDataLst>
          </p:nvPr>
        </p:nvCxnSpPr>
        <p:spPr>
          <a:xfrm>
            <a:off x="1626210" y="1287787"/>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custDataLst>
              <p:tags r:id="rId8"/>
            </p:custDataLst>
          </p:nvPr>
        </p:nvCxnSpPr>
        <p:spPr>
          <a:xfrm>
            <a:off x="10166179" y="6085167"/>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custDataLst>
              <p:tags r:id="rId9"/>
            </p:custDataLst>
          </p:nvPr>
        </p:nvCxnSpPr>
        <p:spPr>
          <a:xfrm>
            <a:off x="10020125" y="6153960"/>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itle 6"/>
          <p:cNvSpPr txBox="1"/>
          <p:nvPr>
            <p:custDataLst>
              <p:tags r:id="rId10"/>
            </p:custDataLst>
          </p:nvPr>
        </p:nvSpPr>
        <p:spPr>
          <a:xfrm>
            <a:off x="1892883" y="1731304"/>
            <a:ext cx="8382634" cy="4309278"/>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女将端着一口冒着热气的砂锅走过来，笑着介绍：“这是雪国特有的きのこ鍋（蘑菇锅），用山林里的新鲜蘑菇和昆布高汤熬制而成，有松茸、牛肝菌、金针菇等多种蘑菇，都是今早刚采摘的，绝对新鲜。暖身又美味，各位请慢用。”她顿了顿，又说：“明天附近的小镇有小型雪祭，会有传统的日式舞蹈和雪雕展示，还有当地居民扮演的式神巡游，很热闹的，晚上还有放河灯的活动，祈求平安和好运。”
李梦用叉子轻轻戳着盘子里的寿司，皱着眉头说：“还是米其林餐厅的料理精致，这种家常味道太普通了，口感还差了点意思。而且这餐具，也不是什么知名品牌，用着实在不习惯，我在伦敦吃寿司，都是用骨瓷餐具的，上面还印着皇室徽章。”她的话引得萧秦冷哼一声：“崇洋媚外的东西，吃个饭还讲究这么多，能填饱肚子就行，搞这些花里胡哨的有什么用，简直是浪费粮食，忘记了艰苦奋斗的优良传统。”</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Tree>
    <p:custDataLst>
      <p:tags r:id="rId11"/>
    </p:custDataLst>
  </p:cSld>
  <p:clrMapOvr>
    <a:masterClrMapping/>
  </p:clrMapOvr>
  <p:transition spd="med"/>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3" name="直接连接符 2"/>
          <p:cNvCxnSpPr/>
          <p:nvPr>
            <p:custDataLst>
              <p:tags r:id="rId3"/>
            </p:custDataLst>
          </p:nvPr>
        </p:nvCxnSpPr>
        <p:spPr>
          <a:xfrm>
            <a:off x="457204" y="914407"/>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9"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sym typeface="微软雅黑" panose="020B0503020204020204" charset="-122"/>
              </a:rPr>
              <a:t>札幌初雪，温泉旅馆</a:t>
            </a:r>
            <a:endParaRPr lang="zh-CN" dirty="0" err="1">
              <a:solidFill>
                <a:schemeClr val="dk1"/>
              </a:solidFill>
              <a:sym typeface="微软雅黑" panose="020B0503020204020204" charset="-122"/>
            </a:endParaRPr>
          </a:p>
        </p:txBody>
      </p:sp>
      <p:sp>
        <p:nvSpPr>
          <p:cNvPr id="11" name="Title 6"/>
          <p:cNvSpPr txBox="1"/>
          <p:nvPr>
            <p:custDataLst>
              <p:tags r:id="rId5"/>
            </p:custDataLst>
          </p:nvPr>
        </p:nvSpPr>
        <p:spPr>
          <a:xfrm>
            <a:off x="1767022" y="1837436"/>
            <a:ext cx="8657955" cy="4097528"/>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李梦脸色一沉，正要反驳，潘春连忙打圆场：“各有各的特色，北海道的料理胜在新鲜，食材都是本地出产的，带着自然的气息，这也是一种文化体验嘛。”说着她夹了一块天妇罗放进李梦碗里，“尝尝这个，外酥里嫩，和咱们平时吃的不太一样，这面衣是用北海道的荞麦粉做的，口感更细腻。就当体验不同的饮食文化了，多了解一些，对教学也有帮助。”
又转向萧秦，递过一杯热抹茶：“萧老师，喝点茶暖暖胃，咱们出来研学，既要关注学生的学习，也要让大家放松心情，饮食上多些包容，也给学生做个榜样，让他们学会尊重不同的文化。”潘春的话不偏不倚，既安抚了两人的情绪，又点明了研学的意义，萧秦和李梦虽还有些不服气，却也不再争执，只是各自低头吃饭。</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Tree>
    <p:custDataLst>
      <p:tags r:id="rId6"/>
    </p:custDataLst>
  </p:cSld>
  <p:clrMapOvr>
    <a:masterClrMapping/>
  </p:clrMapOvr>
  <p:transition spd="med"/>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3" name="直接连接符 2"/>
          <p:cNvCxnSpPr/>
          <p:nvPr>
            <p:custDataLst>
              <p:tags r:id="rId3"/>
            </p:custDataLst>
          </p:nvPr>
        </p:nvCxnSpPr>
        <p:spPr>
          <a:xfrm>
            <a:off x="457204" y="914407"/>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9"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sym typeface="微软雅黑" panose="020B0503020204020204" charset="-122"/>
              </a:rPr>
              <a:t>札幌初雪，温泉旅馆</a:t>
            </a:r>
            <a:endParaRPr lang="zh-CN" dirty="0" err="1">
              <a:solidFill>
                <a:schemeClr val="dk1"/>
              </a:solidFill>
              <a:sym typeface="微软雅黑" panose="020B0503020204020204" charset="-122"/>
            </a:endParaRPr>
          </a:p>
        </p:txBody>
      </p:sp>
      <p:sp>
        <p:nvSpPr>
          <p:cNvPr id="2" name="矩形 1"/>
          <p:cNvSpPr/>
          <p:nvPr>
            <p:custDataLst>
              <p:tags r:id="rId5"/>
            </p:custDataLst>
          </p:nvPr>
        </p:nvSpPr>
        <p:spPr>
          <a:xfrm>
            <a:off x="1626212" y="1496376"/>
            <a:ext cx="8915978" cy="4779137"/>
          </a:xfrm>
          <a:prstGeom prst="rect">
            <a:avLst/>
          </a:pr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solidFill>
                <a:schemeClr val="lt1"/>
              </a:solidFill>
              <a:latin typeface="微软雅黑" panose="020B0503020204020204" charset="-122"/>
              <a:ea typeface="微软雅黑" panose="020B0503020204020204" charset="-122"/>
              <a:cs typeface="+mn-ea"/>
              <a:sym typeface="+mn-lt"/>
            </a:endParaRPr>
          </a:p>
        </p:txBody>
      </p:sp>
      <p:cxnSp>
        <p:nvCxnSpPr>
          <p:cNvPr id="10" name="直接连接符 9"/>
          <p:cNvCxnSpPr/>
          <p:nvPr>
            <p:custDataLst>
              <p:tags r:id="rId6"/>
            </p:custDataLst>
          </p:nvPr>
        </p:nvCxnSpPr>
        <p:spPr>
          <a:xfrm>
            <a:off x="1772264" y="1218995"/>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custDataLst>
              <p:tags r:id="rId7"/>
            </p:custDataLst>
          </p:nvPr>
        </p:nvCxnSpPr>
        <p:spPr>
          <a:xfrm>
            <a:off x="1626210" y="1287787"/>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custDataLst>
              <p:tags r:id="rId8"/>
            </p:custDataLst>
          </p:nvPr>
        </p:nvCxnSpPr>
        <p:spPr>
          <a:xfrm>
            <a:off x="10166179" y="6085167"/>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custDataLst>
              <p:tags r:id="rId9"/>
            </p:custDataLst>
          </p:nvPr>
        </p:nvCxnSpPr>
        <p:spPr>
          <a:xfrm>
            <a:off x="10020125" y="6153960"/>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itle 6"/>
          <p:cNvSpPr txBox="1"/>
          <p:nvPr>
            <p:custDataLst>
              <p:tags r:id="rId10"/>
            </p:custDataLst>
          </p:nvPr>
        </p:nvSpPr>
        <p:spPr>
          <a:xfrm>
            <a:off x="1892883" y="1731304"/>
            <a:ext cx="8382634" cy="4309278"/>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萧秦一边小口喝着味增汤，一边不忘叮嘱学生：“少吃点生冷的刺身和寿司，免得闹肚子影响研学，到时候给集体拖后腿。明天去雪祭，人肯定多，所有人都要紧跟队伍，不许擅自离队，更不许和陌生人随意交谈，尤其是那些穿着奇装异服扮演式神的，别被他们的外表迷惑了，说不定就是坏人伪装的。还有，不准买那些乱七八糟的周边，都是些资本主义的糖衣炮弹，腐蚀人的思想。”她的目光再次扫过四眼和牢大，带着警告，仿佛两人一定会做出什么出格的事情。
历史老师李莉眨着一双像鹰眼般明亮的眼睛，脸上带着兴奋的笑容，她虽年龄不小，却有着少女般娇小的体型，说话时带着几分娇俏：“我刚才听女将说，雪祭上还有式神巡游呢，据说都是当地的居民扮演的，服装和道具都很还原传统，有雪童子、狐狸式神、樱花妖等，到时候一定要拍些照片回去，说不定还能当作我新玩的galagames的背景素材。”</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Tree>
    <p:custDataLst>
      <p:tags r:id="rId11"/>
    </p:custDataLst>
  </p:cSld>
  <p:clrMapOvr>
    <a:masterClrMapping/>
  </p:clrMapOvr>
  <p:transition spd="med"/>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3" name="直接连接符 2"/>
          <p:cNvCxnSpPr/>
          <p:nvPr>
            <p:custDataLst>
              <p:tags r:id="rId3"/>
            </p:custDataLst>
          </p:nvPr>
        </p:nvCxnSpPr>
        <p:spPr>
          <a:xfrm>
            <a:off x="457204" y="914407"/>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9"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sym typeface="微软雅黑" panose="020B0503020204020204" charset="-122"/>
              </a:rPr>
              <a:t>札幌初雪，温泉旅馆</a:t>
            </a:r>
            <a:endParaRPr lang="zh-CN" dirty="0" err="1">
              <a:solidFill>
                <a:schemeClr val="dk1"/>
              </a:solidFill>
              <a:sym typeface="微软雅黑" panose="020B0503020204020204" charset="-122"/>
            </a:endParaRPr>
          </a:p>
        </p:txBody>
      </p:sp>
      <p:sp>
        <p:nvSpPr>
          <p:cNvPr id="11" name="Title 6"/>
          <p:cNvSpPr txBox="1"/>
          <p:nvPr>
            <p:custDataLst>
              <p:tags r:id="rId5"/>
            </p:custDataLst>
          </p:nvPr>
        </p:nvSpPr>
        <p:spPr>
          <a:xfrm>
            <a:off x="1585071" y="1837436"/>
            <a:ext cx="9021857" cy="4097528"/>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她越说越兴奋，眼睛里闪烁着期待的光芒，像个即将去游乐场的孩子：“我还想尝尝雪祭上的烤鱿鱼和鲷鱼烧，听说味道特别正宗，烤鱿鱼是用北海道特有的味增酱烤的，鲷鱼烧里面的红豆馅也是本地出产的，香甜软糯，都是手工熬制的。对了，还有樱花味的冰淇淋，虽然天气冷，但一定要尝尝，据说吃了能带来好运。”
老登这时兴奋地说：“我听说雪祭上还有魔法少女的周边摊位，有限量版的手办、海报和徽章，到时候我一定要去看看！老莫，你陪我一起去呗？咱们还可以堆一个魔法少女雪雕，肯定特别受欢迎，到时候让学生们也跟着热闹热闹。”莫波基板着脸，嘴上说着：“幼稚，多大年纪了还玩这些东西，一点都不稳重，像个没长大的孩子。”眼神里却带着几分宠溺：“行，陪你去看看，别到时候又迷路了，或者被人骗了，我可不管你。”众人看着两人的互动，都有些惊讶，没想到平时严肃的莫波基对老登这么纵容，俨然一副“口嫌体正直”的模样。</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Tree>
    <p:custDataLst>
      <p:tags r:id="rId6"/>
    </p:custDataLst>
  </p:cSld>
  <p:clrMapOvr>
    <a:masterClrMapping/>
  </p:clrMapOvr>
  <p:transition spd="med"/>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3" name="直接连接符 2"/>
          <p:cNvCxnSpPr/>
          <p:nvPr>
            <p:custDataLst>
              <p:tags r:id="rId3"/>
            </p:custDataLst>
          </p:nvPr>
        </p:nvCxnSpPr>
        <p:spPr>
          <a:xfrm>
            <a:off x="457204" y="914407"/>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9"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sym typeface="微软雅黑" panose="020B0503020204020204" charset="-122"/>
              </a:rPr>
              <a:t>札幌初雪，温泉旅馆</a:t>
            </a:r>
            <a:endParaRPr lang="zh-CN" dirty="0" err="1">
              <a:solidFill>
                <a:schemeClr val="dk1"/>
              </a:solidFill>
              <a:sym typeface="微软雅黑" panose="020B0503020204020204" charset="-122"/>
            </a:endParaRPr>
          </a:p>
        </p:txBody>
      </p:sp>
      <p:sp>
        <p:nvSpPr>
          <p:cNvPr id="2" name="矩形 1"/>
          <p:cNvSpPr/>
          <p:nvPr>
            <p:custDataLst>
              <p:tags r:id="rId5"/>
            </p:custDataLst>
          </p:nvPr>
        </p:nvSpPr>
        <p:spPr>
          <a:xfrm>
            <a:off x="1626212" y="1496376"/>
            <a:ext cx="8915978" cy="4779137"/>
          </a:xfrm>
          <a:prstGeom prst="rect">
            <a:avLst/>
          </a:pr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solidFill>
                <a:schemeClr val="lt1"/>
              </a:solidFill>
              <a:latin typeface="微软雅黑" panose="020B0503020204020204" charset="-122"/>
              <a:ea typeface="微软雅黑" panose="020B0503020204020204" charset="-122"/>
              <a:cs typeface="+mn-ea"/>
              <a:sym typeface="+mn-lt"/>
            </a:endParaRPr>
          </a:p>
        </p:txBody>
      </p:sp>
      <p:cxnSp>
        <p:nvCxnSpPr>
          <p:cNvPr id="10" name="直接连接符 9"/>
          <p:cNvCxnSpPr/>
          <p:nvPr>
            <p:custDataLst>
              <p:tags r:id="rId6"/>
            </p:custDataLst>
          </p:nvPr>
        </p:nvCxnSpPr>
        <p:spPr>
          <a:xfrm>
            <a:off x="1772264" y="1218995"/>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custDataLst>
              <p:tags r:id="rId7"/>
            </p:custDataLst>
          </p:nvPr>
        </p:nvCxnSpPr>
        <p:spPr>
          <a:xfrm>
            <a:off x="1626210" y="1287787"/>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custDataLst>
              <p:tags r:id="rId8"/>
            </p:custDataLst>
          </p:nvPr>
        </p:nvCxnSpPr>
        <p:spPr>
          <a:xfrm>
            <a:off x="10166179" y="6085167"/>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custDataLst>
              <p:tags r:id="rId9"/>
            </p:custDataLst>
          </p:nvPr>
        </p:nvCxnSpPr>
        <p:spPr>
          <a:xfrm>
            <a:off x="10020125" y="6153960"/>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itle 6"/>
          <p:cNvSpPr txBox="1"/>
          <p:nvPr>
            <p:custDataLst>
              <p:tags r:id="rId10"/>
            </p:custDataLst>
          </p:nvPr>
        </p:nvSpPr>
        <p:spPr>
          <a:xfrm>
            <a:off x="1892883" y="1731304"/>
            <a:ext cx="8382634" cy="4309278"/>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张燕温柔地笑着，给四眼和牢大夹了几块蘑菇和雪蟹腿：“多吃点，这蘑菇很有营养，雪蟹腿也富含蛋白质，暖身效果也好。明天去雪祭，雪地里路滑，走路慢一点，别光顾着看风景和吃的，忘了脚下，要是摔倒了可就不好了。”她的举动被萧秦看在眼里，萧秦不满地说：“张老师，你也太惯着他们了，现在的孩子就是被宠坏了，一点苦都吃不了，以后怎么成大器。”张燕没反驳，只是淡淡笑了笑：“孩子们出门在外，多照顾一点是应该的，而且他们平时也很懂事，不用太严厉。”
晚饭快结束时，潘春站起身，拍了拍手：“各位老师，吃完饭后大家可以自由活动，但是要注意安全，晚上十点前必须回房间，不准在外逗留。学生们也是一样，按时回房，不准串门，更不准偷偷跑去泡露天温泉，晚上温度太低，容易着凉。”她的目光扫过众人，带着不容置疑的威严：“我会和莫大爷一起查房，希望大家都遵守规定，别让我为难。”</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Tree>
    <p:custDataLst>
      <p:tags r:id="rId11"/>
    </p:custDataLst>
  </p:cSld>
  <p:clrMapOvr>
    <a:masterClrMapping/>
  </p:clrMapOvr>
  <p:transition spd="med"/>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3" name="直接连接符 2"/>
          <p:cNvCxnSpPr/>
          <p:nvPr>
            <p:custDataLst>
              <p:tags r:id="rId3"/>
            </p:custDataLst>
          </p:nvPr>
        </p:nvCxnSpPr>
        <p:spPr>
          <a:xfrm>
            <a:off x="457204" y="914407"/>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9"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sym typeface="微软雅黑" panose="020B0503020204020204" charset="-122"/>
              </a:rPr>
              <a:t>札幌初雪，温泉旅馆</a:t>
            </a:r>
            <a:endParaRPr lang="zh-CN" dirty="0" err="1">
              <a:solidFill>
                <a:schemeClr val="dk1"/>
              </a:solidFill>
              <a:sym typeface="微软雅黑" panose="020B0503020204020204" charset="-122"/>
            </a:endParaRPr>
          </a:p>
        </p:txBody>
      </p:sp>
      <p:sp>
        <p:nvSpPr>
          <p:cNvPr id="2" name="矩形 1"/>
          <p:cNvSpPr/>
          <p:nvPr>
            <p:custDataLst>
              <p:tags r:id="rId5"/>
            </p:custDataLst>
          </p:nvPr>
        </p:nvSpPr>
        <p:spPr>
          <a:xfrm>
            <a:off x="1626212" y="1496376"/>
            <a:ext cx="8915978" cy="4779137"/>
          </a:xfrm>
          <a:prstGeom prst="rect">
            <a:avLst/>
          </a:pr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solidFill>
                <a:schemeClr val="lt1"/>
              </a:solidFill>
              <a:latin typeface="微软雅黑" panose="020B0503020204020204" charset="-122"/>
              <a:ea typeface="微软雅黑" panose="020B0503020204020204" charset="-122"/>
              <a:cs typeface="+mn-ea"/>
              <a:sym typeface="+mn-lt"/>
            </a:endParaRPr>
          </a:p>
        </p:txBody>
      </p:sp>
      <p:cxnSp>
        <p:nvCxnSpPr>
          <p:cNvPr id="10" name="直接连接符 9"/>
          <p:cNvCxnSpPr/>
          <p:nvPr>
            <p:custDataLst>
              <p:tags r:id="rId6"/>
            </p:custDataLst>
          </p:nvPr>
        </p:nvCxnSpPr>
        <p:spPr>
          <a:xfrm>
            <a:off x="1772264" y="1218995"/>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custDataLst>
              <p:tags r:id="rId7"/>
            </p:custDataLst>
          </p:nvPr>
        </p:nvCxnSpPr>
        <p:spPr>
          <a:xfrm>
            <a:off x="1626210" y="1287787"/>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custDataLst>
              <p:tags r:id="rId8"/>
            </p:custDataLst>
          </p:nvPr>
        </p:nvCxnSpPr>
        <p:spPr>
          <a:xfrm>
            <a:off x="10166179" y="6085167"/>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custDataLst>
              <p:tags r:id="rId9"/>
            </p:custDataLst>
          </p:nvPr>
        </p:nvCxnSpPr>
        <p:spPr>
          <a:xfrm>
            <a:off x="10020125" y="6153960"/>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itle 6"/>
          <p:cNvSpPr txBox="1"/>
          <p:nvPr>
            <p:custDataLst>
              <p:tags r:id="rId10"/>
            </p:custDataLst>
          </p:nvPr>
        </p:nvSpPr>
        <p:spPr>
          <a:xfrm>
            <a:off x="1949127" y="1977452"/>
            <a:ext cx="8270147" cy="3816983"/>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说完，她从帆布包里掏出几张便签，分发给各位老师：“这上面是我的房间号和联系方式，晚上不管是学生还是老师遇到任何问题，都随时给我打电话，千万别硬扛。尤其是张老师和李莉老师，你们住的区域离学生宿舍近，多帮着留意下学生的动静，有异常情况及时告诉我。”她特意走到李莉身边，笑着说：“李老师，听说你对雪祭的式神巡游很感兴趣，明天要是看到适合的素材，也可以和学生分享分享，让他们多了解些当地文化，这也是研学的意义之一。”</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Tree>
    <p:custDataLst>
      <p:tags r:id="rId11"/>
    </p:custDataLst>
  </p:cSld>
  <p:clrMapOvr>
    <a:masterClrMapping/>
  </p:clrMapOvr>
  <p:transition spd="med"/>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3" name="直接连接符 2"/>
          <p:cNvCxnSpPr/>
          <p:nvPr>
            <p:custDataLst>
              <p:tags r:id="rId3"/>
            </p:custDataLst>
          </p:nvPr>
        </p:nvCxnSpPr>
        <p:spPr>
          <a:xfrm>
            <a:off x="457204" y="914407"/>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9"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sym typeface="微软雅黑" panose="020B0503020204020204" charset="-122"/>
              </a:rPr>
              <a:t>札幌初雪，温泉旅馆</a:t>
            </a:r>
            <a:endParaRPr lang="zh-CN" dirty="0" err="1">
              <a:solidFill>
                <a:schemeClr val="dk1"/>
              </a:solidFill>
              <a:sym typeface="微软雅黑" panose="020B0503020204020204" charset="-122"/>
            </a:endParaRPr>
          </a:p>
        </p:txBody>
      </p:sp>
      <p:sp>
        <p:nvSpPr>
          <p:cNvPr id="2" name="矩形 1"/>
          <p:cNvSpPr/>
          <p:nvPr>
            <p:custDataLst>
              <p:tags r:id="rId5"/>
            </p:custDataLst>
          </p:nvPr>
        </p:nvSpPr>
        <p:spPr>
          <a:xfrm>
            <a:off x="1626212" y="1496376"/>
            <a:ext cx="8915978" cy="4779137"/>
          </a:xfrm>
          <a:prstGeom prst="rect">
            <a:avLst/>
          </a:pr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solidFill>
                <a:schemeClr val="lt1"/>
              </a:solidFill>
              <a:latin typeface="微软雅黑" panose="020B0503020204020204" charset="-122"/>
              <a:ea typeface="微软雅黑" panose="020B0503020204020204" charset="-122"/>
              <a:cs typeface="+mn-ea"/>
              <a:sym typeface="+mn-lt"/>
            </a:endParaRPr>
          </a:p>
        </p:txBody>
      </p:sp>
      <p:cxnSp>
        <p:nvCxnSpPr>
          <p:cNvPr id="10" name="直接连接符 9"/>
          <p:cNvCxnSpPr/>
          <p:nvPr>
            <p:custDataLst>
              <p:tags r:id="rId6"/>
            </p:custDataLst>
          </p:nvPr>
        </p:nvCxnSpPr>
        <p:spPr>
          <a:xfrm>
            <a:off x="1772264" y="1218995"/>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custDataLst>
              <p:tags r:id="rId7"/>
            </p:custDataLst>
          </p:nvPr>
        </p:nvCxnSpPr>
        <p:spPr>
          <a:xfrm>
            <a:off x="1626210" y="1287787"/>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custDataLst>
              <p:tags r:id="rId8"/>
            </p:custDataLst>
          </p:nvPr>
        </p:nvCxnSpPr>
        <p:spPr>
          <a:xfrm>
            <a:off x="10166179" y="6085167"/>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custDataLst>
              <p:tags r:id="rId9"/>
            </p:custDataLst>
          </p:nvPr>
        </p:nvCxnSpPr>
        <p:spPr>
          <a:xfrm>
            <a:off x="10020125" y="6153960"/>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itle 6"/>
          <p:cNvSpPr txBox="1"/>
          <p:nvPr>
            <p:custDataLst>
              <p:tags r:id="rId10"/>
            </p:custDataLst>
          </p:nvPr>
        </p:nvSpPr>
        <p:spPr>
          <a:xfrm>
            <a:off x="1892883" y="1977452"/>
            <a:ext cx="8382634" cy="3816983"/>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又对张燕叮嘱：“张老师，你心思细，晚上多留意下四眼和牢大的情况，萧老师对他们有些偏见，别让孩子受了委屈，要是有什么情况，咱们及时沟通。”一番安排周全细致，尽显班主任的担当，说完才转身离开了餐厅。众人也陆续起身，各自安排接下来的活动，餐厅里的氛围渐渐轻松起来，只剩下餐具碰撞的清脆声响。</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Tree>
    <p:custDataLst>
      <p:tags r:id="rId11"/>
    </p:custDataLst>
  </p:cSld>
  <p:clrMapOvr>
    <a:masterClrMapping/>
  </p:clrMapOvr>
  <p:transition spd="med"/>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ctrTitle"/>
            <p:custDataLst>
              <p:tags r:id="rId1"/>
            </p:custDataLst>
          </p:nvPr>
        </p:nvSpPr>
        <p:spPr/>
        <p:txBody>
          <a:bodyPr>
            <a:normAutofit fontScale="80000"/>
          </a:bodyPr>
          <a:lstStyle/>
          <a:p>
            <a:r>
              <a:rPr lang="zh-CN" altLang="en-US" sz="6625" dirty="0">
                <a:solidFill>
                  <a:schemeClr val="accent1"/>
                </a:solidFill>
                <a:sym typeface="Arial" panose="020B0604020202020204" pitchFamily="34" charset="0"/>
              </a:rPr>
              <a:t>第三章 温泉夜话，个谈秘密</a:t>
            </a:r>
            <a:endParaRPr lang="zh-CN" altLang="en-US" sz="6625" dirty="0">
              <a:solidFill>
                <a:schemeClr val="accent1"/>
              </a:solidFill>
              <a:sym typeface="Arial" panose="020B0604020202020204" pitchFamily="34" charset="0"/>
            </a:endParaRPr>
          </a:p>
        </p:txBody>
      </p:sp>
      <p:sp>
        <p:nvSpPr>
          <p:cNvPr id="4" name="文本占位符 3"/>
          <p:cNvSpPr>
            <a:spLocks noGrp="1"/>
          </p:cNvSpPr>
          <p:nvPr>
            <p:ph type="body" sz="quarter" idx="13"/>
            <p:custDataLst>
              <p:tags r:id="rId2"/>
            </p:custDataLst>
          </p:nvPr>
        </p:nvSpPr>
        <p:spPr/>
        <p:txBody>
          <a:bodyPr/>
          <a:lstStyle/>
          <a:p>
            <a:endParaRPr lang="zh-CN" altLang="en-US" dirty="0">
              <a:solidFill>
                <a:schemeClr val="accent1"/>
              </a:solidFill>
              <a:sym typeface="Arial" panose="020B0604020202020204" pitchFamily="34" charset="0"/>
            </a:endParaRPr>
          </a:p>
          <a:p>
            <a:endParaRPr lang="zh-CN" altLang="en-US" dirty="0">
              <a:solidFill>
                <a:schemeClr val="accent1"/>
              </a:solidFill>
              <a:sym typeface="Arial" panose="020B0604020202020204" pitchFamily="34" charset="0"/>
            </a:endParaRPr>
          </a:p>
        </p:txBody>
      </p:sp>
    </p:spTree>
    <p:custDataLst>
      <p:tags r:id="rId3"/>
    </p:custData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3" name="直接连接符 2"/>
          <p:cNvCxnSpPr/>
          <p:nvPr>
            <p:custDataLst>
              <p:tags r:id="rId3"/>
            </p:custDataLst>
          </p:nvPr>
        </p:nvCxnSpPr>
        <p:spPr>
          <a:xfrm>
            <a:off x="457204" y="914407"/>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9"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sym typeface="微软雅黑" panose="020B0503020204020204" charset="-122"/>
              </a:rPr>
              <a:t>温泉夜话，个谈秘密</a:t>
            </a:r>
            <a:endParaRPr lang="zh-CN" dirty="0" err="1">
              <a:solidFill>
                <a:schemeClr val="dk1"/>
              </a:solidFill>
              <a:sym typeface="微软雅黑" panose="020B0503020204020204" charset="-122"/>
            </a:endParaRPr>
          </a:p>
        </p:txBody>
      </p:sp>
      <p:sp>
        <p:nvSpPr>
          <p:cNvPr id="11" name="Title 6"/>
          <p:cNvSpPr txBox="1"/>
          <p:nvPr>
            <p:custDataLst>
              <p:tags r:id="rId5"/>
            </p:custDataLst>
          </p:nvPr>
        </p:nvSpPr>
        <p:spPr>
          <a:xfrm>
            <a:off x="1585071" y="1837436"/>
            <a:ext cx="9021857" cy="4097528"/>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晚饭过后，大家各自安排活动，有的留在房间休息，有的去大堂喝茶聊天，还有的迫不及待地想去泡温泉。四眼和牢大特意等到八点多，悄悄趴在门口听了听外面的动静，确认萧秦和蓉儿正在隔壁房间聊天，声音清晰可闻，内容似乎是关于日本的政治文化和传统习俗。萧秦依旧在慷慨激昂地批判着日本的某些制度，说日本的文化都是“拿来主义”，没有自己的精髓；蓉儿偶尔附和几句，语气平淡，却总能一针见血地指出问题的关键，说每个国家的文化都有其形成的历史背景，应该客观看待。
两人对视一眼，决定先去泡室内温泉打探情况，顺便避开萧秦的视线，也好放松一下身心。他们换上旅馆提供的深色浴衣，浴衣的布料柔软舒适，是用优质的和纸纤维织成的，上面印着细小的樱花暗纹，不仔细看根本察觉不到，腰间系着藏青色的腰带。四眼看着牢大纤细的身形裹在宽大的浴衣里，袖子几乎遮住了整个手背，浴带也系得有些松散，松松垮垮地挂在腰间，忍不住上前帮他重新整理浴带。</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Tree>
    <p:custDataLst>
      <p:tags r:id="rId6"/>
    </p:custDataLst>
  </p:cSld>
  <p:clrMapOvr>
    <a:masterClrMapping/>
  </p:clrMapOvr>
  <p:transition spd="med"/>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3" name="直接连接符 2"/>
          <p:cNvCxnSpPr/>
          <p:nvPr>
            <p:custDataLst>
              <p:tags r:id="rId3"/>
            </p:custDataLst>
          </p:nvPr>
        </p:nvCxnSpPr>
        <p:spPr>
          <a:xfrm>
            <a:off x="457204" y="914407"/>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9"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sym typeface="微软雅黑" panose="020B0503020204020204" charset="-122"/>
              </a:rPr>
              <a:t>温泉夜话，个谈秘密</a:t>
            </a:r>
            <a:endParaRPr lang="zh-CN" dirty="0" err="1">
              <a:solidFill>
                <a:schemeClr val="dk1"/>
              </a:solidFill>
              <a:sym typeface="微软雅黑" panose="020B0503020204020204" charset="-122"/>
            </a:endParaRPr>
          </a:p>
        </p:txBody>
      </p:sp>
      <p:sp>
        <p:nvSpPr>
          <p:cNvPr id="2" name="矩形 1"/>
          <p:cNvSpPr/>
          <p:nvPr>
            <p:custDataLst>
              <p:tags r:id="rId5"/>
            </p:custDataLst>
          </p:nvPr>
        </p:nvSpPr>
        <p:spPr>
          <a:xfrm>
            <a:off x="1626212" y="1496376"/>
            <a:ext cx="8915978" cy="4779137"/>
          </a:xfrm>
          <a:prstGeom prst="rect">
            <a:avLst/>
          </a:pr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solidFill>
                <a:schemeClr val="lt1"/>
              </a:solidFill>
              <a:latin typeface="微软雅黑" panose="020B0503020204020204" charset="-122"/>
              <a:ea typeface="微软雅黑" panose="020B0503020204020204" charset="-122"/>
              <a:cs typeface="+mn-ea"/>
              <a:sym typeface="+mn-lt"/>
            </a:endParaRPr>
          </a:p>
        </p:txBody>
      </p:sp>
      <p:cxnSp>
        <p:nvCxnSpPr>
          <p:cNvPr id="10" name="直接连接符 9"/>
          <p:cNvCxnSpPr/>
          <p:nvPr>
            <p:custDataLst>
              <p:tags r:id="rId6"/>
            </p:custDataLst>
          </p:nvPr>
        </p:nvCxnSpPr>
        <p:spPr>
          <a:xfrm>
            <a:off x="1772264" y="1218995"/>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custDataLst>
              <p:tags r:id="rId7"/>
            </p:custDataLst>
          </p:nvPr>
        </p:nvCxnSpPr>
        <p:spPr>
          <a:xfrm>
            <a:off x="1626210" y="1287787"/>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custDataLst>
              <p:tags r:id="rId8"/>
            </p:custDataLst>
          </p:nvPr>
        </p:nvCxnSpPr>
        <p:spPr>
          <a:xfrm>
            <a:off x="10166179" y="6085167"/>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custDataLst>
              <p:tags r:id="rId9"/>
            </p:custDataLst>
          </p:nvPr>
        </p:nvCxnSpPr>
        <p:spPr>
          <a:xfrm>
            <a:off x="10020125" y="6153960"/>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itle 6"/>
          <p:cNvSpPr txBox="1"/>
          <p:nvPr>
            <p:custDataLst>
              <p:tags r:id="rId10"/>
            </p:custDataLst>
          </p:nvPr>
        </p:nvSpPr>
        <p:spPr>
          <a:xfrm>
            <a:off x="1892883" y="1731304"/>
            <a:ext cx="8382634" cy="4309278"/>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他的指尖轻轻触碰到牢大的腰际，感受到一丝温热的肌肤，两人都微微一颤，气氛瞬间变得有些暧昧。“别乱跑，跟在我身边，泡温泉的规矩别忘了，千万不能大意。”四眼的声音有些沙哑，眼神里满是担忧，生怕他不小心犯了规矩，被萧秦抓住把柄，“尤其是不能在池里搓澡，也不能大声说话，要保持安静，这是日本温泉的基本礼仪。”牢大点点头，眼底藏着对夜晚的期待，像个即将奔赴秘密约会的孩子，伸手轻轻拉了拉四眼的衣角，示意他放心。
室内温泉池的人不算多，只有零星的几位客人，大多是本地的老人，正闭目养神，享受着温泉的滋养，脸上带着满足的神情。温泉池由天然岩石砌成，岩石上还长着一些细小的苔藓，透着自然的气息，池边摆放着几个木质小凳，上面放着干净的毛巾和浴盐，有樱花味、薰衣草味等多种口味。空气中弥漫着淡淡的硫磺味和木质清香，混合在一起格外清新，让人身心舒畅。</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Tree>
    <p:custDataLst>
      <p:tags r:id="rId11"/>
    </p:custDataLst>
  </p:cSld>
  <p:clrMapOvr>
    <a:masterClrMapping/>
  </p:clrMapOvr>
  <p:transition spd="med"/>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3" name="直接连接符 2"/>
          <p:cNvCxnSpPr/>
          <p:nvPr>
            <p:custDataLst>
              <p:tags r:id="rId3"/>
            </p:custDataLst>
          </p:nvPr>
        </p:nvCxnSpPr>
        <p:spPr>
          <a:xfrm>
            <a:off x="457204" y="914407"/>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9"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sym typeface="微软雅黑" panose="020B0503020204020204" charset="-122"/>
              </a:rPr>
              <a:t>温泉夜话，个谈秘密</a:t>
            </a:r>
            <a:endParaRPr lang="zh-CN" dirty="0" err="1">
              <a:solidFill>
                <a:schemeClr val="dk1"/>
              </a:solidFill>
              <a:sym typeface="微软雅黑" panose="020B0503020204020204" charset="-122"/>
            </a:endParaRPr>
          </a:p>
        </p:txBody>
      </p:sp>
      <p:sp>
        <p:nvSpPr>
          <p:cNvPr id="11" name="Title 6"/>
          <p:cNvSpPr txBox="1"/>
          <p:nvPr>
            <p:custDataLst>
              <p:tags r:id="rId5"/>
            </p:custDataLst>
          </p:nvPr>
        </p:nvSpPr>
        <p:spPr>
          <a:xfrm>
            <a:off x="1585071" y="1837436"/>
            <a:ext cx="9021857" cy="4097528"/>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池边的架子上摆放着几瓶清酒，是旅馆免费提供的，都是北海道本地出产的，酒标上印着樱花和雪的图案，旁边还有几个小巧的瓷杯，杯身上印着狐狸式神的纹样。一位穿着浴衣的日本老人看到他们，友好地笑了笑，还递给他们一杯清酒，用生硬的中文说：“喝一点，暖身，很好喝。”四眼连忙道谢，接过酒杯，轻轻抿了一口，清冽的酒香在口中散开，带着淡淡的米香，确实很爽口。
老登泡在池子的角落里，闭着眼睛，一边泡温泉一边哼着魔法少女的主题曲，调子跑得离谱，却依旧投入，脸上带着满足的笑容，仿佛置身于魔法世界。他身边放着一个小小的木质托盘，上面放着一杯清酒，时不时端起来喝一口，惬意无比。莫波基站在池边，手里拿着一条干毛巾，时不时看向老登，语气带着几分无奈却又藏着关切：“别泡太久了，上次你就因为泡太久头晕眼花，差点摔倒。日本老人常说，温泉虽好，过犹不及，适可而止才最好，泡个二十分钟就出来休息一下。”</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Tree>
    <p:custDataLst>
      <p:tags r:id="rId6"/>
    </p:custDataLst>
  </p:cSld>
  <p:clrMapOvr>
    <a:masterClrMapping/>
  </p:clrMapOvr>
  <p:transition spd="med"/>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3" name="直接连接符 2"/>
          <p:cNvCxnSpPr/>
          <p:nvPr>
            <p:custDataLst>
              <p:tags r:id="rId3"/>
            </p:custDataLst>
          </p:nvPr>
        </p:nvCxnSpPr>
        <p:spPr>
          <a:xfrm>
            <a:off x="457204" y="914407"/>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9"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sym typeface="微软雅黑" panose="020B0503020204020204" charset="-122"/>
              </a:rPr>
              <a:t>温泉夜话，个谈秘密</a:t>
            </a:r>
            <a:endParaRPr lang="zh-CN" dirty="0" err="1">
              <a:solidFill>
                <a:schemeClr val="dk1"/>
              </a:solidFill>
              <a:sym typeface="微软雅黑" panose="020B0503020204020204" charset="-122"/>
            </a:endParaRPr>
          </a:p>
        </p:txBody>
      </p:sp>
      <p:sp>
        <p:nvSpPr>
          <p:cNvPr id="11" name="Title 6"/>
          <p:cNvSpPr txBox="1"/>
          <p:nvPr>
            <p:custDataLst>
              <p:tags r:id="rId5"/>
            </p:custDataLst>
          </p:nvPr>
        </p:nvSpPr>
        <p:spPr>
          <a:xfrm>
            <a:off x="457155" y="1771634"/>
            <a:ext cx="11277678" cy="4229126"/>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他的目光扫过周围，像是在警惕什么，又像是在寻找什么，其实是在留意有没有人注意到老登的失态。看到有人朝老登这边看，他还故意皱了皱眉，眼神变得严厉起来，吓得对方连忙移开视线。老登却毫不在意，依旧沉浸在自己的世界里，嘴里还念叨着：“要是能和魔法少女一起泡温泉就好了，那简直是人生一大幸事。”莫波基无奈地摇了摇头，却还是走到池边，帮他把毛巾叠好，放在伸手就能拿到的地方。
休息区的长椅上，萧秦和蓉儿坐在一起。萧秦喋喋不休地谈论着国内外的政治形势，越说越激动，时不时拍着桌子，声音也不自觉地提高了几分：“这些日本政客，根本就是美国的傀儡，一点骨气都没有，这样的国家能有什么前途！还有这些日本民众，被资本主义洗脑洗得厉害，整天追求享乐，一点都没有危机意识，迟早会被社会淘汰。”</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Tree>
    <p:custDataLst>
      <p:tags r:id="rId6"/>
    </p:custDataLst>
  </p:cSld>
  <p:clrMapOvr>
    <a:masterClrMapping/>
  </p:clrMapOvr>
  <p:transition spd="med"/>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3" name="直接连接符 2"/>
          <p:cNvCxnSpPr/>
          <p:nvPr>
            <p:custDataLst>
              <p:tags r:id="rId3"/>
            </p:custDataLst>
          </p:nvPr>
        </p:nvCxnSpPr>
        <p:spPr>
          <a:xfrm>
            <a:off x="457204" y="914407"/>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9"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sym typeface="微软雅黑" panose="020B0503020204020204" charset="-122"/>
              </a:rPr>
              <a:t>温泉夜话，个谈秘密</a:t>
            </a:r>
            <a:endParaRPr lang="zh-CN" dirty="0" err="1">
              <a:solidFill>
                <a:schemeClr val="dk1"/>
              </a:solidFill>
              <a:sym typeface="微软雅黑" panose="020B0503020204020204" charset="-122"/>
            </a:endParaRPr>
          </a:p>
        </p:txBody>
      </p:sp>
      <p:sp>
        <p:nvSpPr>
          <p:cNvPr id="11" name="Title 6"/>
          <p:cNvSpPr txBox="1"/>
          <p:nvPr>
            <p:custDataLst>
              <p:tags r:id="rId5"/>
            </p:custDataLst>
          </p:nvPr>
        </p:nvSpPr>
        <p:spPr>
          <a:xfrm>
            <a:off x="457155" y="1771634"/>
            <a:ext cx="11277678" cy="4229126"/>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蓉儿则安静地坐在一旁，手里端着一杯热抹茶，慢慢喝着，另一只手拿着《鼠氏物语》，樱花书签依旧夹在书页间，眼神偶尔落在书页上，偶尔又飘向窗外的雪景，显得有些心不在焉，手指却无意识地敲击着书页，像是在思考什么。这时潘春端着两杯热姜茶走过来，分别递给萧秦和蓉儿：“天寒地冻的，泡完温泉喝点姜茶驱驱寒，姜是本地出产的，驱寒效果特别好。”
潘春看着萧秦说：“萧老师，咱们出来研学，主要是带学生增长见识，心态放平和些，别让负面情绪影响到学生，让他们看到一个客观的日本。每个国家都有自己的优点和缺点，不能一概而论，要引导学生辩证地看待问题。”她又看向蓉儿：“蓉儿老师，你平时和学生交流多，晚上要是有学生找你谈心，也多开导开导他们，尤其是第一次来这么冷的地方，有些孩子可能会不适应，还有些孩子心思重，容易想太多。”</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Tree>
    <p:custDataLst>
      <p:tags r:id="rId6"/>
    </p:custDataLst>
  </p:cSld>
  <p:clrMapOvr>
    <a:masterClrMapping/>
  </p:clrMapOvr>
  <p:transition spd="med"/>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3" name="直接连接符 2"/>
          <p:cNvCxnSpPr/>
          <p:nvPr>
            <p:custDataLst>
              <p:tags r:id="rId3"/>
            </p:custDataLst>
          </p:nvPr>
        </p:nvCxnSpPr>
        <p:spPr>
          <a:xfrm>
            <a:off x="457204" y="914407"/>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9"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sym typeface="微软雅黑" panose="020B0503020204020204" charset="-122"/>
              </a:rPr>
              <a:t>温泉夜话，个谈秘密</a:t>
            </a:r>
            <a:endParaRPr lang="zh-CN" dirty="0" err="1">
              <a:solidFill>
                <a:schemeClr val="dk1"/>
              </a:solidFill>
              <a:sym typeface="微软雅黑" panose="020B0503020204020204" charset="-122"/>
            </a:endParaRPr>
          </a:p>
        </p:txBody>
      </p:sp>
      <p:sp>
        <p:nvSpPr>
          <p:cNvPr id="11" name="Title 6"/>
          <p:cNvSpPr txBox="1"/>
          <p:nvPr>
            <p:custDataLst>
              <p:tags r:id="rId5"/>
            </p:custDataLst>
          </p:nvPr>
        </p:nvSpPr>
        <p:spPr>
          <a:xfrm>
            <a:off x="1585071" y="1837436"/>
            <a:ext cx="9021857" cy="4097528"/>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说话间，她瞥见不远处李莉和张燕在讨论雪祭安排，便走过去加入她们：“李老师、张老师，明天雪祭人多，咱们分工配合下，李老师你负责记录素材，也帮着照看喜欢凑热闹的学生，尤其是那些爱追星、爱买周边的；张老师你多留意学生的身体状况，随身带好药箱，把马油也带上，预防冻伤；我负责统筹全局，随时和你们保持联系。咱们多上心，确保学生既能玩得开心，又能有所收获。”
李莉和张燕坐在不远处的长椅上，小声地讨论着明天雪祭的安排。李莉兴奋地说：“我准备多拍些雪雕照片，还有式神巡游的视频，回去做galagames的背景素材，肯定很有氛围感。我还查好了，雪祭上有个专门的式神周边区，有各种狐狸式神、雪童子的挂件、御守，还有浮世绘风格的明信片，我一定要多买一些，收藏起来。”</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Tree>
    <p:custDataLst>
      <p:tags r:id="rId6"/>
    </p:custDataLst>
  </p:cSld>
  <p:clrMapOvr>
    <a:masterClrMapping/>
  </p:clrMapOvr>
  <p:transition spd="med"/>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3" name="直接连接符 2"/>
          <p:cNvCxnSpPr/>
          <p:nvPr>
            <p:custDataLst>
              <p:tags r:id="rId3"/>
            </p:custDataLst>
          </p:nvPr>
        </p:nvCxnSpPr>
        <p:spPr>
          <a:xfrm>
            <a:off x="457204" y="914407"/>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9"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sym typeface="微软雅黑" panose="020B0503020204020204" charset="-122"/>
              </a:rPr>
              <a:t>温泉夜话，个谈秘密</a:t>
            </a:r>
            <a:endParaRPr lang="zh-CN" dirty="0" err="1">
              <a:solidFill>
                <a:schemeClr val="dk1"/>
              </a:solidFill>
              <a:sym typeface="微软雅黑" panose="020B0503020204020204" charset="-122"/>
            </a:endParaRPr>
          </a:p>
        </p:txBody>
      </p:sp>
      <p:sp>
        <p:nvSpPr>
          <p:cNvPr id="11" name="Title 6"/>
          <p:cNvSpPr txBox="1"/>
          <p:nvPr>
            <p:custDataLst>
              <p:tags r:id="rId5"/>
            </p:custDataLst>
          </p:nvPr>
        </p:nvSpPr>
        <p:spPr>
          <a:xfrm>
            <a:off x="1585071" y="1837436"/>
            <a:ext cx="9021857" cy="4097528"/>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她顿了顿，又说：“对了，我还想尝尝雪祭上的烤鱿鱼和鲷鱼烧，听说味道特别正宗，烤鱿鱼是用北海道特有的味增酱烤的，鲷鱼烧里面的红豆馅也是本地出产的，香甜软糯。还有樱花味的棉花糖，颜色粉粉嫩嫩的，拍照肯定很好看。”张燕温柔地笑着，眼神里满是宠溺：“没问题，不过要注意安全，雪地里路滑，走路慢一点，别光顾着看风景和吃的，忘了脚下。还有，萧老师对这些东西不太感冒，你到时候别在她面前多说，免得惹她不高兴，又要唠叨半天。”
李梦独自坐在休息区的另一角，手里拿着手机，正在和朋友视频通话，用流利的英语抱怨着旅馆的简陋和料理的普通：“这里的条件实在太差了，根本比不上伦敦，连个像样的餐厅都没有，温泉也一般般，设施太陈旧了，简直是在遭罪。早知道就不来了，纯属浪费时间，还不如在伦敦的温泉酒店享受。”她的声音不大不小，正好能让周围的人听到，显然是故意说给别人听的，想彰显自己的优越感。</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Tree>
    <p:custDataLst>
      <p:tags r:id="rId6"/>
    </p:custDataLst>
  </p:cSld>
  <p:clrMapOvr>
    <a:masterClrMapping/>
  </p:clrMapOvr>
  <p:transition spd="med"/>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3" name="直接连接符 2"/>
          <p:cNvCxnSpPr/>
          <p:nvPr>
            <p:custDataLst>
              <p:tags r:id="rId3"/>
            </p:custDataLst>
          </p:nvPr>
        </p:nvCxnSpPr>
        <p:spPr>
          <a:xfrm>
            <a:off x="457204" y="914407"/>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9"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sym typeface="微软雅黑" panose="020B0503020204020204" charset="-122"/>
              </a:rPr>
              <a:t>温泉夜话，个谈秘密</a:t>
            </a:r>
            <a:endParaRPr lang="zh-CN" dirty="0" err="1">
              <a:solidFill>
                <a:schemeClr val="dk1"/>
              </a:solidFill>
              <a:sym typeface="微软雅黑" panose="020B0503020204020204" charset="-122"/>
            </a:endParaRPr>
          </a:p>
        </p:txBody>
      </p:sp>
      <p:sp>
        <p:nvSpPr>
          <p:cNvPr id="11" name="Title 6"/>
          <p:cNvSpPr txBox="1"/>
          <p:nvPr>
            <p:custDataLst>
              <p:tags r:id="rId5"/>
            </p:custDataLst>
          </p:nvPr>
        </p:nvSpPr>
        <p:spPr>
          <a:xfrm>
            <a:off x="1585071" y="1837436"/>
            <a:ext cx="9021857" cy="4097528"/>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萧秦瞥了她一眼，不屑地撇了撇嘴，没说话，心里却暗自想：“崇洋媚外的家伙，国外的月亮就一定圆吗？真是没骨气，忘记了自己是中国人。”旁边的一位日本客人听到李梦的话，脸上露出了不悦的神情，却还是保持着礼貌，没有发作。李梦却毫不在意，依旧自顾自地抱怨着，完全没有意识到自己的言行已经影响到了别人。
四眼和牢大找了个远离众人的角落坐下，温热的泉水漫过腰腹，驱散了一路的疲惫和寒冷，浑身的毛孔都舒展开来，格外惬意。泉水带着淡淡的硫磺气息，这是北海道天然弱碱性温泉独有的味道，据说能滋养肌肤、舒缓筋骨，池底铺着圆润的鹅卵石，踩着微微发痒，却让人愈发放松。牢大轻轻靠在四眼的肩膀上，发梢沾着的水珠顺着脖颈滑落，留下一道浅浅的水痕，他声音轻柔得像羽毛拂过：“四眼，你还记得小时候在旧仓库里的日子吗？那时候我们也是这样靠在一起说话，你还帮我修好了摔碎的眼镜，当时你认真的样子，</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Tree>
    <p:custDataLst>
      <p:tags r:id="rId6"/>
    </p:custDataLst>
  </p:cSld>
  <p:clrMapOvr>
    <a:masterClrMapping/>
  </p:clrMapOvr>
  <p:transition spd="med"/>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3" name="直接连接符 2"/>
          <p:cNvCxnSpPr/>
          <p:nvPr>
            <p:custDataLst>
              <p:tags r:id="rId3"/>
            </p:custDataLst>
          </p:nvPr>
        </p:nvCxnSpPr>
        <p:spPr>
          <a:xfrm>
            <a:off x="457204" y="914407"/>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9"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sym typeface="微软雅黑" panose="020B0503020204020204" charset="-122"/>
              </a:rPr>
              <a:t>温泉夜话，个谈秘密</a:t>
            </a:r>
            <a:endParaRPr lang="zh-CN" dirty="0" err="1">
              <a:solidFill>
                <a:schemeClr val="dk1"/>
              </a:solidFill>
              <a:sym typeface="微软雅黑" panose="020B0503020204020204" charset="-122"/>
            </a:endParaRPr>
          </a:p>
        </p:txBody>
      </p:sp>
      <p:sp>
        <p:nvSpPr>
          <p:cNvPr id="2" name="矩形 1"/>
          <p:cNvSpPr/>
          <p:nvPr>
            <p:custDataLst>
              <p:tags r:id="rId5"/>
            </p:custDataLst>
          </p:nvPr>
        </p:nvSpPr>
        <p:spPr>
          <a:xfrm>
            <a:off x="1626212" y="1496376"/>
            <a:ext cx="8915978" cy="4779137"/>
          </a:xfrm>
          <a:prstGeom prst="rect">
            <a:avLst/>
          </a:pr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solidFill>
                <a:schemeClr val="lt1"/>
              </a:solidFill>
              <a:latin typeface="微软雅黑" panose="020B0503020204020204" charset="-122"/>
              <a:ea typeface="微软雅黑" panose="020B0503020204020204" charset="-122"/>
              <a:cs typeface="+mn-ea"/>
              <a:sym typeface="+mn-lt"/>
            </a:endParaRPr>
          </a:p>
        </p:txBody>
      </p:sp>
      <p:cxnSp>
        <p:nvCxnSpPr>
          <p:cNvPr id="10" name="直接连接符 9"/>
          <p:cNvCxnSpPr/>
          <p:nvPr>
            <p:custDataLst>
              <p:tags r:id="rId6"/>
            </p:custDataLst>
          </p:nvPr>
        </p:nvCxnSpPr>
        <p:spPr>
          <a:xfrm>
            <a:off x="1772264" y="1218995"/>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custDataLst>
              <p:tags r:id="rId7"/>
            </p:custDataLst>
          </p:nvPr>
        </p:nvCxnSpPr>
        <p:spPr>
          <a:xfrm>
            <a:off x="1626210" y="1287787"/>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custDataLst>
              <p:tags r:id="rId8"/>
            </p:custDataLst>
          </p:nvPr>
        </p:nvCxnSpPr>
        <p:spPr>
          <a:xfrm>
            <a:off x="10166179" y="6085167"/>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custDataLst>
              <p:tags r:id="rId9"/>
            </p:custDataLst>
          </p:nvPr>
        </p:nvCxnSpPr>
        <p:spPr>
          <a:xfrm>
            <a:off x="10020125" y="6153960"/>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itle 6"/>
          <p:cNvSpPr txBox="1"/>
          <p:nvPr>
            <p:custDataLst>
              <p:tags r:id="rId10"/>
            </p:custDataLst>
          </p:nvPr>
        </p:nvSpPr>
        <p:spPr>
          <a:xfrm>
            <a:off x="1892883" y="1731304"/>
            <a:ext cx="8382634" cy="4309278"/>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我到现在都记得清清楚楚。刚才听女将说雪之神社的式神传说，我突然觉得，要是我们能像式神一样，永远守在一起，不用在意别人的眼光就好了，那样我们就可以光明正大地一起做很多事情。”他的声音里带着几分憧憬，还有几分难以掩饰的委屈，指尖轻轻攥着四眼的手，力道有些大，显然是压抑了很久。
“记得，怎么会忘。”四眼握紧他的手，指尖传来他微凉的体温，声音轻柔却无比认真，“那时候你穿着一条粉色的小裙子，在仓库里转圈圈，像只翩翩起舞的蝴蝶，比雪祭上最精致的冰雕式神还要灵动。那时候我就想，以后一定要好好守护你，不让你受半点委屈，不管别人怎么说，怎么看，我都会一直在你身边。”他顿了顿，压低声音，在牢大耳边轻声说：“等回去以后，我就跟我爸妈说，我们要一直在一起，像莫大爷和老登老师一样，相互陪伴，相互守护。对了，下次樱花季，我还想带你去京都岚山，坐竹林小火车，去祇园看舞伎表演，就像潘老师那条中古腰带上的祇园艺伎纹样一样，肯定很美。”</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Tree>
    <p:custDataLst>
      <p:tags r:id="rId11"/>
    </p:custDataLst>
  </p:cSld>
  <p:clrMapOvr>
    <a:masterClrMapping/>
  </p:clrMapOvr>
  <p:transition spd="med"/>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3" name="直接连接符 2"/>
          <p:cNvCxnSpPr/>
          <p:nvPr>
            <p:custDataLst>
              <p:tags r:id="rId3"/>
            </p:custDataLst>
          </p:nvPr>
        </p:nvCxnSpPr>
        <p:spPr>
          <a:xfrm>
            <a:off x="457204" y="914407"/>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9"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sym typeface="微软雅黑" panose="020B0503020204020204" charset="-122"/>
              </a:rPr>
              <a:t>温泉夜话，个谈秘密</a:t>
            </a:r>
            <a:endParaRPr lang="zh-CN" dirty="0" err="1">
              <a:solidFill>
                <a:schemeClr val="dk1"/>
              </a:solidFill>
              <a:sym typeface="微软雅黑" panose="020B0503020204020204" charset="-122"/>
            </a:endParaRPr>
          </a:p>
        </p:txBody>
      </p:sp>
      <p:sp>
        <p:nvSpPr>
          <p:cNvPr id="11" name="Title 6"/>
          <p:cNvSpPr txBox="1"/>
          <p:nvPr>
            <p:custDataLst>
              <p:tags r:id="rId5"/>
            </p:custDataLst>
          </p:nvPr>
        </p:nvSpPr>
        <p:spPr>
          <a:xfrm>
            <a:off x="457155" y="1771634"/>
            <a:ext cx="11277678" cy="4229126"/>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话音刚落，萧秦的声音就从休息区传了过来，带着浓浓的嘲讽，打破了两人间的温馨：“现在的年轻人，真是越来越不像话了，男不男女不女的，还整天黏在一起，一点规矩都没有，像什么样子。连日本神社的式神都懂各司其职，坚守自己的本分，他们倒好，完全无视世俗规矩，真是伤风败俗，不知道家长是怎么教育的。我看就是被你们这些老师惯坏了，一点正确的价值观都没有，将来肯定成不了大器。”她的目光直直地看向四眼和牢大，像刀子一样锋利，手里还攥着那个印着“艰苦奋斗”的搪瓷杯，杯沿的茉莉花茶渍都没擦干净，语气里满是恨铁不成钢的激进。
牢大的身体瞬间僵住，像被寒冰冻住了一样，猛地往四眼的怀里缩了缩，肩膀微微颤抖，指尖也变得冰凉，眼神里满是恐惧和羞愧，恨不得找个地缝钻进去。他下意识地拢了拢浴衣，生怕自己纤细的身形显得格外突兀。</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Tree>
    <p:custDataLst>
      <p:tags r:id="rId6"/>
    </p:custDataLst>
  </p:cSld>
  <p:clrMapOvr>
    <a:masterClrMapping/>
  </p:clrMapOvr>
  <p:transition spd="med"/>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3" name="直接连接符 2"/>
          <p:cNvCxnSpPr/>
          <p:nvPr>
            <p:custDataLst>
              <p:tags r:id="rId3"/>
            </p:custDataLst>
          </p:nvPr>
        </p:nvCxnSpPr>
        <p:spPr>
          <a:xfrm>
            <a:off x="457204" y="914407"/>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9"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sym typeface="微软雅黑" panose="020B0503020204020204" charset="-122"/>
              </a:rPr>
              <a:t>温泉夜话，个谈秘密</a:t>
            </a:r>
            <a:endParaRPr lang="zh-CN" dirty="0" err="1">
              <a:solidFill>
                <a:schemeClr val="dk1"/>
              </a:solidFill>
              <a:sym typeface="微软雅黑" panose="020B0503020204020204" charset="-122"/>
            </a:endParaRPr>
          </a:p>
        </p:txBody>
      </p:sp>
      <p:sp>
        <p:nvSpPr>
          <p:cNvPr id="2" name="矩形 1"/>
          <p:cNvSpPr/>
          <p:nvPr>
            <p:custDataLst>
              <p:tags r:id="rId5"/>
            </p:custDataLst>
          </p:nvPr>
        </p:nvSpPr>
        <p:spPr>
          <a:xfrm>
            <a:off x="1626212" y="1496376"/>
            <a:ext cx="8915978" cy="4779137"/>
          </a:xfrm>
          <a:prstGeom prst="rect">
            <a:avLst/>
          </a:pr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solidFill>
                <a:schemeClr val="lt1"/>
              </a:solidFill>
              <a:latin typeface="微软雅黑" panose="020B0503020204020204" charset="-122"/>
              <a:ea typeface="微软雅黑" panose="020B0503020204020204" charset="-122"/>
              <a:cs typeface="+mn-ea"/>
              <a:sym typeface="+mn-lt"/>
            </a:endParaRPr>
          </a:p>
        </p:txBody>
      </p:sp>
      <p:cxnSp>
        <p:nvCxnSpPr>
          <p:cNvPr id="10" name="直接连接符 9"/>
          <p:cNvCxnSpPr/>
          <p:nvPr>
            <p:custDataLst>
              <p:tags r:id="rId6"/>
            </p:custDataLst>
          </p:nvPr>
        </p:nvCxnSpPr>
        <p:spPr>
          <a:xfrm>
            <a:off x="1772264" y="1218995"/>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custDataLst>
              <p:tags r:id="rId7"/>
            </p:custDataLst>
          </p:nvPr>
        </p:nvCxnSpPr>
        <p:spPr>
          <a:xfrm>
            <a:off x="1626210" y="1287787"/>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custDataLst>
              <p:tags r:id="rId8"/>
            </p:custDataLst>
          </p:nvPr>
        </p:nvCxnSpPr>
        <p:spPr>
          <a:xfrm>
            <a:off x="10166179" y="6085167"/>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custDataLst>
              <p:tags r:id="rId9"/>
            </p:custDataLst>
          </p:nvPr>
        </p:nvCxnSpPr>
        <p:spPr>
          <a:xfrm>
            <a:off x="10020125" y="6153960"/>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itle 6"/>
          <p:cNvSpPr txBox="1"/>
          <p:nvPr>
            <p:custDataLst>
              <p:tags r:id="rId10"/>
            </p:custDataLst>
          </p:nvPr>
        </p:nvSpPr>
        <p:spPr>
          <a:xfrm>
            <a:off x="1949127" y="1731304"/>
            <a:ext cx="8270147" cy="4309278"/>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四眼心中涌起一股怒火，胸腔像被温泉水汽填满般憋闷，刚想起身反驳萧秦，蓉儿却先开口了，她放下手中的《鼠氏物语》，指尖轻轻摩挲着书页上的樱花书签，眼神平静地看着萧秦：“萧老师，每个人都有自己的生活方式和情感选择，不该用自己的标准去评判别人，更不该用刻薄的语言去伤害他人。日本文化讲究‘和’与‘尊重’，对守护一方的式神都心怀敬畏，为何不能对身边的人多一份包容和理解呢？《鼠氏物语》里说，真正的正义，不是强迫别人遵循自己的规则，而是尊重每个人的本心，让每个人都能按照自己的方式活下去。就像这温泉，有人偏爱滚烫，有人喜温热，本就没有统一的标准。”</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Tree>
    <p:custDataLst>
      <p:tags r:id="rId11"/>
    </p:custDataLst>
  </p:cSld>
  <p:clrMapOvr>
    <a:masterClrMapping/>
  </p:clrMapOvr>
  <p:transition spd="med"/>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3" name="直接连接符 2"/>
          <p:cNvCxnSpPr/>
          <p:nvPr>
            <p:custDataLst>
              <p:tags r:id="rId3"/>
            </p:custDataLst>
          </p:nvPr>
        </p:nvCxnSpPr>
        <p:spPr>
          <a:xfrm>
            <a:off x="457204" y="914407"/>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9"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sym typeface="微软雅黑" panose="020B0503020204020204" charset="-122"/>
              </a:rPr>
              <a:t>温泉夜话，个谈秘密</a:t>
            </a:r>
            <a:endParaRPr lang="zh-CN" dirty="0" err="1">
              <a:solidFill>
                <a:schemeClr val="dk1"/>
              </a:solidFill>
              <a:sym typeface="微软雅黑" panose="020B0503020204020204" charset="-122"/>
            </a:endParaRPr>
          </a:p>
        </p:txBody>
      </p:sp>
      <p:sp>
        <p:nvSpPr>
          <p:cNvPr id="11" name="Title 6"/>
          <p:cNvSpPr txBox="1"/>
          <p:nvPr>
            <p:custDataLst>
              <p:tags r:id="rId5"/>
            </p:custDataLst>
          </p:nvPr>
        </p:nvSpPr>
        <p:spPr>
          <a:xfrm>
            <a:off x="457155" y="1771634"/>
            <a:ext cx="11277678" cy="4229126"/>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萧秦被蓉儿的话堵得说不出话来，气得浑身发抖，圆脸涨得通红，手指着蓉儿：“你……你这是在为他们辩解！你就是价值观有问题，被这些资本主义的糟粕文化影响了！迟早会被带坏的！”她越说越激动，唾沫星子溅在身前的矮桌上，又赶紧掏出绣着五角星的手帕擦了擦，“你整天捧着这本日本小说，喝着洋人的咖啡，早就忘了咱们的优良传统了！艰苦奋斗、男女有别，这些祖训都被你抛到九霄云外了！”
蓉儿淡淡一笑，没再说话，重新拿起《鼠氏物语》，指尖的银镯在暖光下泛着温润的光泽，她翻书的动作轻柔，仿佛萧秦的话对她没有任何影响，其实心里早已对萧秦的固执和偏激感到无奈。她想起十年前在京都岚山，穿着素色和服的自己坐在竹林里，写下“心之所向，素履以往”时的心境，那时的她，也曾像四眼和牢大一样，怀揣着不被世俗理解的小心思。</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Tree>
    <p:custDataLst>
      <p:tags r:id="rId6"/>
    </p:custDataLst>
  </p:cSld>
  <p:clrMapOvr>
    <a:masterClrMapping/>
  </p:clrMapOvr>
  <p:transition spd="med"/>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3" name="直接连接符 2"/>
          <p:cNvCxnSpPr/>
          <p:nvPr>
            <p:custDataLst>
              <p:tags r:id="rId3"/>
            </p:custDataLst>
          </p:nvPr>
        </p:nvCxnSpPr>
        <p:spPr>
          <a:xfrm>
            <a:off x="457204" y="914407"/>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9"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sym typeface="微软雅黑" panose="020B0503020204020204" charset="-122"/>
              </a:rPr>
              <a:t>温泉夜话，个谈秘密</a:t>
            </a:r>
            <a:endParaRPr lang="zh-CN" dirty="0" err="1">
              <a:solidFill>
                <a:schemeClr val="dk1"/>
              </a:solidFill>
              <a:sym typeface="微软雅黑" panose="020B0503020204020204" charset="-122"/>
            </a:endParaRPr>
          </a:p>
        </p:txBody>
      </p:sp>
      <p:sp>
        <p:nvSpPr>
          <p:cNvPr id="11" name="Title 6"/>
          <p:cNvSpPr txBox="1"/>
          <p:nvPr>
            <p:custDataLst>
              <p:tags r:id="rId5"/>
            </p:custDataLst>
          </p:nvPr>
        </p:nvSpPr>
        <p:spPr>
          <a:xfrm>
            <a:off x="2101826" y="1837436"/>
            <a:ext cx="7988347" cy="4097528"/>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老登这时慢悠悠地睁开眼睛，从池子里站起身，浴衣的领口松垮地挂在肩上，露出布满皱纹的脖颈，他笑着打圆场，语速依旧拖沓，自带催眠效果，却难得让人不反感：“别……别理她，她就是思想太偏激了，年……年轻时候受了点感情刺激，就变得越来越刻薄，见不得别人好。咱们活……活得开心就好，像雪祭上的冰雕，不管别人怎么看，都要在自己的季节里绽放出最美的光彩，活出自己的样子才最重要。”他拿起毛巾擦了擦身上的水，走到萧秦身边，还不忘晃了晃手里的魔法少女毛巾，“萧老师，消消气，泡个温泉放松一下，别想那些不开心的事，明天雪祭还有很多好玩的呢，咱们一起去看看，说不定能让你心情好点。我还听说有雪童子式神巡游，可灵验了。”</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Tree>
    <p:custDataLst>
      <p:tags r:id="rId6"/>
    </p:custDataLst>
  </p:cSld>
  <p:clrMapOvr>
    <a:masterClrMapping/>
  </p:clrMapOvr>
  <p:transition spd="med"/>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3" name="直接连接符 2"/>
          <p:cNvCxnSpPr/>
          <p:nvPr>
            <p:custDataLst>
              <p:tags r:id="rId3"/>
            </p:custDataLst>
          </p:nvPr>
        </p:nvCxnSpPr>
        <p:spPr>
          <a:xfrm>
            <a:off x="457204" y="914407"/>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9"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sym typeface="微软雅黑" panose="020B0503020204020204" charset="-122"/>
              </a:rPr>
              <a:t>温泉夜话，个谈秘密</a:t>
            </a:r>
            <a:endParaRPr lang="zh-CN" dirty="0" err="1">
              <a:solidFill>
                <a:schemeClr val="dk1"/>
              </a:solidFill>
              <a:sym typeface="微软雅黑" panose="020B0503020204020204" charset="-122"/>
            </a:endParaRPr>
          </a:p>
        </p:txBody>
      </p:sp>
      <p:sp>
        <p:nvSpPr>
          <p:cNvPr id="2" name="矩形 1"/>
          <p:cNvSpPr/>
          <p:nvPr>
            <p:custDataLst>
              <p:tags r:id="rId5"/>
            </p:custDataLst>
          </p:nvPr>
        </p:nvSpPr>
        <p:spPr>
          <a:xfrm>
            <a:off x="1626212" y="1496376"/>
            <a:ext cx="8915978" cy="4779137"/>
          </a:xfrm>
          <a:prstGeom prst="rect">
            <a:avLst/>
          </a:pr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solidFill>
                <a:schemeClr val="lt1"/>
              </a:solidFill>
              <a:latin typeface="微软雅黑" panose="020B0503020204020204" charset="-122"/>
              <a:ea typeface="微软雅黑" panose="020B0503020204020204" charset="-122"/>
              <a:cs typeface="+mn-ea"/>
              <a:sym typeface="+mn-lt"/>
            </a:endParaRPr>
          </a:p>
        </p:txBody>
      </p:sp>
      <p:cxnSp>
        <p:nvCxnSpPr>
          <p:cNvPr id="10" name="直接连接符 9"/>
          <p:cNvCxnSpPr/>
          <p:nvPr>
            <p:custDataLst>
              <p:tags r:id="rId6"/>
            </p:custDataLst>
          </p:nvPr>
        </p:nvCxnSpPr>
        <p:spPr>
          <a:xfrm>
            <a:off x="1772264" y="1218995"/>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custDataLst>
              <p:tags r:id="rId7"/>
            </p:custDataLst>
          </p:nvPr>
        </p:nvCxnSpPr>
        <p:spPr>
          <a:xfrm>
            <a:off x="1626210" y="1287787"/>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custDataLst>
              <p:tags r:id="rId8"/>
            </p:custDataLst>
          </p:nvPr>
        </p:nvCxnSpPr>
        <p:spPr>
          <a:xfrm>
            <a:off x="10166179" y="6085167"/>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custDataLst>
              <p:tags r:id="rId9"/>
            </p:custDataLst>
          </p:nvPr>
        </p:nvCxnSpPr>
        <p:spPr>
          <a:xfrm>
            <a:off x="10020125" y="6153960"/>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itle 6"/>
          <p:cNvSpPr txBox="1"/>
          <p:nvPr>
            <p:custDataLst>
              <p:tags r:id="rId10"/>
            </p:custDataLst>
          </p:nvPr>
        </p:nvSpPr>
        <p:spPr>
          <a:xfrm>
            <a:off x="1892883" y="1731304"/>
            <a:ext cx="8382634" cy="4309278"/>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萧秦瞪了他一眼，没说话，转身离开了休息区，走的时候脚步重重地踩在榻榻米上，发出“咚咚”的声响，显然是气到了极点。莫波基也跟着起身，板着脸跟在后面，走到门口时却回头，给四眼和牢大递了个眼神，那眼神里没有平时的冰冷，反而带着几分同情和示意，像是在说“别往心里去”。
莫波基追上萧秦，语气依旧生硬，却带着几分劝慰：“行了，跟孩子置什么气，他们还小，懂什么。再说这是在日本，入乡随俗，别让人看了笑话。”萧秦哼了一声：“我这是为他们好！免得他们走上歪路！你就是太纵容他们了，还有那个老登，一把年纪了还玩魔法少女，简直不成体统！”莫波基没反驳，只是默默陪着她走回走廊，心里却想着刚才老登说的雪雕，盘算着明天怎么帮他堆一个最特别的魔法少女雪雕。</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Tree>
    <p:custDataLst>
      <p:tags r:id="rId11"/>
    </p:custDataLst>
  </p:cSld>
  <p:clrMapOvr>
    <a:masterClrMapping/>
  </p:clrMapOvr>
  <p:transition spd="med"/>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3" name="直接连接符 2"/>
          <p:cNvCxnSpPr/>
          <p:nvPr>
            <p:custDataLst>
              <p:tags r:id="rId3"/>
            </p:custDataLst>
          </p:nvPr>
        </p:nvCxnSpPr>
        <p:spPr>
          <a:xfrm>
            <a:off x="457204" y="914407"/>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9"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sym typeface="微软雅黑" panose="020B0503020204020204" charset="-122"/>
              </a:rPr>
              <a:t>温泉夜话，个谈秘密</a:t>
            </a:r>
            <a:endParaRPr lang="zh-CN" dirty="0" err="1">
              <a:solidFill>
                <a:schemeClr val="dk1"/>
              </a:solidFill>
              <a:sym typeface="微软雅黑" panose="020B0503020204020204" charset="-122"/>
            </a:endParaRPr>
          </a:p>
        </p:txBody>
      </p:sp>
      <p:sp>
        <p:nvSpPr>
          <p:cNvPr id="11" name="Title 6"/>
          <p:cNvSpPr txBox="1"/>
          <p:nvPr>
            <p:custDataLst>
              <p:tags r:id="rId5"/>
            </p:custDataLst>
          </p:nvPr>
        </p:nvSpPr>
        <p:spPr>
          <a:xfrm>
            <a:off x="1585071" y="1837436"/>
            <a:ext cx="9021857" cy="4097528"/>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张燕这时轻手轻脚地走到四眼和牢大身边，声音压得很低，语气里满是担忧：“别往心里去，萧老师就是那样的人，说话不过脑子，刀子嘴豆腐心，其实没有坏心眼。”她从口袋里掏出两颗包装精美的草莓糖，糖纸上印着可爱的樱花图案，正是北海道特产，“吃颗糖，甜一甜，心情会好一点。这是我特意给你们留的，含在嘴里，能驱寒。”她顿了顿，又补充道，“晚上要是害怕，就给我打电话，我住305，就在隔壁。萧老师那边我会帮你们留意，不会让她再为难你们的。”
四眼和牢大接过糖，连声道谢，指尖触碰到糖纸的温热，心中也泛起阵阵暖意。他们知道，张燕一直都很照顾他们，对他们之间的关系也早已察觉，却始终以温柔的方式守护着他们的秘密，像一朵默默绽放的白百合，散发着温暖的气息。两人剥开糖纸，将糖含在嘴里，甜丝丝的味道在舌尖蔓延开来，驱散了刚才的委屈和寒意。</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Tree>
    <p:custDataLst>
      <p:tags r:id="rId6"/>
    </p:custDataLst>
  </p:cSld>
  <p:clrMapOvr>
    <a:masterClrMapping/>
  </p:clrMapOvr>
  <p:transition spd="med"/>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3" name="直接连接符 2"/>
          <p:cNvCxnSpPr/>
          <p:nvPr>
            <p:custDataLst>
              <p:tags r:id="rId3"/>
            </p:custDataLst>
          </p:nvPr>
        </p:nvCxnSpPr>
        <p:spPr>
          <a:xfrm>
            <a:off x="457204" y="914407"/>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9"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sym typeface="微软雅黑" panose="020B0503020204020204" charset="-122"/>
              </a:rPr>
              <a:t>温泉夜话，个谈秘密</a:t>
            </a:r>
            <a:endParaRPr lang="zh-CN" dirty="0" err="1">
              <a:solidFill>
                <a:schemeClr val="dk1"/>
              </a:solidFill>
              <a:sym typeface="微软雅黑" panose="020B0503020204020204" charset="-122"/>
            </a:endParaRPr>
          </a:p>
        </p:txBody>
      </p:sp>
      <p:sp>
        <p:nvSpPr>
          <p:cNvPr id="2" name="矩形 1"/>
          <p:cNvSpPr/>
          <p:nvPr>
            <p:custDataLst>
              <p:tags r:id="rId5"/>
            </p:custDataLst>
          </p:nvPr>
        </p:nvSpPr>
        <p:spPr>
          <a:xfrm>
            <a:off x="1626212" y="1496376"/>
            <a:ext cx="8915978" cy="4779137"/>
          </a:xfrm>
          <a:prstGeom prst="rect">
            <a:avLst/>
          </a:pr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solidFill>
                <a:schemeClr val="lt1"/>
              </a:solidFill>
              <a:latin typeface="微软雅黑" panose="020B0503020204020204" charset="-122"/>
              <a:ea typeface="微软雅黑" panose="020B0503020204020204" charset="-122"/>
              <a:cs typeface="+mn-ea"/>
              <a:sym typeface="+mn-lt"/>
            </a:endParaRPr>
          </a:p>
        </p:txBody>
      </p:sp>
      <p:cxnSp>
        <p:nvCxnSpPr>
          <p:cNvPr id="10" name="直接连接符 9"/>
          <p:cNvCxnSpPr/>
          <p:nvPr>
            <p:custDataLst>
              <p:tags r:id="rId6"/>
            </p:custDataLst>
          </p:nvPr>
        </p:nvCxnSpPr>
        <p:spPr>
          <a:xfrm>
            <a:off x="1772264" y="1218995"/>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custDataLst>
              <p:tags r:id="rId7"/>
            </p:custDataLst>
          </p:nvPr>
        </p:nvCxnSpPr>
        <p:spPr>
          <a:xfrm>
            <a:off x="1626210" y="1287787"/>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custDataLst>
              <p:tags r:id="rId8"/>
            </p:custDataLst>
          </p:nvPr>
        </p:nvCxnSpPr>
        <p:spPr>
          <a:xfrm>
            <a:off x="10166179" y="6085167"/>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custDataLst>
              <p:tags r:id="rId9"/>
            </p:custDataLst>
          </p:nvPr>
        </p:nvCxnSpPr>
        <p:spPr>
          <a:xfrm>
            <a:off x="10020125" y="6153960"/>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itle 6"/>
          <p:cNvSpPr txBox="1"/>
          <p:nvPr>
            <p:custDataLst>
              <p:tags r:id="rId10"/>
            </p:custDataLst>
          </p:nvPr>
        </p:nvSpPr>
        <p:spPr>
          <a:xfrm>
            <a:off x="1892883" y="1731304"/>
            <a:ext cx="8382634" cy="4309278"/>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两人在温泉池里又泡了一会儿，觉得身体已经放松得差不多了，便起身准备回房。按照日本温泉的礼仪，他们先用清水将身体冲洗干净，再把浴衣穿整齐，系好腰带。路过走廊时，看到蓉儿一个人站在窗边，月光透过玻璃窗洒在她身上，给她清冷的身影镀上了一层淡淡的银霜，显得格外孤寂。她手里依旧拿着那本《鼠氏物语》，眼神望着窗外的雪景，神情里带着一丝难以察觉的落寞，窗台上放着一个小巧的雪兔摆件和一张雪之神社的祈福签，和他们房间里的那张一模一样，签纸上的字迹娟秀，显然是她亲手求来的。
四眼犹豫了一下，还是走上前：“蓉儿老师，您也还没休息？”蓉儿回头，看到是他们，眼神柔和了一些，平日里的高冷消散了不少：“嗯，睡不着，出来看看雪，这里的雪夜很美，让人忍不住想起很多往事。你们也回去了？”牢大点点头，声音还有些发怯：“嗯，准备回去了，泡了一会儿觉得有点累了。”</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Tree>
    <p:custDataLst>
      <p:tags r:id="rId11"/>
    </p:custDataLst>
  </p:cSld>
  <p:clrMapOvr>
    <a:masterClrMapping/>
  </p:clrMapOvr>
  <p:transition spd="med"/>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3" name="直接连接符 2"/>
          <p:cNvCxnSpPr/>
          <p:nvPr>
            <p:custDataLst>
              <p:tags r:id="rId3"/>
            </p:custDataLst>
          </p:nvPr>
        </p:nvCxnSpPr>
        <p:spPr>
          <a:xfrm>
            <a:off x="457204" y="914407"/>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9"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sym typeface="微软雅黑" panose="020B0503020204020204" charset="-122"/>
              </a:rPr>
              <a:t>温泉夜话，个谈秘密</a:t>
            </a:r>
            <a:endParaRPr lang="zh-CN" dirty="0" err="1">
              <a:solidFill>
                <a:schemeClr val="dk1"/>
              </a:solidFill>
              <a:sym typeface="微软雅黑" panose="020B0503020204020204" charset="-122"/>
            </a:endParaRPr>
          </a:p>
        </p:txBody>
      </p:sp>
      <p:sp>
        <p:nvSpPr>
          <p:cNvPr id="11" name="Title 6"/>
          <p:cNvSpPr txBox="1"/>
          <p:nvPr>
            <p:custDataLst>
              <p:tags r:id="rId5"/>
            </p:custDataLst>
          </p:nvPr>
        </p:nvSpPr>
        <p:spPr>
          <a:xfrm>
            <a:off x="1585071" y="1837436"/>
            <a:ext cx="9021857" cy="4097528"/>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蓉儿看着他们，轻声说：“我知道你们之间的情谊，很纯粹，也很珍贵。别因为别人的话就怀疑自己，守住初心，比什么都重要。就像雪之神社的式神，无论遇到什么困难，都会坚守自己的使命，守护自己想守护的人。”她顿了顿，目光落在牢大微微泛红的眼角，补充道：“如果遇到什么麻烦，随时来找我，我会帮你们的，就当是……帮当年的自己。”说完，她便转身回了房间，门轻轻关上，留下两人站在原地，陷入沉思。他们知道，蓉儿定是从他们身上看到了年轻时的自己，那份不被理解的坚守，让她选择了默默守护。
回到房间，四眼反手锁上门，还特意扣上了门闩，从黑色背包里小心翼翼地拿出那条粉色碎花裙，用白色棉布轻轻擦拭了一下，递到牢大面前，声音压得很低：“快换上，我们去院子里拍几张照片，动作快点，别被别人发现了。外面的雪景这么美，配上这条裙子，肯定很好看。”牢大的眼睛瞬间亮了起来，像星星一样，接过裙子，快速躲到屏风后换上。</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Tree>
    <p:custDataLst>
      <p:tags r:id="rId6"/>
    </p:custDataLst>
  </p:cSld>
  <p:clrMapOvr>
    <a:masterClrMapping/>
  </p:clrMapOvr>
  <p:transition spd="med"/>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3" name="直接连接符 2"/>
          <p:cNvCxnSpPr/>
          <p:nvPr>
            <p:custDataLst>
              <p:tags r:id="rId3"/>
            </p:custDataLst>
          </p:nvPr>
        </p:nvCxnSpPr>
        <p:spPr>
          <a:xfrm>
            <a:off x="457204" y="914407"/>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9"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sym typeface="微软雅黑" panose="020B0503020204020204" charset="-122"/>
              </a:rPr>
              <a:t>温泉夜话，个谈秘密</a:t>
            </a:r>
            <a:endParaRPr lang="zh-CN" dirty="0" err="1">
              <a:solidFill>
                <a:schemeClr val="dk1"/>
              </a:solidFill>
              <a:sym typeface="微软雅黑" panose="020B0503020204020204" charset="-122"/>
            </a:endParaRPr>
          </a:p>
        </p:txBody>
      </p:sp>
      <p:sp>
        <p:nvSpPr>
          <p:cNvPr id="2" name="矩形 1"/>
          <p:cNvSpPr/>
          <p:nvPr>
            <p:custDataLst>
              <p:tags r:id="rId5"/>
            </p:custDataLst>
          </p:nvPr>
        </p:nvSpPr>
        <p:spPr>
          <a:xfrm>
            <a:off x="1626212" y="1496376"/>
            <a:ext cx="8915978" cy="4779137"/>
          </a:xfrm>
          <a:prstGeom prst="rect">
            <a:avLst/>
          </a:pr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solidFill>
                <a:schemeClr val="lt1"/>
              </a:solidFill>
              <a:latin typeface="微软雅黑" panose="020B0503020204020204" charset="-122"/>
              <a:ea typeface="微软雅黑" panose="020B0503020204020204" charset="-122"/>
              <a:cs typeface="+mn-ea"/>
              <a:sym typeface="+mn-lt"/>
            </a:endParaRPr>
          </a:p>
        </p:txBody>
      </p:sp>
      <p:cxnSp>
        <p:nvCxnSpPr>
          <p:cNvPr id="10" name="直接连接符 9"/>
          <p:cNvCxnSpPr/>
          <p:nvPr>
            <p:custDataLst>
              <p:tags r:id="rId6"/>
            </p:custDataLst>
          </p:nvPr>
        </p:nvCxnSpPr>
        <p:spPr>
          <a:xfrm>
            <a:off x="1772264" y="1218995"/>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custDataLst>
              <p:tags r:id="rId7"/>
            </p:custDataLst>
          </p:nvPr>
        </p:nvCxnSpPr>
        <p:spPr>
          <a:xfrm>
            <a:off x="1626210" y="1287787"/>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custDataLst>
              <p:tags r:id="rId8"/>
            </p:custDataLst>
          </p:nvPr>
        </p:nvCxnSpPr>
        <p:spPr>
          <a:xfrm>
            <a:off x="10166179" y="6085167"/>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custDataLst>
              <p:tags r:id="rId9"/>
            </p:custDataLst>
          </p:nvPr>
        </p:nvCxnSpPr>
        <p:spPr>
          <a:xfrm>
            <a:off x="10020125" y="6153960"/>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itle 6"/>
          <p:cNvSpPr txBox="1"/>
          <p:nvPr>
            <p:custDataLst>
              <p:tags r:id="rId10"/>
            </p:custDataLst>
          </p:nvPr>
        </p:nvSpPr>
        <p:spPr>
          <a:xfrm>
            <a:off x="1892883" y="1731304"/>
            <a:ext cx="8382634" cy="4309278"/>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粉色的雪纺布料衬得他皮肤愈发白皙透亮，像上好的羊脂玉，与窗外的白雪相互映衬，格外动人。裙摆随着他的走动轻轻晃动，上面的樱花图案仿佛在灯光下悄然绽放，精致的蕾丝花边勾勒出纤细的腰身，领口处的银线在暖光下闪着微光，让他看起来就像从樱花画里走出来的精灵。四眼站在一旁，看着眼前的景象，心跳漏了一拍，脸颊也不自觉地红了。他走上前，帮牢大整理了一下领口，指尖不经意间触碰到他脖颈的温热，两人都愣了一下，脸颊瞬间变得滚烫。“真好看，像从樱花画里走出来的人一样，比雪祭上的樱花雪雕还要美。”四眼的声音有些沙哑，眼神里满是惊艳和温柔，拿起手机，准备拍照，心里暗暗发誓，一定要把这一刻永远定格下来。</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Tree>
    <p:custDataLst>
      <p:tags r:id="rId11"/>
    </p:custDataLst>
  </p:cSld>
  <p:clrMapOvr>
    <a:masterClrMapping/>
  </p:clrMapOvr>
  <p:transition spd="med"/>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ctrTitle"/>
            <p:custDataLst>
              <p:tags r:id="rId1"/>
            </p:custDataLst>
          </p:nvPr>
        </p:nvSpPr>
        <p:spPr/>
        <p:txBody>
          <a:bodyPr>
            <a:normAutofit fontScale="80000"/>
          </a:bodyPr>
          <a:lstStyle/>
          <a:p>
            <a:r>
              <a:rPr lang="zh-CN" altLang="en-US" sz="6625" dirty="0">
                <a:solidFill>
                  <a:schemeClr val="accent1"/>
                </a:solidFill>
                <a:sym typeface="Arial" panose="020B0604020202020204" pitchFamily="34" charset="0"/>
              </a:rPr>
              <a:t>第四章 雪夜惊遇，守护与算计</a:t>
            </a:r>
            <a:endParaRPr lang="zh-CN" altLang="en-US" sz="6625" dirty="0">
              <a:solidFill>
                <a:schemeClr val="accent1"/>
              </a:solidFill>
              <a:sym typeface="Arial" panose="020B0604020202020204" pitchFamily="34" charset="0"/>
            </a:endParaRPr>
          </a:p>
        </p:txBody>
      </p:sp>
      <p:sp>
        <p:nvSpPr>
          <p:cNvPr id="4" name="文本占位符 3"/>
          <p:cNvSpPr>
            <a:spLocks noGrp="1"/>
          </p:cNvSpPr>
          <p:nvPr>
            <p:ph type="body" sz="quarter" idx="13"/>
            <p:custDataLst>
              <p:tags r:id="rId2"/>
            </p:custDataLst>
          </p:nvPr>
        </p:nvSpPr>
        <p:spPr/>
        <p:txBody>
          <a:bodyPr/>
          <a:lstStyle/>
          <a:p>
            <a:endParaRPr lang="zh-CN" altLang="en-US" dirty="0">
              <a:solidFill>
                <a:schemeClr val="accent1"/>
              </a:solidFill>
              <a:sym typeface="Arial" panose="020B0604020202020204" pitchFamily="34" charset="0"/>
            </a:endParaRPr>
          </a:p>
          <a:p>
            <a:endParaRPr lang="zh-CN" altLang="en-US" dirty="0">
              <a:solidFill>
                <a:schemeClr val="accent1"/>
              </a:solidFill>
              <a:sym typeface="Arial" panose="020B0604020202020204" pitchFamily="34" charset="0"/>
            </a:endParaRPr>
          </a:p>
        </p:txBody>
      </p:sp>
    </p:spTree>
    <p:custDataLst>
      <p:tags r:id="rId3"/>
    </p:custData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3" name="直接连接符 2"/>
          <p:cNvCxnSpPr/>
          <p:nvPr>
            <p:custDataLst>
              <p:tags r:id="rId3"/>
            </p:custDataLst>
          </p:nvPr>
        </p:nvCxnSpPr>
        <p:spPr>
          <a:xfrm>
            <a:off x="457204" y="914407"/>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9"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sym typeface="微软雅黑" panose="020B0503020204020204" charset="-122"/>
              </a:rPr>
              <a:t>雪夜惊遇，守护与算计</a:t>
            </a:r>
            <a:endParaRPr lang="zh-CN" dirty="0" err="1">
              <a:solidFill>
                <a:schemeClr val="dk1"/>
              </a:solidFill>
              <a:sym typeface="微软雅黑" panose="020B0503020204020204" charset="-122"/>
            </a:endParaRPr>
          </a:p>
        </p:txBody>
      </p:sp>
      <p:sp>
        <p:nvSpPr>
          <p:cNvPr id="11" name="Title 6"/>
          <p:cNvSpPr txBox="1"/>
          <p:nvPr>
            <p:custDataLst>
              <p:tags r:id="rId5"/>
            </p:custDataLst>
          </p:nvPr>
        </p:nvSpPr>
        <p:spPr>
          <a:xfrm>
            <a:off x="457155" y="1771634"/>
            <a:ext cx="11277678" cy="4229126"/>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深夜的旅馆院子里，积雪已经没过了脚踝，踩上去发出“咯吱——咯吱——”的声响，在寂静的夜晚格外清晰，仿佛是雪精灵在轻声歌唱。月光像一层薄薄的银纱，轻柔地洒在雪地上，将整个院子照亮，雪地上留下一串串深浅不一的脚印，像一串串省略号，诉说着不为人知的秘密。露天温泉池冒着袅袅热气，与寒冷的空气交融在一起，形成一层淡淡的薄雾，缭绕在院子里，宛如仙境，池边的岩石上结着一层薄薄的冰，折射着月光，闪闪发光，那是温泉水汽遇冷凝结而成，在日本被称为“雪华冰”，是雪夜温泉独有的景致。
院子角落的樱花树枝桠上积满了白雪，枝头挂着一个小小的风铃，那是日式旅馆常见的“雪风铃”，偶尔被风吹过，发出“叮铃铃”的清脆声响，像雪之神社里的祈福铃声，格外悦耳，给寂静的夜晚增添了几分生机。树下还立着一尊小小的狐狸式神石像，石像半埋在雪中，眼睛镶嵌着红色琉璃，与牢大口袋里的挂件如出一辙，显然是旅馆用来祈福的。</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Tree>
    <p:custDataLst>
      <p:tags r:id="rId6"/>
    </p:custDataLst>
  </p:cSld>
  <p:clrMapOvr>
    <a:masterClrMapping/>
  </p:clrMapOvr>
  <p:transition spd="med"/>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3" name="直接连接符 2"/>
          <p:cNvCxnSpPr/>
          <p:nvPr>
            <p:custDataLst>
              <p:tags r:id="rId3"/>
            </p:custDataLst>
          </p:nvPr>
        </p:nvCxnSpPr>
        <p:spPr>
          <a:xfrm>
            <a:off x="457204" y="914407"/>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9"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sym typeface="微软雅黑" panose="020B0503020204020204" charset="-122"/>
              </a:rPr>
              <a:t>雪夜惊遇，守护与算计</a:t>
            </a:r>
            <a:endParaRPr lang="zh-CN" dirty="0" err="1">
              <a:solidFill>
                <a:schemeClr val="dk1"/>
              </a:solidFill>
              <a:sym typeface="微软雅黑" panose="020B0503020204020204" charset="-122"/>
            </a:endParaRPr>
          </a:p>
        </p:txBody>
      </p:sp>
      <p:sp>
        <p:nvSpPr>
          <p:cNvPr id="11" name="Title 6"/>
          <p:cNvSpPr txBox="1"/>
          <p:nvPr>
            <p:custDataLst>
              <p:tags r:id="rId5"/>
            </p:custDataLst>
          </p:nvPr>
        </p:nvSpPr>
        <p:spPr>
          <a:xfrm>
            <a:off x="457155" y="1771634"/>
            <a:ext cx="11277678" cy="4229126"/>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牢大拉着四眼的手，粉色的裙摆扫过洁白的积雪，沾着几朵小小的雪花，红白相映，格外动人。他像个孩子一样，在雪地里转了个圈，裙摆飞扬，樱花图案在月光下显得格外逼真，仿佛真的有樱花在他身边绽放。“这里真安静，像不像小时候我们藏秘密的旧仓库？只有我们两个人，没有别人的眼光，也没有别人的议论，可以随心所欲地做自己想做的事情。”牢大笑着说，眼底闪烁着兴奋的光芒，像个终于实现愿望的孩子，笑容纯粹又灿烂，眼角的弧度柔和得如同春日初绽的樱花瓣。他身形本就苗条，男生女相的轮廓在月光与雪色的映衬下，更添几分雌雄莫辨的柔美，粉色裙摆在雪地里划出的弧线，宛如雪精灵舞动的轨迹。
四眼从身后轻轻抱住他，下巴抵在他的肩膀上，感受着他身上淡淡的馨香——那是出发前特意带的樱花味沐浴露，混着雪后清冷的空气，格外清新。四眼身形瘦高，怀抱却带着让人安心的暖意，他轻声说：“比旧仓库好太多了，这里有雪，有月光，还有你。</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Tree>
    <p:custDataLst>
      <p:tags r:id="rId6"/>
    </p:custDataLst>
  </p:cSld>
  <p:clrMapOvr>
    <a:masterClrMapping/>
  </p:clrMapOvr>
  <p:transition spd="med"/>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3" name="直接连接符 2"/>
          <p:cNvCxnSpPr/>
          <p:nvPr>
            <p:custDataLst>
              <p:tags r:id="rId3"/>
            </p:custDataLst>
          </p:nvPr>
        </p:nvCxnSpPr>
        <p:spPr>
          <a:xfrm>
            <a:off x="457204" y="914407"/>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9"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sym typeface="微软雅黑" panose="020B0503020204020204" charset="-122"/>
              </a:rPr>
              <a:t>雪夜惊遇，守护与算计</a:t>
            </a:r>
            <a:endParaRPr lang="zh-CN" dirty="0" err="1">
              <a:solidFill>
                <a:schemeClr val="dk1"/>
              </a:solidFill>
              <a:sym typeface="微软雅黑" panose="020B0503020204020204" charset="-122"/>
            </a:endParaRPr>
          </a:p>
        </p:txBody>
      </p:sp>
      <p:sp>
        <p:nvSpPr>
          <p:cNvPr id="2" name="矩形 1"/>
          <p:cNvSpPr/>
          <p:nvPr>
            <p:custDataLst>
              <p:tags r:id="rId5"/>
            </p:custDataLst>
          </p:nvPr>
        </p:nvSpPr>
        <p:spPr>
          <a:xfrm>
            <a:off x="1626212" y="1496376"/>
            <a:ext cx="8915978" cy="4779137"/>
          </a:xfrm>
          <a:prstGeom prst="rect">
            <a:avLst/>
          </a:pr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solidFill>
                <a:schemeClr val="lt1"/>
              </a:solidFill>
              <a:latin typeface="微软雅黑" panose="020B0503020204020204" charset="-122"/>
              <a:ea typeface="微软雅黑" panose="020B0503020204020204" charset="-122"/>
              <a:cs typeface="+mn-ea"/>
              <a:sym typeface="+mn-lt"/>
            </a:endParaRPr>
          </a:p>
        </p:txBody>
      </p:sp>
      <p:cxnSp>
        <p:nvCxnSpPr>
          <p:cNvPr id="10" name="直接连接符 9"/>
          <p:cNvCxnSpPr/>
          <p:nvPr>
            <p:custDataLst>
              <p:tags r:id="rId6"/>
            </p:custDataLst>
          </p:nvPr>
        </p:nvCxnSpPr>
        <p:spPr>
          <a:xfrm>
            <a:off x="1772264" y="1218995"/>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custDataLst>
              <p:tags r:id="rId7"/>
            </p:custDataLst>
          </p:nvPr>
        </p:nvCxnSpPr>
        <p:spPr>
          <a:xfrm>
            <a:off x="1626210" y="1287787"/>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custDataLst>
              <p:tags r:id="rId8"/>
            </p:custDataLst>
          </p:nvPr>
        </p:nvCxnSpPr>
        <p:spPr>
          <a:xfrm>
            <a:off x="10166179" y="6085167"/>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custDataLst>
              <p:tags r:id="rId9"/>
            </p:custDataLst>
          </p:nvPr>
        </p:nvCxnSpPr>
        <p:spPr>
          <a:xfrm>
            <a:off x="10020125" y="6153960"/>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itle 6"/>
          <p:cNvSpPr txBox="1"/>
          <p:nvPr>
            <p:custDataLst>
              <p:tags r:id="rId10"/>
            </p:custDataLst>
          </p:nvPr>
        </p:nvSpPr>
        <p:spPr>
          <a:xfrm>
            <a:off x="1892883" y="1731304"/>
            <a:ext cx="8382634" cy="4309278"/>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以后我们每年都来北海道，春天一起来看樱花，去平野公园看漫天樱吹雪，坐在河岸边吃樱饼、喝樱茶；冬天一起来看雪，泡温泉、看雪祭，把这里当成我们永远的秘密基地。”他缓缓抬起手机，指尖轻轻按下快门，定格下这美好的瞬间。照片里，牢大穿着粉色碎花裙站在雪地里，脸上带着毫无防备的灿烂笑容，月光洒在他白皙的脸颊上，像给肌肤镀了一层柔光，活脱脱一个坠落人间的樱花精灵。他还特意调整了角度，将身后的雪见灯笼、樱花枝桠都纳入画面，暖黄的灯光与冷白的雪色交织，衬得画面格外有氛围感。
就在这时，远处传来轻微的脚步声，夹杂着低低的说话声，两人脸色骤变，连忙拉着手躲到粗壮的樱花树后，屏住呼吸，心脏“怦怦”直跳，指尖因紧张而微微发凉。四眼悄悄探出头，透过樱花树枝桠的缝隙望去，只见老登和莫波基慢慢走了过来，</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Tree>
    <p:custDataLst>
      <p:tags r:id="rId11"/>
    </p:custDataLst>
  </p:cSld>
  <p:clrMapOvr>
    <a:masterClrMapping/>
  </p:clrMapOvr>
  <p:transition spd="med"/>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3" name="直接连接符 2"/>
          <p:cNvCxnSpPr/>
          <p:nvPr>
            <p:custDataLst>
              <p:tags r:id="rId3"/>
            </p:custDataLst>
          </p:nvPr>
        </p:nvCxnSpPr>
        <p:spPr>
          <a:xfrm>
            <a:off x="457204" y="914407"/>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9"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sym typeface="微软雅黑" panose="020B0503020204020204" charset="-122"/>
              </a:rPr>
              <a:t>雪夜惊遇，守护与算计</a:t>
            </a:r>
            <a:endParaRPr lang="zh-CN" dirty="0" err="1">
              <a:solidFill>
                <a:schemeClr val="dk1"/>
              </a:solidFill>
              <a:sym typeface="微软雅黑" panose="020B0503020204020204" charset="-122"/>
            </a:endParaRPr>
          </a:p>
        </p:txBody>
      </p:sp>
      <p:sp>
        <p:nvSpPr>
          <p:cNvPr id="11" name="Title 6"/>
          <p:cNvSpPr txBox="1"/>
          <p:nvPr>
            <p:custDataLst>
              <p:tags r:id="rId5"/>
            </p:custDataLst>
          </p:nvPr>
        </p:nvSpPr>
        <p:spPr>
          <a:xfrm>
            <a:off x="457155" y="1771634"/>
            <a:ext cx="11277678" cy="4229126"/>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老登手里捧着一个崭新的魔法少女手办，包装盒上印着“秋叶原限定”的字样，他宝贝似的护在怀里，时不时用袖口擦拭盒面的积雪，嘴里还拖拖沓沓地念叨着：“这……这可是我托侄子抢了三天才抢到的，限量三百个呢，比上次那个魔法少女剧场版的周边还珍贵，等回去我就摆在书桌最显眼的地方，天天看着都高兴……这做工，这配色，比雪祭的冰雕还精致……”他说话的语速慢悠悠的，自带一股催眠似的语调，可此刻却透着难以掩饰的激动，连平日里有些佝偻的脊背都挺直了几分。
莫波基肩上扛着一把小小的木铲，手里拎着一个粗布布袋，袋子里鼓鼓囊囊的，隐约露出红色的纽扣和一块粉色的布料——那布料的质地、纹样，竟和牢大身上的碎花裙有七分相似。他依旧板着脸，眉头紧锁，语气带着几分嫌弃：“幼……幼稚，</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Tree>
    <p:custDataLst>
      <p:tags r:id="rId6"/>
    </p:custDataLst>
  </p:cSld>
  <p:clrMapOvr>
    <a:masterClrMapping/>
  </p:clrMapOvr>
  <p:transition spd="med"/>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3" name="直接连接符 2"/>
          <p:cNvCxnSpPr/>
          <p:nvPr>
            <p:custDataLst>
              <p:tags r:id="rId3"/>
            </p:custDataLst>
          </p:nvPr>
        </p:nvCxnSpPr>
        <p:spPr>
          <a:xfrm>
            <a:off x="457204" y="914407"/>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9"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sym typeface="微软雅黑" panose="020B0503020204020204" charset="-122"/>
              </a:rPr>
              <a:t>雪夜惊遇，守护与算计</a:t>
            </a:r>
            <a:endParaRPr lang="zh-CN" dirty="0" err="1">
              <a:solidFill>
                <a:schemeClr val="dk1"/>
              </a:solidFill>
              <a:sym typeface="微软雅黑" panose="020B0503020204020204" charset="-122"/>
            </a:endParaRPr>
          </a:p>
        </p:txBody>
      </p:sp>
      <p:sp>
        <p:nvSpPr>
          <p:cNvPr id="11" name="Title 6"/>
          <p:cNvSpPr txBox="1"/>
          <p:nvPr>
            <p:custDataLst>
              <p:tags r:id="rId5"/>
            </p:custDataLst>
          </p:nvPr>
        </p:nvSpPr>
        <p:spPr>
          <a:xfrm>
            <a:off x="457155" y="1771634"/>
            <a:ext cx="11277678" cy="4229126"/>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多大年纪了还玩这种小孩子的游戏，传出去让人笑话。一把年纪的人了，不好好琢磨怎么看管学生，整天惦记这些没用的玩意儿，像话吗？”话虽如此，他却已经放下布袋，拿起木铲铲起地上的积雪，动作熟练而认真，掌心的温度似乎都传递给了冰冷的白雪，甚至还特意挑了质地更紧实的雪堆，显然是怕雪雕不够牢固，还念叨着：“雪要选背阴处的，不容易化，还要准备点清水，洒在表面，冻硬了更耐用，这都是我小时候在东北堆雪雕的经验。”
两人躲在树后，大气不敢喘一口，生怕被发现。他们静静地看着莫波基嘴上嫌弃个不停，手上的动作却格外细致：先堆出雪人的雏形，又耐心地帮老登调整雪人的姿势，让雪人的站姿更符合魔法少女的灵动姿态；小心翼翼地将红色纽扣嵌在雪人脸上当眼睛，还特意调整了角度，让“眼睛”透着几分俏皮；又用粉色布料仔细地围在雪人身上做裙子，甚至还特意整理出裙摆的褶皱，模仿着裙摆飞扬的弧度；最后从口袋里掏出一条白色的毛线围巾，轻轻系在雪人脖子上，瞬间让雪人变得格外灵动。</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Tree>
    <p:custDataLst>
      <p:tags r:id="rId6"/>
    </p:custDataLst>
  </p:cSld>
  <p:clrMapOvr>
    <a:masterClrMapping/>
  </p:clrMapOvr>
  <p:transition spd="med"/>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3" name="直接连接符 2"/>
          <p:cNvCxnSpPr/>
          <p:nvPr>
            <p:custDataLst>
              <p:tags r:id="rId3"/>
            </p:custDataLst>
          </p:nvPr>
        </p:nvCxnSpPr>
        <p:spPr>
          <a:xfrm>
            <a:off x="457204" y="914407"/>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9"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sym typeface="微软雅黑" panose="020B0503020204020204" charset="-122"/>
              </a:rPr>
              <a:t>雪夜惊遇，守护与算计</a:t>
            </a:r>
            <a:endParaRPr lang="zh-CN" dirty="0" err="1">
              <a:solidFill>
                <a:schemeClr val="dk1"/>
              </a:solidFill>
              <a:sym typeface="微软雅黑" panose="020B0503020204020204" charset="-122"/>
            </a:endParaRPr>
          </a:p>
        </p:txBody>
      </p:sp>
      <p:sp>
        <p:nvSpPr>
          <p:cNvPr id="2" name="矩形 1"/>
          <p:cNvSpPr/>
          <p:nvPr>
            <p:custDataLst>
              <p:tags r:id="rId5"/>
            </p:custDataLst>
          </p:nvPr>
        </p:nvSpPr>
        <p:spPr>
          <a:xfrm>
            <a:off x="1626212" y="1496376"/>
            <a:ext cx="8915978" cy="4779137"/>
          </a:xfrm>
          <a:prstGeom prst="rect">
            <a:avLst/>
          </a:pr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solidFill>
                <a:schemeClr val="lt1"/>
              </a:solidFill>
              <a:latin typeface="微软雅黑" panose="020B0503020204020204" charset="-122"/>
              <a:ea typeface="微软雅黑" panose="020B0503020204020204" charset="-122"/>
              <a:cs typeface="+mn-ea"/>
              <a:sym typeface="+mn-lt"/>
            </a:endParaRPr>
          </a:p>
        </p:txBody>
      </p:sp>
      <p:cxnSp>
        <p:nvCxnSpPr>
          <p:cNvPr id="10" name="直接连接符 9"/>
          <p:cNvCxnSpPr/>
          <p:nvPr>
            <p:custDataLst>
              <p:tags r:id="rId6"/>
            </p:custDataLst>
          </p:nvPr>
        </p:nvCxnSpPr>
        <p:spPr>
          <a:xfrm>
            <a:off x="1772264" y="1218995"/>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custDataLst>
              <p:tags r:id="rId7"/>
            </p:custDataLst>
          </p:nvPr>
        </p:nvCxnSpPr>
        <p:spPr>
          <a:xfrm>
            <a:off x="1626210" y="1287787"/>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custDataLst>
              <p:tags r:id="rId8"/>
            </p:custDataLst>
          </p:nvPr>
        </p:nvCxnSpPr>
        <p:spPr>
          <a:xfrm>
            <a:off x="10166179" y="6085167"/>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custDataLst>
              <p:tags r:id="rId9"/>
            </p:custDataLst>
          </p:nvPr>
        </p:nvCxnSpPr>
        <p:spPr>
          <a:xfrm>
            <a:off x="10020125" y="6153960"/>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itle 6"/>
          <p:cNvSpPr txBox="1"/>
          <p:nvPr>
            <p:custDataLst>
              <p:tags r:id="rId10"/>
            </p:custDataLst>
          </p:nvPr>
        </p:nvSpPr>
        <p:spPr>
          <a:xfrm>
            <a:off x="1892883" y="1731304"/>
            <a:ext cx="8382634" cy="4309278"/>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老登站在一旁，笑得像个傻子，时不时给莫波基递木铲、递布料，还絮絮叨叨地指导，语速依旧拖沓：“左……左边的裙摆再往外拉一点，魔法少女变身的时候裙摆都是这样的；还有头发，用松针插得均匀一点，要像波浪卷一样……对，就是这样，再……再调整一下，更像了！”两人配合默契，氛围温馨得让人不忍打扰，那奇怪的亲昵感，在雪夜的映衬下格外明显，像极了藏着秘密的知己。四眼和牢大看着这一幕，心里泛起阵阵暖意，原来莫波基冰冷的外表下，藏着这样温柔的一面，就像北海道的雪，看似冰冷，却能孕育出温暖的情谊。
“没想到莫大爷看着冷冰冰的，对老登老师这么好。”牢大凑在四眼耳边，用只有两人能听到的声音小声说，眼神里满是羡慕，指尖轻轻攥了攥四眼的手。四眼轻轻点头，眼神里带着几分感慨：“他们之间，肯定也藏着很多不为人知的故事，像我们一样，不管别人怎么看，都彼此守护，相互陪伴。</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Tree>
    <p:custDataLst>
      <p:tags r:id="rId11"/>
    </p:custDataLst>
  </p:cSld>
  <p:clrMapOvr>
    <a:masterClrMapping/>
  </p:clrMapOvr>
  <p:transition spd="med"/>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3" name="直接连接符 2"/>
          <p:cNvCxnSpPr/>
          <p:nvPr>
            <p:custDataLst>
              <p:tags r:id="rId3"/>
            </p:custDataLst>
          </p:nvPr>
        </p:nvCxnSpPr>
        <p:spPr>
          <a:xfrm>
            <a:off x="457204" y="914407"/>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9"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sym typeface="微软雅黑" panose="020B0503020204020204" charset="-122"/>
              </a:rPr>
              <a:t>雪夜惊遇，守护与算计</a:t>
            </a:r>
            <a:endParaRPr lang="zh-CN" dirty="0" err="1">
              <a:solidFill>
                <a:schemeClr val="dk1"/>
              </a:solidFill>
              <a:sym typeface="微软雅黑" panose="020B0503020204020204" charset="-122"/>
            </a:endParaRPr>
          </a:p>
        </p:txBody>
      </p:sp>
      <p:sp>
        <p:nvSpPr>
          <p:cNvPr id="11" name="Title 6"/>
          <p:cNvSpPr txBox="1"/>
          <p:nvPr>
            <p:custDataLst>
              <p:tags r:id="rId5"/>
            </p:custDataLst>
          </p:nvPr>
        </p:nvSpPr>
        <p:spPr>
          <a:xfrm>
            <a:off x="1585071" y="1837436"/>
            <a:ext cx="9021857" cy="4097528"/>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或许，每个人的心里，都藏着一个想拼尽全力守护的人，就像雪之神社的式神，永远坚守着自己的使命，不会因为外界的非议而动摇。”他看着莫波基悄悄帮老登拍掉肩上的积雪，眼底的冰冷彻底消融，只剩下藏不住的温柔，忽然觉得，所谓的守护，或许就是这样，嘴上说着嫌弃，行动上却处处迁就。
雪人堆好后，老登满意地绕着雪人转了两圈，靠在莫波基的肩膀上，语气温柔得像变了一个人，语速也快了几分：“老莫，你还记得小时候吗？村里的孩子都嘲笑我喜欢魔法少女，说我不男不女，只有你不笑话我，还帮我挡那些扔石头的坏孩子。有一次他们把我的魔法少女贴纸撕了，你还帮我把他们揍了一顿，结果自己被家长罚站了一下午。这么多年过去了，身边的人来了又走，只有你一直陪在我身边。就像北海道的雪，每年都如期而至，从未改变；就像雪之神社的式神，永远守护着自己想守护的人。”</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Tree>
    <p:custDataLst>
      <p:tags r:id="rId6"/>
    </p:custDataLst>
  </p:cSld>
  <p:clrMapOvr>
    <a:masterClrMapping/>
  </p:clrMapOvr>
  <p:transition spd="med"/>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3" name="直接连接符 2"/>
          <p:cNvCxnSpPr/>
          <p:nvPr>
            <p:custDataLst>
              <p:tags r:id="rId3"/>
            </p:custDataLst>
          </p:nvPr>
        </p:nvCxnSpPr>
        <p:spPr>
          <a:xfrm>
            <a:off x="457204" y="914407"/>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9"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sym typeface="微软雅黑" panose="020B0503020204020204" charset="-122"/>
              </a:rPr>
              <a:t>雪夜惊遇，守护与算计</a:t>
            </a:r>
            <a:endParaRPr lang="zh-CN" dirty="0" err="1">
              <a:solidFill>
                <a:schemeClr val="dk1"/>
              </a:solidFill>
              <a:sym typeface="微软雅黑" panose="020B0503020204020204" charset="-122"/>
            </a:endParaRPr>
          </a:p>
        </p:txBody>
      </p:sp>
      <p:sp>
        <p:nvSpPr>
          <p:cNvPr id="11" name="Title 6"/>
          <p:cNvSpPr txBox="1"/>
          <p:nvPr>
            <p:custDataLst>
              <p:tags r:id="rId5"/>
            </p:custDataLst>
          </p:nvPr>
        </p:nvSpPr>
        <p:spPr>
          <a:xfrm>
            <a:off x="457155" y="1771634"/>
            <a:ext cx="11277678" cy="4229126"/>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莫波基的身体僵了一下，眼神瞬间变得温柔起来，那层冰冷的外壳仿佛被融化，他抬手拍了拍老登的后背，声音沙哑却带着几分暖意：“都过去了，别再提了。现在我们一直在一起，以后也会一直在一起。”他的声音里带着一丝不易察觉的哽咽，像是在压抑着积攒了多年的情绪，抬手将老登被风吹乱的头发理了理，动作笨拙却格外认真。过了一会儿，他从口袋里掏出一个小小的狐狸式神挂件，递给老登：“这个，给你，雪之神社求的，说是能守护想守护的人。”老登接过挂件，眼眶瞬间红了，紧紧攥在手里，像捧着稀世珍宝。
老登和莫波基并肩走远后，四眼和牢大才松了口气，从樱花树后走了出来。他们走到那个魔法少女雪人旁，仔细打量着，雪人做得惟妙惟肖，粉色的“裙子”在月光下格外显眼，红色的纽扣眼睛透着几分灵动，松针做的头发整齐地贴在头顶，甚至还在雪人的手上“握”了一根用树枝和彩绳做的魔法棒，确实像老登说的那样可爱。</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Tree>
    <p:custDataLst>
      <p:tags r:id="rId6"/>
    </p:custDataLst>
  </p:cSld>
  <p:clrMapOvr>
    <a:masterClrMapping/>
  </p:clrMapOvr>
  <p:transition spd="med"/>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3" name="直接连接符 2"/>
          <p:cNvCxnSpPr/>
          <p:nvPr>
            <p:custDataLst>
              <p:tags r:id="rId3"/>
            </p:custDataLst>
          </p:nvPr>
        </p:nvCxnSpPr>
        <p:spPr>
          <a:xfrm>
            <a:off x="457204" y="914407"/>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9"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sym typeface="微软雅黑" panose="020B0503020204020204" charset="-122"/>
              </a:rPr>
              <a:t>雪夜惊遇，守护与算计</a:t>
            </a:r>
            <a:endParaRPr lang="zh-CN" dirty="0" err="1">
              <a:solidFill>
                <a:schemeClr val="dk1"/>
              </a:solidFill>
              <a:sym typeface="微软雅黑" panose="020B0503020204020204" charset="-122"/>
            </a:endParaRPr>
          </a:p>
        </p:txBody>
      </p:sp>
      <p:sp>
        <p:nvSpPr>
          <p:cNvPr id="11" name="Title 6"/>
          <p:cNvSpPr txBox="1"/>
          <p:nvPr>
            <p:custDataLst>
              <p:tags r:id="rId5"/>
            </p:custDataLst>
          </p:nvPr>
        </p:nvSpPr>
        <p:spPr>
          <a:xfrm>
            <a:off x="1585071" y="1837436"/>
            <a:ext cx="9021857" cy="4097528"/>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老登老师的心思真细，竟然能想到用松针做头发，还用彩绳装饰魔法棒。”牢大笑着说，伸手轻轻碰了碰雪人的“裙子”，指尖传来冰凉的触感，雪花顺着指尖滑落。他忍不住模仿着雪人的姿势转了个圈，裙摆与雪人的裙摆相映，仿佛两个樱花精灵在雪夜中起舞。
四眼从口袋里掏出一颗橘子糖，剥开糖纸递给牢大：“吃颗糖，甜一甜，暖一暖身子，外面太冷了，别冻着。”牢大接过糖放进嘴里，甜丝丝的味道在舌尖蔓延开来，驱散了些许寒意。他将剥下来的糖纸小心翼翼地叠成一个小小的樱花形状，放进贴身的口袋里——这是他们之间独有的小默契，每次吃到好吃的糖，都会把糖纸收藏起来，一张又一张，攒着的都是彼此陪伴的证据。四眼看着他认真叠糖纸的模样，忍不住抬手揉了揉他的头发，月光下，牢大的睫毛长长的，像蝶翼般轻颤，眼底的温柔几乎要溢出来。</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Tree>
    <p:custDataLst>
      <p:tags r:id="rId6"/>
    </p:custDataLst>
  </p:cSld>
  <p:clrMapOvr>
    <a:masterClrMapping/>
  </p:clrMapOvr>
  <p:transition spd="med"/>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3" name="直接连接符 2"/>
          <p:cNvCxnSpPr/>
          <p:nvPr>
            <p:custDataLst>
              <p:tags r:id="rId3"/>
            </p:custDataLst>
          </p:nvPr>
        </p:nvCxnSpPr>
        <p:spPr>
          <a:xfrm>
            <a:off x="457204" y="914407"/>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9"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sym typeface="微软雅黑" panose="020B0503020204020204" charset="-122"/>
              </a:rPr>
              <a:t>雪夜惊遇，守护与算计</a:t>
            </a:r>
            <a:endParaRPr lang="zh-CN" dirty="0" err="1">
              <a:solidFill>
                <a:schemeClr val="dk1"/>
              </a:solidFill>
              <a:sym typeface="微软雅黑" panose="020B0503020204020204" charset="-122"/>
            </a:endParaRPr>
          </a:p>
        </p:txBody>
      </p:sp>
      <p:sp>
        <p:nvSpPr>
          <p:cNvPr id="11" name="Title 6"/>
          <p:cNvSpPr txBox="1"/>
          <p:nvPr>
            <p:custDataLst>
              <p:tags r:id="rId5"/>
            </p:custDataLst>
          </p:nvPr>
        </p:nvSpPr>
        <p:spPr>
          <a:xfrm>
            <a:off x="457155" y="1771634"/>
            <a:ext cx="11277678" cy="4229126"/>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突然，二楼传来窗户拉动的声响，两人心中一惊，连忙抬头望去，只见蓉儿站在二楼的阳台上，身上披着一件浅灰色的羊毛披肩，手里拿着那本《鼠氏物语》，眼神静静地望着他们，没有惊讶，也没有指责，眼底只有淡淡的了然。她身形瘦高，穿着素色的羊毛衫，在月光下宛如古装剧里走出的大家闺秀，自带一股高雅的气质，指尖的银镯在月光下闪着微光，与她身上的清冷气息相得益彰。
四眼和牢大的心瞬间收紧，紧张得手心冒汗，牢大下意识地往四眼身后躲了躲，双手紧紧攥着裙摆，生怕被她训斥——毕竟蓉儿平时虽高冷，却极爱管教人，若是被她发现这般“不合规矩”的模样，免不了一顿说教。却没想到，蓉儿只是对着他们轻轻点了点头，眼神里带着几分理解和温柔，然后便转身关上了窗户，仿佛什么都没看见，只留下窗台上那盏小小的雪见灯笼，在夜色中泛着暖光。</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Tree>
    <p:custDataLst>
      <p:tags r:id="rId6"/>
    </p:custDataLst>
  </p:cSld>
  <p:clrMapOvr>
    <a:masterClrMapping/>
  </p:clrMapOvr>
  <p:transition spd="med"/>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3" name="直接连接符 2"/>
          <p:cNvCxnSpPr/>
          <p:nvPr>
            <p:custDataLst>
              <p:tags r:id="rId3"/>
            </p:custDataLst>
          </p:nvPr>
        </p:nvCxnSpPr>
        <p:spPr>
          <a:xfrm>
            <a:off x="457204" y="914407"/>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9"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sym typeface="微软雅黑" panose="020B0503020204020204" charset="-122"/>
              </a:rPr>
              <a:t>雪夜惊遇，守护与算计</a:t>
            </a:r>
            <a:endParaRPr lang="zh-CN" dirty="0" err="1">
              <a:solidFill>
                <a:schemeClr val="dk1"/>
              </a:solidFill>
              <a:sym typeface="微软雅黑" panose="020B0503020204020204" charset="-122"/>
            </a:endParaRPr>
          </a:p>
        </p:txBody>
      </p:sp>
      <p:sp>
        <p:nvSpPr>
          <p:cNvPr id="11" name="Title 6"/>
          <p:cNvSpPr txBox="1"/>
          <p:nvPr>
            <p:custDataLst>
              <p:tags r:id="rId5"/>
            </p:custDataLst>
          </p:nvPr>
        </p:nvSpPr>
        <p:spPr>
          <a:xfrm>
            <a:off x="457155" y="1771634"/>
            <a:ext cx="11277678" cy="4229126"/>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四眼和牢大对视一眼，都从彼此眼中看到了惊讶，他们知道，蓉儿定是看穿了他们的秘密，却选择了沉默守护。“她……她好像知道我们的事。”牢大拉着四眼的手，小声地说，语气里带着几分惊讶和疑惑。四眼若有所思地望着二楼的窗户，轻声说：“或许她也有过类似的过往，心里藏着不为人知的秘密，所以才会理解我们。就像《鼠氏物语》里的主角，每个人都有自己的坚守，不被世俗理解，却依旧执着。她平时喜欢看古装剧，那些剧里多的是身不由己的坚守，或许她从我们身上，看到了那些角色的影子。”
他拉着牢大的手，语气带着几分急切：“我们快点再拍几张照片就回去，别再逗留了，免得被别人发现。”说着，他举起手机，接连拍了几张，有牢大站在雪人旁的模样，有两人并肩的剪影，还有雪夜中飞舞的雪花落在裙摆上的特写，每一张都承载着他们的秘密与温柔。就在四眼准备收起手机时，突然听到身后传来轻微的脚步声，踩在积雪上发出“咯吱”声，他心中一紧，连忙拉着牢大躲到了雪人后面，将身体紧紧贴在雪地上，寒意透过浴衣渗进来，却丝毫不敢动弹。</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Tree>
    <p:custDataLst>
      <p:tags r:id="rId6"/>
    </p:custDataLst>
  </p:cSld>
  <p:clrMapOvr>
    <a:masterClrMapping/>
  </p:clrMapOvr>
  <p:transition spd="med"/>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3" name="直接连接符 2"/>
          <p:cNvCxnSpPr/>
          <p:nvPr>
            <p:custDataLst>
              <p:tags r:id="rId3"/>
            </p:custDataLst>
          </p:nvPr>
        </p:nvCxnSpPr>
        <p:spPr>
          <a:xfrm>
            <a:off x="457204" y="914407"/>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9"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sym typeface="微软雅黑" panose="020B0503020204020204" charset="-122"/>
              </a:rPr>
              <a:t>雪夜惊遇，守护与算计</a:t>
            </a:r>
            <a:endParaRPr lang="zh-CN" dirty="0" err="1">
              <a:solidFill>
                <a:schemeClr val="dk1"/>
              </a:solidFill>
              <a:sym typeface="微软雅黑" panose="020B0503020204020204" charset="-122"/>
            </a:endParaRPr>
          </a:p>
        </p:txBody>
      </p:sp>
      <p:sp>
        <p:nvSpPr>
          <p:cNvPr id="11" name="Title 6"/>
          <p:cNvSpPr txBox="1"/>
          <p:nvPr>
            <p:custDataLst>
              <p:tags r:id="rId5"/>
            </p:custDataLst>
          </p:nvPr>
        </p:nvSpPr>
        <p:spPr>
          <a:xfrm>
            <a:off x="457155" y="1771634"/>
            <a:ext cx="11277678" cy="4229126"/>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只见萧秦穿着厚厚的藏青色外套，手里拿着手电筒，正四处张望，嘴里还念念有词：“这两个小兔崽子，肯定没安分，说不定又在搞什么见不得人的小动作，看我不抓他们个现行！现在的年轻人，一点规矩都没有，男不男不女的，传出去丢咱们中国人的脸！”她的手电筒光束在院子里四处扫射，好几次都擦着雪人边缘掠过，吓得两人心脏都快跳出嗓子眼。萧秦的圆脸在灯光下显得格外严肃，眉头拧成一个川字，眼神里满是审视和不满，像极了她平时灌输鸡汤时的激进模样。
“都说了要坚守本分，像式神一样各司其职，他们倒好，整天想着这些歪门邪道！”萧秦一边走一边嘀咕，还踢了踢脚下的积雪，“要是让我抓到，非得好好批斗他们一顿，让他们知道什么是规矩，什么是正确的价值观！艰苦奋斗、自尊自爱，这些道理都白教了！”她走到樱花树下，盯着那尊狐狸式神石像看了看，又冷哼一声：“崇洋媚外，连个石像都觉得外国的好，咱们的石狮子不比这狐狸强？”</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Tree>
    <p:custDataLst>
      <p:tags r:id="rId6"/>
    </p:custDataLst>
  </p:cSld>
  <p:clrMapOvr>
    <a:masterClrMapping/>
  </p:clrMapOvr>
  <p:transition spd="med"/>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3" name="直接连接符 2"/>
          <p:cNvCxnSpPr/>
          <p:nvPr>
            <p:custDataLst>
              <p:tags r:id="rId3"/>
            </p:custDataLst>
          </p:nvPr>
        </p:nvCxnSpPr>
        <p:spPr>
          <a:xfrm>
            <a:off x="457204" y="914407"/>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9"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sym typeface="微软雅黑" panose="020B0503020204020204" charset="-122"/>
              </a:rPr>
              <a:t>雪夜惊遇，守护与算计</a:t>
            </a:r>
            <a:endParaRPr lang="zh-CN" dirty="0" err="1">
              <a:solidFill>
                <a:schemeClr val="dk1"/>
              </a:solidFill>
              <a:sym typeface="微软雅黑" panose="020B0503020204020204" charset="-122"/>
            </a:endParaRPr>
          </a:p>
        </p:txBody>
      </p:sp>
      <p:sp>
        <p:nvSpPr>
          <p:cNvPr id="11" name="Title 6"/>
          <p:cNvSpPr txBox="1"/>
          <p:nvPr>
            <p:custDataLst>
              <p:tags r:id="rId5"/>
            </p:custDataLst>
          </p:nvPr>
        </p:nvSpPr>
        <p:spPr>
          <a:xfrm>
            <a:off x="457155" y="1771634"/>
            <a:ext cx="11277678" cy="4229126"/>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就在这千钧一发之际，远处传来了莫波基的声音：“萧老师，这么晚了还不睡，在找什么呢？”萧秦回头，看到莫波基站在走廊门口，脸色一沉：“我在查房，看看有没有学生违规外出。莫大爷，你看到四眼和牢大了吗？这两个孩子心思不正，我总觉得他们要搞事。”莫波基板着脸，语气不容置疑：“没看到，可能早就回房休息了。萧老师，天这么冷，雪又大，还是早点回去休息吧，别冻着了，有我看着，学生们都很听话，不会违规的。”他说话时依旧板着脸，却刻意加重了语气，像是在暗示什么。
萧秦皱了皱眉，显然不太相信，眼神里满是怀疑：“真的没看到？我总觉得他们俩不对劲，形影不离的，肯定没好事。就像那些资本主义的糟粕文化，看着光鲜，骨子里全是问题！”莫波基点点头，语气依旧坚定：“真没看到，我刚才一直在走廊巡逻，每个房间都留意了，没看到任何人外出。再说了，我莫波基说话，你还不信吗？”他顿了顿，又补充道：“我刚和老登堆了个雪雕，就在那边，你要是不放心，可以去看看，都是我们俩弄的，没别人。”</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Tree>
    <p:custDataLst>
      <p:tags r:id="rId6"/>
    </p:custDataLst>
  </p:cSld>
  <p:clrMapOvr>
    <a:masterClrMapping/>
  </p:clrMapOvr>
  <p:transition spd="med"/>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3" name="直接连接符 2"/>
          <p:cNvCxnSpPr/>
          <p:nvPr>
            <p:custDataLst>
              <p:tags r:id="rId3"/>
            </p:custDataLst>
          </p:nvPr>
        </p:nvCxnSpPr>
        <p:spPr>
          <a:xfrm>
            <a:off x="457204" y="914407"/>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9"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sym typeface="微软雅黑" panose="020B0503020204020204" charset="-122"/>
              </a:rPr>
              <a:t>雪夜惊遇，守护与算计</a:t>
            </a:r>
            <a:endParaRPr lang="zh-CN" dirty="0" err="1">
              <a:solidFill>
                <a:schemeClr val="dk1"/>
              </a:solidFill>
              <a:sym typeface="微软雅黑" panose="020B0503020204020204" charset="-122"/>
            </a:endParaRPr>
          </a:p>
        </p:txBody>
      </p:sp>
      <p:sp>
        <p:nvSpPr>
          <p:cNvPr id="11" name="Title 6"/>
          <p:cNvSpPr txBox="1"/>
          <p:nvPr>
            <p:custDataLst>
              <p:tags r:id="rId5"/>
            </p:custDataLst>
          </p:nvPr>
        </p:nvSpPr>
        <p:spPr>
          <a:xfrm>
            <a:off x="457155" y="1771634"/>
            <a:ext cx="11277678" cy="4229126"/>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萧秦犹豫了一下，看了看四周，除了那个魔法少女雪人，确实没发现什么异常，只好作罢：“那行，我再去别的地方看看，要是让我发现他们违规，肯定饶不了他们。”说完，转身骂骂咧咧地离开了院子，嘴里还在嘀咕着“世风日下”“人心不古”之类的话。莫波基看着萧秦走远后，对着雪人方向隐晦地使了个眼色，然后便转身回了走廊，脚步声渐渐消失。
四眼和牢大从雪人后面走出来，长长地松了口气，对莫波基充满了感激。“莫大爷竟然帮我们解围了，他好像也不是那么冷漠。”牢大小声说，眼神里满是惊讶。四眼点点头，擦了擦脸上的积雪：“或许，每个人都有两面性，表面上的冷漠，只是保护自己的外壳。就像他对老登老师，嘴上嫌弃，心里却比谁都在意。”两人不敢再逗留，快速拍了几张照片，便匆匆往房间跑去，雪地上留下一串慌乱却紧密的脚印，像是在诉说着他们之间的羁绊。</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Tree>
    <p:custDataLst>
      <p:tags r:id="rId6"/>
    </p:custDataLst>
  </p:cSld>
  <p:clrMapOvr>
    <a:masterClrMapping/>
  </p:clrMapOvr>
  <p:transition spd="med"/>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3" name="直接连接符 2"/>
          <p:cNvCxnSpPr/>
          <p:nvPr>
            <p:custDataLst>
              <p:tags r:id="rId3"/>
            </p:custDataLst>
          </p:nvPr>
        </p:nvCxnSpPr>
        <p:spPr>
          <a:xfrm>
            <a:off x="457204" y="914407"/>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9"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sym typeface="微软雅黑" panose="020B0503020204020204" charset="-122"/>
              </a:rPr>
              <a:t>雪夜惊遇，守护与算计</a:t>
            </a:r>
            <a:endParaRPr lang="zh-CN" dirty="0" err="1">
              <a:solidFill>
                <a:schemeClr val="dk1"/>
              </a:solidFill>
              <a:sym typeface="微软雅黑" panose="020B0503020204020204" charset="-122"/>
            </a:endParaRPr>
          </a:p>
        </p:txBody>
      </p:sp>
      <p:sp>
        <p:nvSpPr>
          <p:cNvPr id="11" name="Title 6"/>
          <p:cNvSpPr txBox="1"/>
          <p:nvPr>
            <p:custDataLst>
              <p:tags r:id="rId5"/>
            </p:custDataLst>
          </p:nvPr>
        </p:nvSpPr>
        <p:spPr>
          <a:xfrm>
            <a:off x="1585071" y="1837436"/>
            <a:ext cx="9021857" cy="4097528"/>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回到房间后，牢大小心翼翼地脱掉碎花裙，生怕不小心勾坏了蕾丝花边，然后叠得整整齐齐，递给四眼：“还是藏在你这儿，我放心。”四眼接过裙子，用白色棉布重新裹好，放进背包最底层，又拿出毛巾帮牢大擦了擦头上的积雪，帮他整理了一下有些凌乱的头发：“快睡吧，明天还要去札幌公园研学，下午还要去雪祭，别熬夜了，养足精神。”
两人躺在床上，牢大轻轻靠在四眼的怀里，声音带着几分担忧：“蓉儿老师会不会把我们的事告诉萧老师啊？要是被萧老师知道了，肯定又要在众人面前批斗我们，还要通知家长。潘老师批斗人那么狠，到时候我们肯定会被当众出丑的。”他想起潘春平时和蔼可亲，批斗起人来却手下无情的模样，更是忍不住打了个寒颤，之前就有同学因为研学报告敷衍，被潘春当着全班的面狠狠批评，还让他站在讲台上读检讨，颜面尽失。</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Tree>
    <p:custDataLst>
      <p:tags r:id="rId6"/>
    </p:custDataLst>
  </p:cSld>
  <p:clrMapOvr>
    <a:masterClrMapping/>
  </p:clrMapOvr>
  <p:transition spd="med"/>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3" name="直接连接符 2"/>
          <p:cNvCxnSpPr/>
          <p:nvPr>
            <p:custDataLst>
              <p:tags r:id="rId3"/>
            </p:custDataLst>
          </p:nvPr>
        </p:nvCxnSpPr>
        <p:spPr>
          <a:xfrm>
            <a:off x="457204" y="914407"/>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9"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sym typeface="微软雅黑" panose="020B0503020204020204" charset="-122"/>
              </a:rPr>
              <a:t>雪夜惊遇，守护与算计</a:t>
            </a:r>
            <a:endParaRPr lang="zh-CN" dirty="0" err="1">
              <a:solidFill>
                <a:schemeClr val="dk1"/>
              </a:solidFill>
              <a:sym typeface="微软雅黑" panose="020B0503020204020204" charset="-122"/>
            </a:endParaRPr>
          </a:p>
        </p:txBody>
      </p:sp>
      <p:sp>
        <p:nvSpPr>
          <p:cNvPr id="2" name="矩形 1"/>
          <p:cNvSpPr/>
          <p:nvPr>
            <p:custDataLst>
              <p:tags r:id="rId5"/>
            </p:custDataLst>
          </p:nvPr>
        </p:nvSpPr>
        <p:spPr>
          <a:xfrm>
            <a:off x="1626212" y="1496376"/>
            <a:ext cx="8915978" cy="4779137"/>
          </a:xfrm>
          <a:prstGeom prst="rect">
            <a:avLst/>
          </a:pr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solidFill>
                <a:schemeClr val="lt1"/>
              </a:solidFill>
              <a:latin typeface="微软雅黑" panose="020B0503020204020204" charset="-122"/>
              <a:ea typeface="微软雅黑" panose="020B0503020204020204" charset="-122"/>
              <a:cs typeface="+mn-ea"/>
              <a:sym typeface="+mn-lt"/>
            </a:endParaRPr>
          </a:p>
        </p:txBody>
      </p:sp>
      <p:cxnSp>
        <p:nvCxnSpPr>
          <p:cNvPr id="10" name="直接连接符 9"/>
          <p:cNvCxnSpPr/>
          <p:nvPr>
            <p:custDataLst>
              <p:tags r:id="rId6"/>
            </p:custDataLst>
          </p:nvPr>
        </p:nvCxnSpPr>
        <p:spPr>
          <a:xfrm>
            <a:off x="1772264" y="1218995"/>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custDataLst>
              <p:tags r:id="rId7"/>
            </p:custDataLst>
          </p:nvPr>
        </p:nvCxnSpPr>
        <p:spPr>
          <a:xfrm>
            <a:off x="1626210" y="1287787"/>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custDataLst>
              <p:tags r:id="rId8"/>
            </p:custDataLst>
          </p:nvPr>
        </p:nvCxnSpPr>
        <p:spPr>
          <a:xfrm>
            <a:off x="10166179" y="6085167"/>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custDataLst>
              <p:tags r:id="rId9"/>
            </p:custDataLst>
          </p:nvPr>
        </p:nvCxnSpPr>
        <p:spPr>
          <a:xfrm>
            <a:off x="10020125" y="6153960"/>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itle 6"/>
          <p:cNvSpPr txBox="1"/>
          <p:nvPr>
            <p:custDataLst>
              <p:tags r:id="rId10"/>
            </p:custDataLst>
          </p:nvPr>
        </p:nvSpPr>
        <p:spPr>
          <a:xfrm>
            <a:off x="1892883" y="1731304"/>
            <a:ext cx="8382634" cy="4309278"/>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四眼轻轻摸了摸他的头发，语气坚定地说：“不会的，她既然选择帮我们，就一定会守护我们的秘密。她会像雪之神社的式神一样，守护着我们心中的光。而且，还有老登老师和莫大爷帮我们，别担心。潘老师虽然爱批斗人，但她也讲道理，只要我们不做错事，她不会随便为难我们的。”牢大点点头，闭上眼睛，在四眼温暖的怀抱里渐渐睡去，脸上还带着一丝淡淡的笑容。
四眼却久久无法入睡，他想着今晚发生的一切，想着老师们之间的明争暗斗：潘春的和蔼与严厉，李梦的崇洋媚外与傲娇，萧秦的激进与刻薄，蓉儿的高冷与温柔，老登的守旧与纯真，莫波基的冷漠与温情，李莉的少女心与敏锐，张燕的温柔与守护。他想着萧秦的步步紧逼，想着蓉儿、莫波基和老登的暗中相助，心中充满了疑惑和不安，不知道这次北海道之旅，还会发生什么意想不到的事情。窗外的雪花依旧飘落，无声地覆盖着一切，仿佛在守护着这深夜里的秘密。</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Tree>
    <p:custDataLst>
      <p:tags r:id="rId11"/>
    </p:custDataLst>
  </p:cSld>
  <p:clrMapOvr>
    <a:masterClrMapping/>
  </p:clrMapOvr>
  <p:transition spd="med"/>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ctrTitle"/>
            <p:custDataLst>
              <p:tags r:id="rId1"/>
            </p:custDataLst>
          </p:nvPr>
        </p:nvSpPr>
        <p:spPr/>
        <p:txBody>
          <a:bodyPr>
            <a:normAutofit fontScale="80000"/>
          </a:bodyPr>
          <a:lstStyle/>
          <a:p>
            <a:r>
              <a:rPr lang="zh-CN" altLang="en-US" sz="6625" dirty="0">
                <a:solidFill>
                  <a:schemeClr val="accent1"/>
                </a:solidFill>
                <a:sym typeface="Arial" panose="020B0604020202020204" pitchFamily="34" charset="0"/>
              </a:rPr>
              <a:t>第五章 研学风波，雪祭前夕</a:t>
            </a:r>
            <a:endParaRPr lang="zh-CN" altLang="en-US" sz="6625" dirty="0">
              <a:solidFill>
                <a:schemeClr val="accent1"/>
              </a:solidFill>
              <a:sym typeface="Arial" panose="020B0604020202020204" pitchFamily="34" charset="0"/>
            </a:endParaRPr>
          </a:p>
        </p:txBody>
      </p:sp>
      <p:sp>
        <p:nvSpPr>
          <p:cNvPr id="4" name="文本占位符 3"/>
          <p:cNvSpPr>
            <a:spLocks noGrp="1"/>
          </p:cNvSpPr>
          <p:nvPr>
            <p:ph type="body" sz="quarter" idx="13"/>
            <p:custDataLst>
              <p:tags r:id="rId2"/>
            </p:custDataLst>
          </p:nvPr>
        </p:nvSpPr>
        <p:spPr/>
        <p:txBody>
          <a:bodyPr/>
          <a:lstStyle/>
          <a:p>
            <a:endParaRPr lang="zh-CN" altLang="en-US" dirty="0">
              <a:solidFill>
                <a:schemeClr val="accent1"/>
              </a:solidFill>
              <a:sym typeface="Arial" panose="020B0604020202020204" pitchFamily="34" charset="0"/>
            </a:endParaRPr>
          </a:p>
          <a:p>
            <a:endParaRPr lang="zh-CN" altLang="en-US" dirty="0">
              <a:solidFill>
                <a:schemeClr val="accent1"/>
              </a:solidFill>
              <a:sym typeface="Arial" panose="020B0604020202020204" pitchFamily="34" charset="0"/>
            </a:endParaRPr>
          </a:p>
        </p:txBody>
      </p:sp>
    </p:spTree>
    <p:custDataLst>
      <p:tags r:id="rId3"/>
    </p:custData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3" name="直接连接符 2"/>
          <p:cNvCxnSpPr/>
          <p:nvPr>
            <p:custDataLst>
              <p:tags r:id="rId3"/>
            </p:custDataLst>
          </p:nvPr>
        </p:nvCxnSpPr>
        <p:spPr>
          <a:xfrm>
            <a:off x="457204" y="914407"/>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9"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sym typeface="微软雅黑" panose="020B0503020204020204" charset="-122"/>
              </a:rPr>
              <a:t>研学风波，雪祭前夕</a:t>
            </a:r>
            <a:endParaRPr lang="zh-CN" dirty="0" err="1">
              <a:solidFill>
                <a:schemeClr val="dk1"/>
              </a:solidFill>
              <a:sym typeface="微软雅黑" panose="020B0503020204020204" charset="-122"/>
            </a:endParaRPr>
          </a:p>
        </p:txBody>
      </p:sp>
      <p:sp>
        <p:nvSpPr>
          <p:cNvPr id="11" name="Title 6"/>
          <p:cNvSpPr txBox="1"/>
          <p:nvPr>
            <p:custDataLst>
              <p:tags r:id="rId5"/>
            </p:custDataLst>
          </p:nvPr>
        </p:nvSpPr>
        <p:spPr>
          <a:xfrm>
            <a:off x="457155" y="1771634"/>
            <a:ext cx="11277678" cy="4229126"/>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天还没亮，窗外的天依旧是灰蒙蒙的，连月光都被厚重的云层遮蔽，走廊里就传来了萧秦拿着扩音喇叭呼喊的声音，尖锐的声音穿透房门，格外刺耳，像一把刀子划破了清晨的静谧：“都起床了！快点快点！磨蹭什么呢！今天要去札幌公园研学，下午还要去看雪祭，谁要是迟到了，研学报告加倍写，还要在全班面前做深刻检讨，让大家都看看你的狼狈样！”她的声音里满是不耐烦，还夹杂着几分刻意灌输的鸡汤意味：“年轻人就要有年轻人的样子，早睡早起，艰苦奋斗，别整天懒懒散散的，一点朝气都没有！只有脚踏实地，才能成就一番事业，像咱们的先辈一样，为国家做贡献！”
四眼和牢大被惊醒，不敢耽搁，快速起床洗漱，换上学校统一的深蓝色研学外套，拿起背包就匆匆下楼来到大堂集合，两人的眼底都带着一丝未消散的睡意。牢大身形苗条，穿着宽大的研学外套更显瘦小，领口高高立起，只露出一小截白皙的脖颈；四眼身形瘦高，穿着外套依旧能看出挺拔的姿态，鼻梁上的黑框眼镜擦得干干净净，镜腿内侧的樱花纹样在灯光下隐约可见。</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Tree>
    <p:custDataLst>
      <p:tags r:id="rId6"/>
    </p:custDataLst>
  </p:cSld>
  <p:clrMapOvr>
    <a:masterClrMapping/>
  </p:clrMapOvr>
  <p:transition spd="med"/>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3" name="直接连接符 2"/>
          <p:cNvCxnSpPr/>
          <p:nvPr>
            <p:custDataLst>
              <p:tags r:id="rId3"/>
            </p:custDataLst>
          </p:nvPr>
        </p:nvCxnSpPr>
        <p:spPr>
          <a:xfrm>
            <a:off x="457204" y="914407"/>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9"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sym typeface="微软雅黑" panose="020B0503020204020204" charset="-122"/>
              </a:rPr>
              <a:t>研学风波，雪祭前夕</a:t>
            </a:r>
            <a:endParaRPr lang="zh-CN" dirty="0" err="1">
              <a:solidFill>
                <a:schemeClr val="dk1"/>
              </a:solidFill>
              <a:sym typeface="微软雅黑" panose="020B0503020204020204" charset="-122"/>
            </a:endParaRPr>
          </a:p>
        </p:txBody>
      </p:sp>
      <p:sp>
        <p:nvSpPr>
          <p:cNvPr id="11" name="Title 6"/>
          <p:cNvSpPr txBox="1"/>
          <p:nvPr>
            <p:custDataLst>
              <p:tags r:id="rId5"/>
            </p:custDataLst>
          </p:nvPr>
        </p:nvSpPr>
        <p:spPr>
          <a:xfrm>
            <a:off x="1585071" y="1837436"/>
            <a:ext cx="9021857" cy="4097528"/>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老登正坐在大堂的长椅上，怀里抱着那个魔法少女手办，小心翼翼地把玩着，眼神里满是欢喜，嘴里还哼着魔法少女的主题曲，调子跑得离谱，却依旧投入。他年过半百，头发已经有些花白，却依旧像个孩子一样执着于自己的喜好，说话时拖拖沓沓，自带一股催眠似的语调，此刻却因为兴奋，语速快了几分，却还是改不了拖沓的毛病：“这……这个手办的做工真是精致，你看这个裙摆的细节，还有这个魔法棒的光泽，比我上次买的那个好多了，等回去我一定要把它放在玻璃柜里好好珍藏，谁都不准碰……谁敢碰，我……我就跟谁急。”
莫波基端着两杯热牛奶和两个日式饭团走过来，把其中一杯牛奶和一个饭团递给老登，语气带着几分不耐却藏着掩不住的关切：“吃点东西，别路上饿了，到时候又喊胃疼，给大家添麻烦。一把年纪了，还这么不省心。”饭团是旅馆准备的，外皮裹着一层海苔，里面夹着新鲜的三文鱼和腌萝卜，是典型的日式早餐。</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Tree>
    <p:custDataLst>
      <p:tags r:id="rId6"/>
    </p:custDataLst>
  </p:cSld>
  <p:clrMapOvr>
    <a:masterClrMapping/>
  </p:clrMapOvr>
  <p:transition spd="med"/>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3" name="直接连接符 2"/>
          <p:cNvCxnSpPr/>
          <p:nvPr>
            <p:custDataLst>
              <p:tags r:id="rId3"/>
            </p:custDataLst>
          </p:nvPr>
        </p:nvCxnSpPr>
        <p:spPr>
          <a:xfrm>
            <a:off x="457204" y="914407"/>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9"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sym typeface="微软雅黑" panose="020B0503020204020204" charset="-122"/>
              </a:rPr>
              <a:t>研学风波，雪祭前夕</a:t>
            </a:r>
            <a:endParaRPr lang="zh-CN" dirty="0" err="1">
              <a:solidFill>
                <a:schemeClr val="dk1"/>
              </a:solidFill>
              <a:sym typeface="微软雅黑" panose="020B0503020204020204" charset="-122"/>
            </a:endParaRPr>
          </a:p>
        </p:txBody>
      </p:sp>
      <p:sp>
        <p:nvSpPr>
          <p:cNvPr id="2" name="矩形 1"/>
          <p:cNvSpPr/>
          <p:nvPr>
            <p:custDataLst>
              <p:tags r:id="rId5"/>
            </p:custDataLst>
          </p:nvPr>
        </p:nvSpPr>
        <p:spPr>
          <a:xfrm>
            <a:off x="1626212" y="1496376"/>
            <a:ext cx="8915978" cy="4779137"/>
          </a:xfrm>
          <a:prstGeom prst="rect">
            <a:avLst/>
          </a:pr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solidFill>
                <a:schemeClr val="lt1"/>
              </a:solidFill>
              <a:latin typeface="微软雅黑" panose="020B0503020204020204" charset="-122"/>
              <a:ea typeface="微软雅黑" panose="020B0503020204020204" charset="-122"/>
              <a:cs typeface="+mn-ea"/>
              <a:sym typeface="+mn-lt"/>
            </a:endParaRPr>
          </a:p>
        </p:txBody>
      </p:sp>
      <p:cxnSp>
        <p:nvCxnSpPr>
          <p:cNvPr id="10" name="直接连接符 9"/>
          <p:cNvCxnSpPr/>
          <p:nvPr>
            <p:custDataLst>
              <p:tags r:id="rId6"/>
            </p:custDataLst>
          </p:nvPr>
        </p:nvCxnSpPr>
        <p:spPr>
          <a:xfrm>
            <a:off x="1772264" y="1218995"/>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custDataLst>
              <p:tags r:id="rId7"/>
            </p:custDataLst>
          </p:nvPr>
        </p:nvCxnSpPr>
        <p:spPr>
          <a:xfrm>
            <a:off x="1626210" y="1287787"/>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custDataLst>
              <p:tags r:id="rId8"/>
            </p:custDataLst>
          </p:nvPr>
        </p:nvCxnSpPr>
        <p:spPr>
          <a:xfrm>
            <a:off x="10166179" y="6085167"/>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custDataLst>
              <p:tags r:id="rId9"/>
            </p:custDataLst>
          </p:nvPr>
        </p:nvCxnSpPr>
        <p:spPr>
          <a:xfrm>
            <a:off x="10020125" y="6153960"/>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itle 6"/>
          <p:cNvSpPr txBox="1"/>
          <p:nvPr>
            <p:custDataLst>
              <p:tags r:id="rId10"/>
            </p:custDataLst>
          </p:nvPr>
        </p:nvSpPr>
        <p:spPr>
          <a:xfrm>
            <a:off x="1892883" y="1731304"/>
            <a:ext cx="8382634" cy="4309278"/>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老登接过牛奶和饭团，嘿嘿一笑，露出一口不算整齐的牙齿：“还是老莫你疼我，知道我早上离不开热乎的。”莫波基没说话，只是坐在他身边，看着他小口小口地吃东西，眼神里满是宠溺，手指无意识地帮他拂去肩上的雪花，偶尔还会提醒一句：“慢点吃，别噎着。”那副板着脸却处处关心的模样，让周围几个老师都见怪不怪。
蓉儿坐在角落的桌子旁，手里拿着《鼠氏物语》，面前放着一杯刚冲好的手冲咖啡，用的依旧是北海道产的十胜咖啡豆，瓷杯还是那只有田烧的白瓷款，杯沿描着一圈细巧的金线。她正用精致的银质咖啡勺轻轻搅拌着咖啡，动作优雅，宛如古装剧里的大家闺秀。她的手边还放着一个樱花形状的御守，正是雪之神社的限定款，御守上的樱花纹样已经有些磨损，显然是经常被触摸。</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Tree>
    <p:custDataLst>
      <p:tags r:id="rId11"/>
    </p:custDataLst>
  </p:cSld>
  <p:clrMapOvr>
    <a:masterClrMapping/>
  </p:clrMapOvr>
  <p:transition spd="med"/>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3" name="直接连接符 2"/>
          <p:cNvCxnSpPr/>
          <p:nvPr>
            <p:custDataLst>
              <p:tags r:id="rId3"/>
            </p:custDataLst>
          </p:nvPr>
        </p:nvCxnSpPr>
        <p:spPr>
          <a:xfrm>
            <a:off x="457204" y="914407"/>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9"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sym typeface="微软雅黑" panose="020B0503020204020204" charset="-122"/>
              </a:rPr>
              <a:t>研学风波，雪祭前夕</a:t>
            </a:r>
            <a:endParaRPr lang="zh-CN" dirty="0" err="1">
              <a:solidFill>
                <a:schemeClr val="dk1"/>
              </a:solidFill>
              <a:sym typeface="微软雅黑" panose="020B0503020204020204" charset="-122"/>
            </a:endParaRPr>
          </a:p>
        </p:txBody>
      </p:sp>
      <p:sp>
        <p:nvSpPr>
          <p:cNvPr id="11" name="Title 6"/>
          <p:cNvSpPr txBox="1"/>
          <p:nvPr>
            <p:custDataLst>
              <p:tags r:id="rId5"/>
            </p:custDataLst>
          </p:nvPr>
        </p:nvSpPr>
        <p:spPr>
          <a:xfrm>
            <a:off x="1585071" y="1837436"/>
            <a:ext cx="9021857" cy="4097528"/>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蓉儿眼神安静地望着窗外的雪景，不知道在想什么，偶尔抬手喝一口咖啡，眉头微蹙，似乎在品味咖啡的醇厚，又像是在思索书中的情节。她平时极爱喝咖啡，对咖啡的品质要求极高，哪怕是在研学途中，也不忘带着迷你手冲器具，亲自研磨咖啡豆，尽显高雅人士的格调。
潘春穿着一身干练的深色外套，腰间依旧系着那条藏红色的中古腰带，腰带边缘的菱花纹在灯光下清晰可见，那是她去年去京都旅行时，在锦市场一家百年中古店淘来的，据说曾是祇园艺伎的配饰。她站在大堂门口，手里拿着研学手册，清点着人数，脸上依旧挂着和蔼的笑容，眼神却像鹰隼一样锐利，扫过每个学生和老师，不放过任何一丝异常：“都到齐了吗？检查一下自己的随身物品，护照、学生证、手机、笔和本子都带好了吗？别到时候丢了，耽误正事。”</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Tree>
    <p:custDataLst>
      <p:tags r:id="rId6"/>
    </p:custDataLst>
  </p:cSld>
  <p:clrMapOvr>
    <a:masterClrMapping/>
  </p:clrMapOvr>
  <p:transition spd="med"/>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3" name="直接连接符 2"/>
          <p:cNvCxnSpPr/>
          <p:nvPr>
            <p:custDataLst>
              <p:tags r:id="rId3"/>
            </p:custDataLst>
          </p:nvPr>
        </p:nvCxnSpPr>
        <p:spPr>
          <a:xfrm>
            <a:off x="457204" y="914407"/>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9"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sym typeface="微软雅黑" panose="020B0503020204020204" charset="-122"/>
              </a:rPr>
              <a:t>研学风波，雪祭前夕</a:t>
            </a:r>
            <a:endParaRPr lang="zh-CN" dirty="0" err="1">
              <a:solidFill>
                <a:schemeClr val="dk1"/>
              </a:solidFill>
              <a:sym typeface="微软雅黑" panose="020B0503020204020204" charset="-122"/>
            </a:endParaRPr>
          </a:p>
        </p:txBody>
      </p:sp>
      <p:sp>
        <p:nvSpPr>
          <p:cNvPr id="11" name="Title 6"/>
          <p:cNvSpPr txBox="1"/>
          <p:nvPr>
            <p:custDataLst>
              <p:tags r:id="rId5"/>
            </p:custDataLst>
          </p:nvPr>
        </p:nvSpPr>
        <p:spPr>
          <a:xfrm>
            <a:off x="457155" y="1771634"/>
            <a:ext cx="11277678" cy="4229126"/>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她的目光在四眼和牢大身上停留了足足三秒，带着几分审视，随即走过去，从口袋里掏出两个暖宝宝递给他们：“外面雪大，温度低，贴在衣服里保暖，别冻着了。今天研学要记录不少内容，认真听讲，好好记录，回来还要写研学报告，谁要是敢敷衍了事，我可不会手下留情。”她说着，眼神里闪过一丝锐利，显然是想起了之前有学生敷衍研学报告，被她当众批斗的场景——那个学生不仅被要求重写五遍报告，还在班会课上做了半小时的深刻检讨，最后还被潘春请了家长，场面十分难堪。得到两人肯定的答复后，潘春又特意叮嘱：“遇到不懂的就问老师，别不懂装懂，研学的意义就是增长见识，不是走过场。”
潘春又转身走向李梦，此时李梦正对着大堂的镜子整理发型，身上穿着一件名牌羊绒大衣，手里拿着那个伦敦买的限量款皮质手包，嘴里还哼着英文歌。她的英文名是Lemon，平时总爱标榜自己是海归人士，说话时时不时夹杂几句英文，对国内的一切都带着几分挑剔。潘春拍了拍她的肩膀：“李老师，咱们该出发了，今天要去的札幌公园有不少历史遗迹，你英语好，遇到外国游客咨询，也帮着解答下，展现咱们中国师生的风采。”</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Tree>
    <p:custDataLst>
      <p:tags r:id="rId6"/>
    </p:custDataLst>
  </p:cSld>
  <p:clrMapOvr>
    <a:masterClrMapping/>
  </p:clrMapOvr>
  <p:transition spd="med"/>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3" name="直接连接符 2"/>
          <p:cNvCxnSpPr/>
          <p:nvPr>
            <p:custDataLst>
              <p:tags r:id="rId3"/>
            </p:custDataLst>
          </p:nvPr>
        </p:nvCxnSpPr>
        <p:spPr>
          <a:xfrm>
            <a:off x="457204" y="914407"/>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9"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sym typeface="微软雅黑" panose="020B0503020204020204" charset="-122"/>
              </a:rPr>
              <a:t>研学风波，雪祭前夕</a:t>
            </a:r>
            <a:endParaRPr lang="zh-CN" dirty="0" err="1">
              <a:solidFill>
                <a:schemeClr val="dk1"/>
              </a:solidFill>
              <a:sym typeface="微软雅黑" panose="020B0503020204020204" charset="-122"/>
            </a:endParaRPr>
          </a:p>
        </p:txBody>
      </p:sp>
      <p:sp>
        <p:nvSpPr>
          <p:cNvPr id="2" name="矩形 1"/>
          <p:cNvSpPr/>
          <p:nvPr>
            <p:custDataLst>
              <p:tags r:id="rId5"/>
            </p:custDataLst>
          </p:nvPr>
        </p:nvSpPr>
        <p:spPr>
          <a:xfrm>
            <a:off x="1626212" y="1496376"/>
            <a:ext cx="8915978" cy="4779137"/>
          </a:xfrm>
          <a:prstGeom prst="rect">
            <a:avLst/>
          </a:pr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solidFill>
                <a:schemeClr val="lt1"/>
              </a:solidFill>
              <a:latin typeface="微软雅黑" panose="020B0503020204020204" charset="-122"/>
              <a:ea typeface="微软雅黑" panose="020B0503020204020204" charset="-122"/>
              <a:cs typeface="+mn-ea"/>
              <a:sym typeface="+mn-lt"/>
            </a:endParaRPr>
          </a:p>
        </p:txBody>
      </p:sp>
      <p:cxnSp>
        <p:nvCxnSpPr>
          <p:cNvPr id="10" name="直接连接符 9"/>
          <p:cNvCxnSpPr/>
          <p:nvPr>
            <p:custDataLst>
              <p:tags r:id="rId6"/>
            </p:custDataLst>
          </p:nvPr>
        </p:nvCxnSpPr>
        <p:spPr>
          <a:xfrm>
            <a:off x="1772264" y="1218995"/>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custDataLst>
              <p:tags r:id="rId7"/>
            </p:custDataLst>
          </p:nvPr>
        </p:nvCxnSpPr>
        <p:spPr>
          <a:xfrm>
            <a:off x="1626210" y="1287787"/>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custDataLst>
              <p:tags r:id="rId8"/>
            </p:custDataLst>
          </p:nvPr>
        </p:nvCxnSpPr>
        <p:spPr>
          <a:xfrm>
            <a:off x="10166179" y="6085167"/>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custDataLst>
              <p:tags r:id="rId9"/>
            </p:custDataLst>
          </p:nvPr>
        </p:nvCxnSpPr>
        <p:spPr>
          <a:xfrm>
            <a:off x="10020125" y="6153960"/>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itle 6"/>
          <p:cNvSpPr txBox="1"/>
          <p:nvPr>
            <p:custDataLst>
              <p:tags r:id="rId10"/>
            </p:custDataLst>
          </p:nvPr>
        </p:nvSpPr>
        <p:spPr>
          <a:xfrm>
            <a:off x="1892883" y="1731304"/>
            <a:ext cx="8382634" cy="4309278"/>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李梦撇了撇嘴，语气带着几分敷衍：“知道了潘老师，不就是解答几个问题吗，小菜一碟，想当年我在伦敦，接待的都是上流人士，这种小事根本难不倒我。”话虽如此，却还是收起镜子，跟着队伍往前走。走了两步，她又回头看了看镜子里的自己，拢了拢头发，小声嘀咕：“这破地方的镜子都这么模糊，连我的妆容都照不清楚，比伦敦的化妆镜差远了。还有这空气，干燥得让我的皮肤都起皮了，早知道就多带几瓶保湿精华了。”她向来喜欢针对人，还爱无端找人泄愤，此刻心里不满，却又不敢对潘春发作，只能暗自抱怨。
潘春又走到李莉身边，笑着说：“李老师，今天雪祭的式神巡游据说很精彩，你眼神好，多帮着留意学生，别让他们走散了。也可以多拍些照片，回头给学生们讲讲背后的文化故事，丰富下研学内容。”李莉眼睛一亮，像个得到糖果的孩子，连忙点头：“放心吧潘老师，我的‘鹰眼’可不是白叫的，保证一个学生都不会丢！</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Tree>
    <p:custDataLst>
      <p:tags r:id="rId11"/>
    </p:custDataLst>
  </p:cSld>
  <p:clrMapOvr>
    <a:masterClrMapping/>
  </p:clrMapOvr>
  <p:transition spd="med"/>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3" name="直接连接符 2"/>
          <p:cNvCxnSpPr/>
          <p:nvPr>
            <p:custDataLst>
              <p:tags r:id="rId3"/>
            </p:custDataLst>
          </p:nvPr>
        </p:nvCxnSpPr>
        <p:spPr>
          <a:xfrm>
            <a:off x="457204" y="914407"/>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9"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sym typeface="微软雅黑" panose="020B0503020204020204" charset="-122"/>
              </a:rPr>
              <a:t>研学风波，雪祭前夕</a:t>
            </a:r>
            <a:endParaRPr lang="zh-CN" dirty="0" err="1">
              <a:solidFill>
                <a:schemeClr val="dk1"/>
              </a:solidFill>
              <a:sym typeface="微软雅黑" panose="020B0503020204020204" charset="-122"/>
            </a:endParaRPr>
          </a:p>
        </p:txBody>
      </p:sp>
      <p:sp>
        <p:nvSpPr>
          <p:cNvPr id="11" name="Title 6"/>
          <p:cNvSpPr txBox="1"/>
          <p:nvPr>
            <p:custDataLst>
              <p:tags r:id="rId5"/>
            </p:custDataLst>
          </p:nvPr>
        </p:nvSpPr>
        <p:spPr>
          <a:xfrm>
            <a:off x="457155" y="1771634"/>
            <a:ext cx="11277678" cy="4229126"/>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我还准备了相机，专门拍式神巡游，回去正好当galagames的素材。”她身材娇小，穿着粉色的防寒服，站在人群里格外显眼，脸上满是期待。李莉虽然年龄不小了，却有着少女体型，其他老师都对她十分亲密，她自己也保留着一颗少女心，尤其痴迷galagames，走到哪里都不忘收集素材，就连手机壳都是自己设计的游戏女主角形象。
队伍整理好后，便出发前往札幌公园。雪后的阳光格外刺眼，透过云层洒在雪地上，反射出耀眼的光芒，学生们忍不住眯起眼睛，有的还拿出手机拍照。潘春走在队伍中间，一边留意着学生的状态，一边给大家讲解：“札幌公园始建于明治时期，是北海道最古老的公园之一，里面不仅有美丽的雪景，还有不少纪念性的建筑，咱们今天主要参观北海道开拓纪念馆，了解北海道从荒芜之地到繁华都市的变迁过程，大家多留心观察，做好记录，研学报告里要结合今天的所见所闻撰写，不准抄袭，不准敷衍。”</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Tree>
    <p:custDataLst>
      <p:tags r:id="rId6"/>
    </p:custDataLst>
  </p:cSld>
  <p:clrMapOvr>
    <a:masterClrMapping/>
  </p:clrMapOvr>
  <p:transition spd="med"/>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3" name="直接连接符 2"/>
          <p:cNvCxnSpPr/>
          <p:nvPr>
            <p:custDataLst>
              <p:tags r:id="rId3"/>
            </p:custDataLst>
          </p:nvPr>
        </p:nvCxnSpPr>
        <p:spPr>
          <a:xfrm>
            <a:off x="457204" y="914407"/>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9"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sym typeface="微软雅黑" panose="020B0503020204020204" charset="-122"/>
              </a:rPr>
              <a:t>研学风波，雪祭前夕</a:t>
            </a:r>
            <a:endParaRPr lang="zh-CN" dirty="0" err="1">
              <a:solidFill>
                <a:schemeClr val="dk1"/>
              </a:solidFill>
              <a:sym typeface="微软雅黑" panose="020B0503020204020204" charset="-122"/>
            </a:endParaRPr>
          </a:p>
        </p:txBody>
      </p:sp>
      <p:sp>
        <p:nvSpPr>
          <p:cNvPr id="11" name="Title 6"/>
          <p:cNvSpPr txBox="1"/>
          <p:nvPr>
            <p:custDataLst>
              <p:tags r:id="rId5"/>
            </p:custDataLst>
          </p:nvPr>
        </p:nvSpPr>
        <p:spPr>
          <a:xfrm>
            <a:off x="1585071" y="1837436"/>
            <a:ext cx="9021857" cy="4097528"/>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她看到有学生脚下打滑，差点摔倒，连忙上前扶住，又对全体学生喊道：“大家走路注意脚下，雪地里容易滑倒，尽量靠内侧走，别挤在一起，两人一组，互相照应。”走到公园门口，她特意停下来，和门口的工作人员用简单的日语沟通，确认参观流程和注意事项，还不忘叮嘱身边的张燕：“张老师，你带几个女生先去洗手间整理下，我在这里看着队伍，避免学生走失。”张燕温柔地点点头，带着几个女生离开了，她穿着白色的羽绒服，气质温婉，走在路上时不时帮学生扶一下帽子，拍掉身上的积雪，眼神里满是温柔的呵护。
李梦这时走过来，略带抱怨地说：“潘老师，这里风太大了，吹得我头发都乱了，能不能找个地方先休息下？”潘春淡淡看了她一眼，语气带着几分严肃：“李老师，研学是集体活动，要遵守时间，不能搞特殊化。再坚持一下，进了纪念馆就暖和了，咱们按计划进行，争取中午前完成参观，下午还有雪祭的活动。</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Tree>
    <p:custDataLst>
      <p:tags r:id="rId6"/>
    </p:custDataLst>
  </p:cSld>
  <p:clrMapOvr>
    <a:masterClrMapping/>
  </p:clrMapOvr>
  <p:transition spd="med"/>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3" name="直接连接符 2"/>
          <p:cNvCxnSpPr/>
          <p:nvPr>
            <p:custDataLst>
              <p:tags r:id="rId3"/>
            </p:custDataLst>
          </p:nvPr>
        </p:nvCxnSpPr>
        <p:spPr>
          <a:xfrm>
            <a:off x="457204" y="914407"/>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9"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sym typeface="微软雅黑" panose="020B0503020204020204" charset="-122"/>
              </a:rPr>
              <a:t>研学风波，雪祭前夕</a:t>
            </a:r>
            <a:endParaRPr lang="zh-CN" dirty="0" err="1">
              <a:solidFill>
                <a:schemeClr val="dk1"/>
              </a:solidFill>
              <a:sym typeface="微软雅黑" panose="020B0503020204020204" charset="-122"/>
            </a:endParaRPr>
          </a:p>
        </p:txBody>
      </p:sp>
      <p:sp>
        <p:nvSpPr>
          <p:cNvPr id="11" name="Title 6"/>
          <p:cNvSpPr txBox="1"/>
          <p:nvPr>
            <p:custDataLst>
              <p:tags r:id="rId5"/>
            </p:custDataLst>
          </p:nvPr>
        </p:nvSpPr>
        <p:spPr>
          <a:xfrm>
            <a:off x="457155" y="1771634"/>
            <a:ext cx="11277678" cy="4229126"/>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李梦脸色一沉，却不敢反驳，只能暗自嘀咕：“什么破地方，连个避风的地方都没有，比伦敦差远了。”她向来选择性耳聋，对自己不爱听的话就假装没听见，此刻却只能将不满咽进肚子里，转头又对身边的学生摆起了脸色，因为一个学生不小心蹭到了她的大衣，就严厉地训斥了一顿。
李莉见状，连忙走上前，给李梦递了一颗水果糖，又转身走到学生中间，开始讲起札幌公园的趣闻：“据说这座公园以前是北海道开拓时期的练兵场，后来经过改造，才成了现在的休闲场所。里面的雪雕都是本地居民亲手制作的，每年雪祭期间，还会有专业的雪雕师现场创作呢。我还听说，这里晚上会有雪童子式神出现，守护着公园的平安，要是能遇到，说不定能带来好运。”她一边说，一边拿出相机抓拍学生们的反应，偶尔还停下来解答学生的疑问，队伍里的抱怨声渐渐消失了。她的“鹰眼”果然名不虚传，哪怕学生们走得有些分散，她也能准确留意到每个人的动向，有个学生想偷偷脱离队伍去买零食，刚走两步就被她喊了回来。</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Tree>
    <p:custDataLst>
      <p:tags r:id="rId6"/>
    </p:custDataLst>
  </p:cSld>
  <p:clrMapOvr>
    <a:masterClrMapping/>
  </p:clrMapOvr>
  <p:transition spd="med"/>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3" name="直接连接符 2"/>
          <p:cNvCxnSpPr/>
          <p:nvPr>
            <p:custDataLst>
              <p:tags r:id="rId3"/>
            </p:custDataLst>
          </p:nvPr>
        </p:nvCxnSpPr>
        <p:spPr>
          <a:xfrm>
            <a:off x="457204" y="914407"/>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9"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sym typeface="微软雅黑" panose="020B0503020204020204" charset="-122"/>
              </a:rPr>
              <a:t>研学风波，雪祭前夕</a:t>
            </a:r>
            <a:endParaRPr lang="zh-CN" dirty="0" err="1">
              <a:solidFill>
                <a:schemeClr val="dk1"/>
              </a:solidFill>
              <a:sym typeface="微软雅黑" panose="020B0503020204020204" charset="-122"/>
            </a:endParaRPr>
          </a:p>
        </p:txBody>
      </p:sp>
      <p:sp>
        <p:nvSpPr>
          <p:cNvPr id="11" name="Title 6"/>
          <p:cNvSpPr txBox="1"/>
          <p:nvPr>
            <p:custDataLst>
              <p:tags r:id="rId5"/>
            </p:custDataLst>
          </p:nvPr>
        </p:nvSpPr>
        <p:spPr>
          <a:xfrm>
            <a:off x="2213427" y="1837436"/>
            <a:ext cx="7765145" cy="4097528"/>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进入北海道开拓纪念馆后，温暖的空气扑面而来，学生们纷纷卸下厚重的外套，露出里面统一的研学服装。馆内陈列着大量的历史文物，有开拓时期的农具、居民的生活用品、旧照片、手写书信等，生动地展现了北海道从荒芜之地到繁华都市的变迁过程。潘春带着学生们逐一参观，时不时停下来讲解，声音洪亮而清晰：“大家看这件蓑衣，是当时牧民放牧时穿的，用棕榈叶编织而成，防水保暖，在大雪天气里能起到很好的防护作用。再看这些旧照片，记录了早期移民在这里开垦土地、修建房屋的场景，他们用双手创造了现在的美好生活，这种艰苦奋斗的精神值得我们学习。谁要是能结合这些文物，在研学报告里写出自己的感悟，我会额外加分。”</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Tree>
    <p:custDataLst>
      <p:tags r:id="rId6"/>
    </p:custDataLst>
  </p:cSld>
  <p:clrMapOvr>
    <a:masterClrMapping/>
  </p:clrMapOvr>
  <p:transition spd="med"/>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3" name="直接连接符 2"/>
          <p:cNvCxnSpPr/>
          <p:nvPr>
            <p:custDataLst>
              <p:tags r:id="rId3"/>
            </p:custDataLst>
          </p:nvPr>
        </p:nvCxnSpPr>
        <p:spPr>
          <a:xfrm>
            <a:off x="457204" y="914407"/>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9"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sym typeface="微软雅黑" panose="020B0503020204020204" charset="-122"/>
              </a:rPr>
              <a:t>研学风波，雪祭前夕</a:t>
            </a:r>
            <a:endParaRPr lang="zh-CN" dirty="0" err="1">
              <a:solidFill>
                <a:schemeClr val="dk1"/>
              </a:solidFill>
              <a:sym typeface="微软雅黑" panose="020B0503020204020204" charset="-122"/>
            </a:endParaRPr>
          </a:p>
        </p:txBody>
      </p:sp>
      <p:sp>
        <p:nvSpPr>
          <p:cNvPr id="11" name="Title 6"/>
          <p:cNvSpPr txBox="1"/>
          <p:nvPr>
            <p:custDataLst>
              <p:tags r:id="rId5"/>
            </p:custDataLst>
          </p:nvPr>
        </p:nvSpPr>
        <p:spPr>
          <a:xfrm>
            <a:off x="457155" y="1771634"/>
            <a:ext cx="11277678" cy="4229126"/>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萧秦跟在队伍后面，看着馆内的陈列，脸色依旧有些严肃，眉头紧锁，时不时拿出笔记本记录几句，嘴里还小声嘀咕：“这些所谓的开拓史，还不是侵略扩张的借口，资本主义的本质就是掠夺，根本不值得学习。我们要坚守自己的信仰，不能被这些资本主义的奢靡生活方式腐蚀！”她的声音不大，却还是被身边的学生听到了，学生们面面相觑，不敢说话。萧秦在某些政治观念上十分激进，还热爱挖苦别人，时不时就会发表一些偏激言论，让周围的人都倍感压力。看到馆内展示的日式传统服饰，她又忍不住吐槽：“这衣服穿起来松松垮垮的，一点都不精神，哪有咱们的中山装端庄大气，真是没品位。”
蓉儿听到后，轻轻叹了口气，走到萧秦身边，轻声说：“萧老师，每个国家的发展都有其历史背景，我们应该客观看待，不能一概而论。就像《鼠氏物语》里说的，万物皆有其存在的意义，不该用单一的标准评判。日本的开拓史有其复杂的历史成因，我们应该从中看到先辈们的坚韧，而不是一味地否定。”萧秦瞪了她一眼，没再说话，却依旧满脸不屑，心里暗自想：“被资本主义文化洗脑了还不自知，整天捧着本破书装高雅，真是可笑。”</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Tree>
    <p:custDataLst>
      <p:tags r:id="rId6"/>
    </p:custDataLst>
  </p:cSld>
  <p:clrMapOvr>
    <a:masterClrMapping/>
  </p:clrMapOvr>
  <p:transition spd="med"/>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3" name="直接连接符 2"/>
          <p:cNvCxnSpPr/>
          <p:nvPr>
            <p:custDataLst>
              <p:tags r:id="rId3"/>
            </p:custDataLst>
          </p:nvPr>
        </p:nvCxnSpPr>
        <p:spPr>
          <a:xfrm>
            <a:off x="457204" y="914407"/>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9"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sym typeface="微软雅黑" panose="020B0503020204020204" charset="-122"/>
              </a:rPr>
              <a:t>研学风波，雪祭前夕</a:t>
            </a:r>
            <a:endParaRPr lang="zh-CN" dirty="0" err="1">
              <a:solidFill>
                <a:schemeClr val="dk1"/>
              </a:solidFill>
              <a:sym typeface="微软雅黑" panose="020B0503020204020204" charset="-122"/>
            </a:endParaRPr>
          </a:p>
        </p:txBody>
      </p:sp>
      <p:sp>
        <p:nvSpPr>
          <p:cNvPr id="2" name="矩形 1"/>
          <p:cNvSpPr/>
          <p:nvPr>
            <p:custDataLst>
              <p:tags r:id="rId5"/>
            </p:custDataLst>
          </p:nvPr>
        </p:nvSpPr>
        <p:spPr>
          <a:xfrm>
            <a:off x="1626212" y="1496376"/>
            <a:ext cx="8915978" cy="4779137"/>
          </a:xfrm>
          <a:prstGeom prst="rect">
            <a:avLst/>
          </a:pr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solidFill>
                <a:schemeClr val="lt1"/>
              </a:solidFill>
              <a:latin typeface="微软雅黑" panose="020B0503020204020204" charset="-122"/>
              <a:ea typeface="微软雅黑" panose="020B0503020204020204" charset="-122"/>
              <a:cs typeface="+mn-ea"/>
              <a:sym typeface="+mn-lt"/>
            </a:endParaRPr>
          </a:p>
        </p:txBody>
      </p:sp>
      <p:cxnSp>
        <p:nvCxnSpPr>
          <p:cNvPr id="10" name="直接连接符 9"/>
          <p:cNvCxnSpPr/>
          <p:nvPr>
            <p:custDataLst>
              <p:tags r:id="rId6"/>
            </p:custDataLst>
          </p:nvPr>
        </p:nvCxnSpPr>
        <p:spPr>
          <a:xfrm>
            <a:off x="1772264" y="1218995"/>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custDataLst>
              <p:tags r:id="rId7"/>
            </p:custDataLst>
          </p:nvPr>
        </p:nvCxnSpPr>
        <p:spPr>
          <a:xfrm>
            <a:off x="1626210" y="1287787"/>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custDataLst>
              <p:tags r:id="rId8"/>
            </p:custDataLst>
          </p:nvPr>
        </p:nvCxnSpPr>
        <p:spPr>
          <a:xfrm>
            <a:off x="10166179" y="6085167"/>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custDataLst>
              <p:tags r:id="rId9"/>
            </p:custDataLst>
          </p:nvPr>
        </p:nvCxnSpPr>
        <p:spPr>
          <a:xfrm>
            <a:off x="10020125" y="6153960"/>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itle 6"/>
          <p:cNvSpPr txBox="1"/>
          <p:nvPr>
            <p:custDataLst>
              <p:tags r:id="rId10"/>
            </p:custDataLst>
          </p:nvPr>
        </p:nvSpPr>
        <p:spPr>
          <a:xfrm>
            <a:off x="1892883" y="1731304"/>
            <a:ext cx="8382634" cy="4309278"/>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蓉儿则站在一幅描绘雪之神社的旧画前驻足良久，画中的雪之神社被皑皑白雪环绕，门口站着几个穿着传统服饰的人，神态虔诚，手里捧着樱花糕和清水，像是在祈福。她伸手轻轻抚摸着画框边缘，眼神里带着几分怀念，仿佛看到了自己年轻时的模样。指尖的银镯在灯光下闪着微光，与画中的雪景相互映衬，显得格外静谧。她想起自己年轻时第一次来日本，也曾像画中的人一样，带着虔诚的心去雪之神社祈福，那时的她，穿着素色的振袖，发髻上插着樱花发簪，站在神社的石板路上，心中充满了对未来的憧憬。只是岁月流转，很多事情都变了，唯有心中的坚守依旧。
老登和莫波基对历史文物兴趣不大，两人凑在一起，小声讨论着下午雪祭的安排。老登兴奋地规划着，语速依旧拖沓：“下……下午咱们先去魔法少女周边摊位，听说有限量版的手办和徽章，一定要抢到；然后再去看雪雕比赛，我要好好学学人家的技巧，</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Tree>
    <p:custDataLst>
      <p:tags r:id="rId11"/>
    </p:custDataLst>
  </p:cSld>
  <p:clrMapOvr>
    <a:masterClrMapping/>
  </p:clrMapOvr>
  <p:transition spd="med"/>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3" name="直接连接符 2"/>
          <p:cNvCxnSpPr/>
          <p:nvPr>
            <p:custDataLst>
              <p:tags r:id="rId3"/>
            </p:custDataLst>
          </p:nvPr>
        </p:nvCxnSpPr>
        <p:spPr>
          <a:xfrm>
            <a:off x="457204" y="914407"/>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9"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sym typeface="微软雅黑" panose="020B0503020204020204" charset="-122"/>
              </a:rPr>
              <a:t>研学风波，雪祭前夕</a:t>
            </a:r>
            <a:endParaRPr lang="zh-CN" dirty="0" err="1">
              <a:solidFill>
                <a:schemeClr val="dk1"/>
              </a:solidFill>
              <a:sym typeface="微软雅黑" panose="020B0503020204020204" charset="-122"/>
            </a:endParaRPr>
          </a:p>
        </p:txBody>
      </p:sp>
      <p:sp>
        <p:nvSpPr>
          <p:cNvPr id="2" name="矩形 1"/>
          <p:cNvSpPr/>
          <p:nvPr>
            <p:custDataLst>
              <p:tags r:id="rId5"/>
            </p:custDataLst>
          </p:nvPr>
        </p:nvSpPr>
        <p:spPr>
          <a:xfrm>
            <a:off x="1626212" y="1496376"/>
            <a:ext cx="8915978" cy="4779137"/>
          </a:xfrm>
          <a:prstGeom prst="rect">
            <a:avLst/>
          </a:pr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solidFill>
                <a:schemeClr val="lt1"/>
              </a:solidFill>
              <a:latin typeface="微软雅黑" panose="020B0503020204020204" charset="-122"/>
              <a:ea typeface="微软雅黑" panose="020B0503020204020204" charset="-122"/>
              <a:cs typeface="+mn-ea"/>
              <a:sym typeface="+mn-lt"/>
            </a:endParaRPr>
          </a:p>
        </p:txBody>
      </p:sp>
      <p:cxnSp>
        <p:nvCxnSpPr>
          <p:cNvPr id="10" name="直接连接符 9"/>
          <p:cNvCxnSpPr/>
          <p:nvPr>
            <p:custDataLst>
              <p:tags r:id="rId6"/>
            </p:custDataLst>
          </p:nvPr>
        </p:nvCxnSpPr>
        <p:spPr>
          <a:xfrm>
            <a:off x="1772264" y="1218995"/>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custDataLst>
              <p:tags r:id="rId7"/>
            </p:custDataLst>
          </p:nvPr>
        </p:nvCxnSpPr>
        <p:spPr>
          <a:xfrm>
            <a:off x="1626210" y="1287787"/>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custDataLst>
              <p:tags r:id="rId8"/>
            </p:custDataLst>
          </p:nvPr>
        </p:nvCxnSpPr>
        <p:spPr>
          <a:xfrm>
            <a:off x="10166179" y="6085167"/>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custDataLst>
              <p:tags r:id="rId9"/>
            </p:custDataLst>
          </p:nvPr>
        </p:nvCxnSpPr>
        <p:spPr>
          <a:xfrm>
            <a:off x="10020125" y="6153960"/>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itle 6"/>
          <p:cNvSpPr txBox="1"/>
          <p:nvPr>
            <p:custDataLst>
              <p:tags r:id="rId10"/>
            </p:custDataLst>
          </p:nvPr>
        </p:nvSpPr>
        <p:spPr>
          <a:xfrm>
            <a:off x="1892883" y="1731304"/>
            <a:ext cx="8382634" cy="4309278"/>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回头咱们也堆一个更棒的魔法少女雪雕；最后去吃烤鱿鱼和鲷鱼烧，我早就想吃了，听说这里的鲷鱼烧里面的红豆馅是手工熬制的，特别香甜……”他说得滔滔不绝，拖拖沓沓的语气里满是期待，像个即将去游乐场的孩子。
莫波基则耐心地听着，时不时提醒他：“人肯定很多，别乱跑，跟紧我，免得迷路。还有，别买太多东西，背着沉，也别乱花钱，都是辛苦钱。”老登连连点头，眼里满是期待，像个听话的孩子。莫波基看着他兴奋的模样，嘴角不自觉地微微上扬，眼神里的宠溺藏都藏不住，两人之间奇怪的亲密感，让路过的张燕看了都忍不住会心一笑。莫波基还从口袋里掏出一张纸，上面画着简单的雪雕草图，显然是昨晚回去后特意画的，上面标注着魔法少女的裙摆位置和魔法棒的尺寸，细节满满。</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Tree>
    <p:custDataLst>
      <p:tags r:id="rId11"/>
    </p:custDataLst>
  </p:cSld>
  <p:clrMapOvr>
    <a:masterClrMapping/>
  </p:clrMapOvr>
  <p:transition spd="med"/>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3" name="直接连接符 2"/>
          <p:cNvCxnSpPr/>
          <p:nvPr>
            <p:custDataLst>
              <p:tags r:id="rId3"/>
            </p:custDataLst>
          </p:nvPr>
        </p:nvCxnSpPr>
        <p:spPr>
          <a:xfrm>
            <a:off x="457204" y="914407"/>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9"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sym typeface="微软雅黑" panose="020B0503020204020204" charset="-122"/>
              </a:rPr>
              <a:t>研学风波，雪祭前夕</a:t>
            </a:r>
            <a:endParaRPr lang="zh-CN" dirty="0" err="1">
              <a:solidFill>
                <a:schemeClr val="dk1"/>
              </a:solidFill>
              <a:sym typeface="微软雅黑" panose="020B0503020204020204" charset="-122"/>
            </a:endParaRPr>
          </a:p>
        </p:txBody>
      </p:sp>
      <p:sp>
        <p:nvSpPr>
          <p:cNvPr id="11" name="Title 6"/>
          <p:cNvSpPr txBox="1"/>
          <p:nvPr>
            <p:custDataLst>
              <p:tags r:id="rId5"/>
            </p:custDataLst>
          </p:nvPr>
        </p:nvSpPr>
        <p:spPr>
          <a:xfrm>
            <a:off x="457155" y="1771634"/>
            <a:ext cx="11277678" cy="4229126"/>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四眼和牢大并肩走在队伍末尾，两人小声讨论着馆内的展品。四眼指着一件狐狸式神摆件说：“你看这个，和你口袋里的挂件很像，都是狐狸造型，说不定这个摆件就是雪之神社的贡品呢。”那件摆件是用北海道桦木雕刻而成的，狐狸的眼睛镶嵌着红色琉璃，与牢大的挂件如出一辙。牢大掏出挂件对比了一下，笑着说：“真的很像，连尾巴的纹路都一样，说不定它们还是‘亲戚’呢。”两人正说着，突然听到前面传来学生的争执声，原来是两个学生为了看同一个展品，不小心撞在了一起，其中一个学生的笔记本掉在了地上，页面被弄脏了，那个学生急得快哭了。
潘春连忙走过去，扶起两个学生，脸上的笑容消失了，语气带着几分严厉：“别着急，展品可以慢慢看，大家互相让一让，团结友爱才是最重要的。怎么回事？谁先动手的？给对方道歉！”她的批斗模式瞬间开启，眼神锐利如刀，让两个学生都低下了头，不敢说话。</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Tree>
    <p:custDataLst>
      <p:tags r:id="rId6"/>
    </p:custDataLst>
  </p:cSld>
  <p:clrMapOvr>
    <a:masterClrMapping/>
  </p:clrMapOvr>
  <p:transition spd="med"/>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3" name="直接连接符 2"/>
          <p:cNvCxnSpPr/>
          <p:nvPr>
            <p:custDataLst>
              <p:tags r:id="rId3"/>
            </p:custDataLst>
          </p:nvPr>
        </p:nvCxnSpPr>
        <p:spPr>
          <a:xfrm>
            <a:off x="457204" y="914407"/>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9"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sym typeface="微软雅黑" panose="020B0503020204020204" charset="-122"/>
              </a:rPr>
              <a:t>研学风波，雪祭前夕</a:t>
            </a:r>
            <a:endParaRPr lang="zh-CN" dirty="0" err="1">
              <a:solidFill>
                <a:schemeClr val="dk1"/>
              </a:solidFill>
              <a:sym typeface="微软雅黑" panose="020B0503020204020204" charset="-122"/>
            </a:endParaRPr>
          </a:p>
        </p:txBody>
      </p:sp>
      <p:sp>
        <p:nvSpPr>
          <p:cNvPr id="2" name="矩形 1"/>
          <p:cNvSpPr/>
          <p:nvPr>
            <p:custDataLst>
              <p:tags r:id="rId5"/>
            </p:custDataLst>
          </p:nvPr>
        </p:nvSpPr>
        <p:spPr>
          <a:xfrm>
            <a:off x="1626212" y="1496376"/>
            <a:ext cx="8915978" cy="4779137"/>
          </a:xfrm>
          <a:prstGeom prst="rect">
            <a:avLst/>
          </a:pr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solidFill>
                <a:schemeClr val="lt1"/>
              </a:solidFill>
              <a:latin typeface="微软雅黑" panose="020B0503020204020204" charset="-122"/>
              <a:ea typeface="微软雅黑" panose="020B0503020204020204" charset="-122"/>
              <a:cs typeface="+mn-ea"/>
              <a:sym typeface="+mn-lt"/>
            </a:endParaRPr>
          </a:p>
        </p:txBody>
      </p:sp>
      <p:cxnSp>
        <p:nvCxnSpPr>
          <p:cNvPr id="10" name="直接连接符 9"/>
          <p:cNvCxnSpPr/>
          <p:nvPr>
            <p:custDataLst>
              <p:tags r:id="rId6"/>
            </p:custDataLst>
          </p:nvPr>
        </p:nvCxnSpPr>
        <p:spPr>
          <a:xfrm>
            <a:off x="1772264" y="1218995"/>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custDataLst>
              <p:tags r:id="rId7"/>
            </p:custDataLst>
          </p:nvPr>
        </p:nvCxnSpPr>
        <p:spPr>
          <a:xfrm>
            <a:off x="1626210" y="1287787"/>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custDataLst>
              <p:tags r:id="rId8"/>
            </p:custDataLst>
          </p:nvPr>
        </p:nvCxnSpPr>
        <p:spPr>
          <a:xfrm>
            <a:off x="10166179" y="6085167"/>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custDataLst>
              <p:tags r:id="rId9"/>
            </p:custDataLst>
          </p:nvPr>
        </p:nvCxnSpPr>
        <p:spPr>
          <a:xfrm>
            <a:off x="10020125" y="6153960"/>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itle 6"/>
          <p:cNvSpPr txBox="1"/>
          <p:nvPr>
            <p:custDataLst>
              <p:tags r:id="rId10"/>
            </p:custDataLst>
          </p:nvPr>
        </p:nvSpPr>
        <p:spPr>
          <a:xfrm>
            <a:off x="1892883" y="1731304"/>
            <a:ext cx="8382634" cy="4309278"/>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潘春最是看不惯学生之间起争执，每次遇到这种情况，都会当众批斗，让犯错的学生颜面尽失，以此来警示其他人。她又转头对全体学生说：“出门在外，要懂得互相包容，互相体谅，这也是研学要学习的重要内容。谁要是再因为一点小事争执，别怪我不客气！”
张燕也走过来，帮学生捡起笔记本，从口袋里掏出纸巾，轻轻擦掉上面的灰尘和污渍，温柔地说：“没事吧？有没有撞到哪里？笔记本我帮你擦干净了，下次小心点，别再争执了。”她的温柔和潘春的严厉形成了鲜明的对比，让两个学生渐渐放松下来，互相道了歉。张燕向来十分呵护学生，尤其是对四眼和牢大，更是格外留意，她对两人的关系不是一般清楚，却始终抱着包容和理解的态度，默默守护着他们。她还悄悄给两个学生各递了一颗糖，安抚他们的情绪。</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Tree>
    <p:custDataLst>
      <p:tags r:id="rId11"/>
    </p:custDataLst>
  </p:cSld>
  <p:clrMapOvr>
    <a:masterClrMapping/>
  </p:clrMapOvr>
  <p:transition spd="med"/>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3" name="直接连接符 2"/>
          <p:cNvCxnSpPr/>
          <p:nvPr>
            <p:custDataLst>
              <p:tags r:id="rId3"/>
            </p:custDataLst>
          </p:nvPr>
        </p:nvCxnSpPr>
        <p:spPr>
          <a:xfrm>
            <a:off x="457204" y="914407"/>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9"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sym typeface="微软雅黑" panose="020B0503020204020204" charset="-122"/>
              </a:rPr>
              <a:t>研学风波，雪祭前夕</a:t>
            </a:r>
            <a:endParaRPr lang="zh-CN" dirty="0" err="1">
              <a:solidFill>
                <a:schemeClr val="dk1"/>
              </a:solidFill>
              <a:sym typeface="微软雅黑" panose="020B0503020204020204" charset="-122"/>
            </a:endParaRPr>
          </a:p>
        </p:txBody>
      </p:sp>
      <p:sp>
        <p:nvSpPr>
          <p:cNvPr id="11" name="Title 6"/>
          <p:cNvSpPr txBox="1"/>
          <p:nvPr>
            <p:custDataLst>
              <p:tags r:id="rId5"/>
            </p:custDataLst>
          </p:nvPr>
        </p:nvSpPr>
        <p:spPr>
          <a:xfrm>
            <a:off x="457155" y="1771634"/>
            <a:ext cx="11277678" cy="4229126"/>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临近中午，参观结束，众人在纪念馆门口集合。潘春清点完人数，对大家说：“好了，上午的研学活动圆满结束，咱们现在去附近的日式小馆吃午饭，下午集中参加雪祭巡游。记住，午饭期间不准擅自离队，吃完后在馆门口集合，不准迟到。谁要是迟到了，不仅研学报告加倍写，还要在全班面前做检讨，让大家都看看你的责任心在哪里。”她说着，眼神扫过众人，带着不容置疑的威严，显然是动了真格。
说完，便带着队伍向附近的小馆走去，阳光洒在众人身上，将影子拉得长长的，落在洁白的雪地上，格外清晰。路上，李梦又开始抱怨小馆的环境肯定不好，不如伦敦的米其林餐厅，一会儿嫌路远，一会儿嫌风大；萧秦则时不时发表几句对日本饮食文化的批判，说都是“拾人牙慧”，没有自己的特色；蓉儿和张燕则默默走在一旁，偶尔帮学生整理一下衣物；李莉则兴奋地和学生讨论着下午雪祭的安排，</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Tree>
    <p:custDataLst>
      <p:tags r:id="rId6"/>
    </p:custDataLst>
  </p:cSld>
  <p:clrMapOvr>
    <a:masterClrMapping/>
  </p:clrMapOvr>
  <p:transition spd="med"/>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3" name="直接连接符 2"/>
          <p:cNvCxnSpPr/>
          <p:nvPr>
            <p:custDataLst>
              <p:tags r:id="rId3"/>
            </p:custDataLst>
          </p:nvPr>
        </p:nvCxnSpPr>
        <p:spPr>
          <a:xfrm>
            <a:off x="457204" y="914407"/>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9"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sym typeface="微软雅黑" panose="020B0503020204020204" charset="-122"/>
              </a:rPr>
              <a:t>研学风波，雪祭前夕</a:t>
            </a:r>
            <a:endParaRPr lang="zh-CN" dirty="0" err="1">
              <a:solidFill>
                <a:schemeClr val="dk1"/>
              </a:solidFill>
              <a:sym typeface="微软雅黑" panose="020B0503020204020204" charset="-122"/>
            </a:endParaRPr>
          </a:p>
        </p:txBody>
      </p:sp>
      <p:sp>
        <p:nvSpPr>
          <p:cNvPr id="2" name="矩形 1"/>
          <p:cNvSpPr/>
          <p:nvPr>
            <p:custDataLst>
              <p:tags r:id="rId5"/>
            </p:custDataLst>
          </p:nvPr>
        </p:nvSpPr>
        <p:spPr>
          <a:xfrm>
            <a:off x="1626212" y="1496376"/>
            <a:ext cx="8915978" cy="4779137"/>
          </a:xfrm>
          <a:prstGeom prst="rect">
            <a:avLst/>
          </a:pr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solidFill>
                <a:schemeClr val="lt1"/>
              </a:solidFill>
              <a:latin typeface="微软雅黑" panose="020B0503020204020204" charset="-122"/>
              <a:ea typeface="微软雅黑" panose="020B0503020204020204" charset="-122"/>
              <a:cs typeface="+mn-ea"/>
              <a:sym typeface="+mn-lt"/>
            </a:endParaRPr>
          </a:p>
        </p:txBody>
      </p:sp>
      <p:cxnSp>
        <p:nvCxnSpPr>
          <p:cNvPr id="10" name="直接连接符 9"/>
          <p:cNvCxnSpPr/>
          <p:nvPr>
            <p:custDataLst>
              <p:tags r:id="rId6"/>
            </p:custDataLst>
          </p:nvPr>
        </p:nvCxnSpPr>
        <p:spPr>
          <a:xfrm>
            <a:off x="1772264" y="1218995"/>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custDataLst>
              <p:tags r:id="rId7"/>
            </p:custDataLst>
          </p:nvPr>
        </p:nvCxnSpPr>
        <p:spPr>
          <a:xfrm>
            <a:off x="1626210" y="1287787"/>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custDataLst>
              <p:tags r:id="rId8"/>
            </p:custDataLst>
          </p:nvPr>
        </p:nvCxnSpPr>
        <p:spPr>
          <a:xfrm>
            <a:off x="10166179" y="6085167"/>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custDataLst>
              <p:tags r:id="rId9"/>
            </p:custDataLst>
          </p:nvPr>
        </p:nvCxnSpPr>
        <p:spPr>
          <a:xfrm>
            <a:off x="10020125" y="6153960"/>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itle 6"/>
          <p:cNvSpPr txBox="1"/>
          <p:nvPr>
            <p:custDataLst>
              <p:tags r:id="rId10"/>
            </p:custDataLst>
          </p:nvPr>
        </p:nvSpPr>
        <p:spPr>
          <a:xfrm>
            <a:off x="1892883" y="1977452"/>
            <a:ext cx="8382634" cy="3816983"/>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还拿出手机给学生看她收集的雪祭素材；老登和莫波基依旧凑在一起，小声嘀咕着雪雕的事情，莫波基还在给老登讲解堆雪雕的技巧；四眼和牢大则并肩走在后面，偶尔交换一个眼神，满是默契，四眼还悄悄给牢大递了一颗暖宝宝，怕他冻着。</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Tree>
    <p:custDataLst>
      <p:tags r:id="rId11"/>
    </p:custDataLst>
  </p:cSld>
  <p:clrMapOvr>
    <a:masterClrMapping/>
  </p:clrMapOvr>
  <p:transition spd="med"/>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ctrTitle"/>
            <p:custDataLst>
              <p:tags r:id="rId1"/>
            </p:custDataLst>
          </p:nvPr>
        </p:nvSpPr>
        <p:spPr/>
        <p:txBody>
          <a:bodyPr>
            <a:normAutofit fontScale="80000"/>
          </a:bodyPr>
          <a:lstStyle/>
          <a:p>
            <a:r>
              <a:rPr lang="zh-CN" altLang="en-US" sz="6625" dirty="0">
                <a:solidFill>
                  <a:schemeClr val="accent1"/>
                </a:solidFill>
                <a:sym typeface="Arial" panose="020B0604020202020204" pitchFamily="34" charset="0"/>
              </a:rPr>
              <a:t>第六章 雪祭巡游，式神光影</a:t>
            </a:r>
            <a:endParaRPr lang="zh-CN" altLang="en-US" sz="6625" dirty="0">
              <a:solidFill>
                <a:schemeClr val="accent1"/>
              </a:solidFill>
              <a:sym typeface="Arial" panose="020B0604020202020204" pitchFamily="34" charset="0"/>
            </a:endParaRPr>
          </a:p>
        </p:txBody>
      </p:sp>
      <p:sp>
        <p:nvSpPr>
          <p:cNvPr id="4" name="文本占位符 3"/>
          <p:cNvSpPr>
            <a:spLocks noGrp="1"/>
          </p:cNvSpPr>
          <p:nvPr>
            <p:ph type="body" sz="quarter" idx="13"/>
            <p:custDataLst>
              <p:tags r:id="rId2"/>
            </p:custDataLst>
          </p:nvPr>
        </p:nvSpPr>
        <p:spPr/>
        <p:txBody>
          <a:bodyPr/>
          <a:lstStyle/>
          <a:p>
            <a:endParaRPr lang="zh-CN" altLang="en-US" dirty="0">
              <a:solidFill>
                <a:schemeClr val="accent1"/>
              </a:solidFill>
              <a:sym typeface="Arial" panose="020B0604020202020204" pitchFamily="34" charset="0"/>
            </a:endParaRPr>
          </a:p>
          <a:p>
            <a:endParaRPr lang="zh-CN" altLang="en-US" dirty="0">
              <a:solidFill>
                <a:schemeClr val="accent1"/>
              </a:solidFill>
              <a:sym typeface="Arial" panose="020B0604020202020204" pitchFamily="34" charset="0"/>
            </a:endParaRPr>
          </a:p>
        </p:txBody>
      </p:sp>
    </p:spTree>
    <p:custDataLst>
      <p:tags r:id="rId3"/>
    </p:custData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3" name="直接连接符 2"/>
          <p:cNvCxnSpPr/>
          <p:nvPr>
            <p:custDataLst>
              <p:tags r:id="rId3"/>
            </p:custDataLst>
          </p:nvPr>
        </p:nvCxnSpPr>
        <p:spPr>
          <a:xfrm>
            <a:off x="457204" y="914407"/>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9"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sym typeface="微软雅黑" panose="020B0503020204020204" charset="-122"/>
              </a:rPr>
              <a:t>雪祭巡游，式神光影</a:t>
            </a:r>
            <a:endParaRPr lang="zh-CN" dirty="0" err="1">
              <a:solidFill>
                <a:schemeClr val="dk1"/>
              </a:solidFill>
              <a:sym typeface="微软雅黑" panose="020B0503020204020204" charset="-122"/>
            </a:endParaRPr>
          </a:p>
        </p:txBody>
      </p:sp>
      <p:sp>
        <p:nvSpPr>
          <p:cNvPr id="2" name="矩形 1"/>
          <p:cNvSpPr/>
          <p:nvPr>
            <p:custDataLst>
              <p:tags r:id="rId5"/>
            </p:custDataLst>
          </p:nvPr>
        </p:nvSpPr>
        <p:spPr>
          <a:xfrm>
            <a:off x="1626212" y="1496376"/>
            <a:ext cx="8915978" cy="4779137"/>
          </a:xfrm>
          <a:prstGeom prst="rect">
            <a:avLst/>
          </a:pr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solidFill>
                <a:schemeClr val="lt1"/>
              </a:solidFill>
              <a:latin typeface="微软雅黑" panose="020B0503020204020204" charset="-122"/>
              <a:ea typeface="微软雅黑" panose="020B0503020204020204" charset="-122"/>
              <a:cs typeface="+mn-ea"/>
              <a:sym typeface="+mn-lt"/>
            </a:endParaRPr>
          </a:p>
        </p:txBody>
      </p:sp>
      <p:cxnSp>
        <p:nvCxnSpPr>
          <p:cNvPr id="10" name="直接连接符 9"/>
          <p:cNvCxnSpPr/>
          <p:nvPr>
            <p:custDataLst>
              <p:tags r:id="rId6"/>
            </p:custDataLst>
          </p:nvPr>
        </p:nvCxnSpPr>
        <p:spPr>
          <a:xfrm>
            <a:off x="1772264" y="1218995"/>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custDataLst>
              <p:tags r:id="rId7"/>
            </p:custDataLst>
          </p:nvPr>
        </p:nvCxnSpPr>
        <p:spPr>
          <a:xfrm>
            <a:off x="1626210" y="1287787"/>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custDataLst>
              <p:tags r:id="rId8"/>
            </p:custDataLst>
          </p:nvPr>
        </p:nvCxnSpPr>
        <p:spPr>
          <a:xfrm>
            <a:off x="10166179" y="6085167"/>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custDataLst>
              <p:tags r:id="rId9"/>
            </p:custDataLst>
          </p:nvPr>
        </p:nvCxnSpPr>
        <p:spPr>
          <a:xfrm>
            <a:off x="10020125" y="6153960"/>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itle 6"/>
          <p:cNvSpPr txBox="1"/>
          <p:nvPr>
            <p:custDataLst>
              <p:tags r:id="rId10"/>
            </p:custDataLst>
          </p:nvPr>
        </p:nvSpPr>
        <p:spPr>
          <a:xfrm>
            <a:off x="1892883" y="1731304"/>
            <a:ext cx="8382634" cy="4309278"/>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中午的札幌街头，雪势渐歇，阳光穿透薄云，给洁白的世界镀上一层暖光，积雪在阳光的照射下微微融化，路面有些湿滑。一行人走进一家名为“雪乃屋”的日式小馆，木质的门面透着古朴的韵味，门口挂着红色的暖帘，上面印着白色的樱花图案，暖帘随风飘动，透着浓浓的日式风情——这种暖帘在日本被称为“暖帘”，不仅能遮挡寒风，还能彰显店铺的特色，很多老店的暖帘都有几十年的历史。
走进店内，一股浓郁的木质香气夹杂着食物的香气扑面而来，榻榻米铺着素雅的蓝色坐垫，墙角的花瓶里插着几枝新鲜的山茶花，花瓣上还带着水珠，透着生机。墙上挂着几幅描绘雪祭的浮世绘，画面生动，色彩淡雅，尽显侘寂美学。店里的服务员穿着天蓝色的和服，腰间系着深红色的腰带，脸上带着温和的笑容，微微鞠躬向众人问好：“いらっしゃいませ（欢迎光临）”。</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Tree>
    <p:custDataLst>
      <p:tags r:id="rId11"/>
    </p:custDataLst>
  </p:cSld>
  <p:clrMapOvr>
    <a:masterClrMapping/>
  </p:clrMapOvr>
  <p:transition spd="med"/>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3" name="直接连接符 2"/>
          <p:cNvCxnSpPr/>
          <p:nvPr>
            <p:custDataLst>
              <p:tags r:id="rId3"/>
            </p:custDataLst>
          </p:nvPr>
        </p:nvCxnSpPr>
        <p:spPr>
          <a:xfrm>
            <a:off x="457204" y="914407"/>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9"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sym typeface="微软雅黑" panose="020B0503020204020204" charset="-122"/>
              </a:rPr>
              <a:t>雪祭巡游，式神光影</a:t>
            </a:r>
            <a:endParaRPr lang="zh-CN" dirty="0" err="1">
              <a:solidFill>
                <a:schemeClr val="dk1"/>
              </a:solidFill>
              <a:sym typeface="微软雅黑" panose="020B0503020204020204" charset="-122"/>
            </a:endParaRPr>
          </a:p>
        </p:txBody>
      </p:sp>
      <p:sp>
        <p:nvSpPr>
          <p:cNvPr id="2" name="矩形 1"/>
          <p:cNvSpPr/>
          <p:nvPr>
            <p:custDataLst>
              <p:tags r:id="rId5"/>
            </p:custDataLst>
          </p:nvPr>
        </p:nvSpPr>
        <p:spPr>
          <a:xfrm>
            <a:off x="1626212" y="1496376"/>
            <a:ext cx="8915978" cy="4779137"/>
          </a:xfrm>
          <a:prstGeom prst="rect">
            <a:avLst/>
          </a:pr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solidFill>
                <a:schemeClr val="lt1"/>
              </a:solidFill>
              <a:latin typeface="微软雅黑" panose="020B0503020204020204" charset="-122"/>
              <a:ea typeface="微软雅黑" panose="020B0503020204020204" charset="-122"/>
              <a:cs typeface="+mn-ea"/>
              <a:sym typeface="+mn-lt"/>
            </a:endParaRPr>
          </a:p>
        </p:txBody>
      </p:sp>
      <p:cxnSp>
        <p:nvCxnSpPr>
          <p:cNvPr id="10" name="直接连接符 9"/>
          <p:cNvCxnSpPr/>
          <p:nvPr>
            <p:custDataLst>
              <p:tags r:id="rId6"/>
            </p:custDataLst>
          </p:nvPr>
        </p:nvCxnSpPr>
        <p:spPr>
          <a:xfrm>
            <a:off x="1772264" y="1218995"/>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custDataLst>
              <p:tags r:id="rId7"/>
            </p:custDataLst>
          </p:nvPr>
        </p:nvCxnSpPr>
        <p:spPr>
          <a:xfrm>
            <a:off x="1626210" y="1287787"/>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custDataLst>
              <p:tags r:id="rId8"/>
            </p:custDataLst>
          </p:nvPr>
        </p:nvCxnSpPr>
        <p:spPr>
          <a:xfrm>
            <a:off x="10166179" y="6085167"/>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custDataLst>
              <p:tags r:id="rId9"/>
            </p:custDataLst>
          </p:nvPr>
        </p:nvCxnSpPr>
        <p:spPr>
          <a:xfrm>
            <a:off x="10020125" y="6153960"/>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itle 6"/>
          <p:cNvSpPr txBox="1"/>
          <p:nvPr>
            <p:custDataLst>
              <p:tags r:id="rId10"/>
            </p:custDataLst>
          </p:nvPr>
        </p:nvSpPr>
        <p:spPr>
          <a:xfrm>
            <a:off x="1892883" y="1731304"/>
            <a:ext cx="8382634" cy="4309278"/>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众人围坐桌前，桌上很快摆满了北海道特色料理，琳琅满目。肥美的三文鱼刺身切得厚薄均匀，肉质鲜嫩，透着淡淡的粉色，旁边放着一小碟芥末和酱油，还有切成薄片的紫苏叶点缀，入口即化，鲜美的滋味在舌尖蔓延；热气腾腾的味增汤飘着浓郁的香气，里面放着鲜嫩的豆腐、海带和扇贝，汤底是用昆布和柴鱼花熬制的，鲜香味美，喝一口暖身又暖心；外酥里嫩的天妇罗裹着薄薄的面衣，咬一口酥脆可口，还冒着热气，有虾、南瓜、茄子、芦笋等多种食材，搭配着特制的天汁，口感绝佳；还有用本地优质大米做的寿司，米饭软糯，搭配新鲜的海鲜，有三文鱼、金枪鱼、北极贝等，寿司上还点缀着小小的樱花渍和鱼籽，一口下去，满满的幸福感；另外还有一道特色菜——雪蟹火锅，用新鲜的雪蟹腿、白菜、豆腐等食材，放在昆布高汤里煮熟，味道鲜甜，暖身又美味。</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Tree>
    <p:custDataLst>
      <p:tags r:id="rId11"/>
    </p:custDataLst>
  </p:cSld>
  <p:clrMapOvr>
    <a:masterClrMapping/>
  </p:clrMapOvr>
  <p:transition spd="med"/>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3" name="直接连接符 2"/>
          <p:cNvCxnSpPr/>
          <p:nvPr>
            <p:custDataLst>
              <p:tags r:id="rId3"/>
            </p:custDataLst>
          </p:nvPr>
        </p:nvCxnSpPr>
        <p:spPr>
          <a:xfrm>
            <a:off x="457204" y="914407"/>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9"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sym typeface="微软雅黑" panose="020B0503020204020204" charset="-122"/>
              </a:rPr>
              <a:t>雪祭巡游，式神光影</a:t>
            </a:r>
            <a:endParaRPr lang="zh-CN" dirty="0" err="1">
              <a:solidFill>
                <a:schemeClr val="dk1"/>
              </a:solidFill>
              <a:sym typeface="微软雅黑" panose="020B0503020204020204" charset="-122"/>
            </a:endParaRPr>
          </a:p>
        </p:txBody>
      </p:sp>
      <p:sp>
        <p:nvSpPr>
          <p:cNvPr id="11" name="Title 6"/>
          <p:cNvSpPr txBox="1"/>
          <p:nvPr>
            <p:custDataLst>
              <p:tags r:id="rId5"/>
            </p:custDataLst>
          </p:nvPr>
        </p:nvSpPr>
        <p:spPr>
          <a:xfrm>
            <a:off x="457155" y="1771634"/>
            <a:ext cx="11277678" cy="4229126"/>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学生们吃得不亦乐乎，漆黑色的漆器餐盘里，雪白的米饭衬着嫣红的三文鱼刺身与翠绿的紫苏叶，色彩格外鲜亮。老师们围坐在另一张榻榻米桌前，一边用木质筷子夹取料理，一边敲定下午雪祭巡游的细节，空气中弥漫着昆布高汤的鲜香与淡淡的清酒气息。潘春放下手中的杉木筷子，从帆布包里掏出黑色对讲机，指尖在机身按键上轻轻一点，清晰的电流声过后，她沉稳的声音响起：“下午雪祭巡游两点准时开始，巡游路线已经发到各位老师的手机上，咱们分三组照看学生。”
她将对讲机依次递给李梦和李莉，机身外壳还带着掌心的温度。“李老师，你带一组负责东侧街区，那里聚集了不少动漫周边与手作摊位，学生们大概率会扎堆，你多上心盯着，既别让他们乱买溢价的纪念品，也得防着人群拥挤走散；李莉老师，你带一组守西侧街区，那里有雪雕展和式神实景表演，人流量最大，你的‘鹰眼’正好派上用场，务必盯紧每个学生的动向；我和张老师居中协调，随时保持通讯畅通，不管遇到什么情况，都不准单独行动，必须第一时间呼叫支援。”</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Tree>
    <p:custDataLst>
      <p:tags r:id="rId6"/>
    </p:custDataLst>
  </p:cSld>
  <p:clrMapOvr>
    <a:masterClrMapping/>
  </p:clrMapOvr>
  <p:transition spd="med"/>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3" name="直接连接符 2"/>
          <p:cNvCxnSpPr/>
          <p:nvPr>
            <p:custDataLst>
              <p:tags r:id="rId3"/>
            </p:custDataLst>
          </p:nvPr>
        </p:nvCxnSpPr>
        <p:spPr>
          <a:xfrm>
            <a:off x="457204" y="914407"/>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9"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sym typeface="微软雅黑" panose="020B0503020204020204" charset="-122"/>
              </a:rPr>
              <a:t>雪祭巡游，式神光影</a:t>
            </a:r>
            <a:endParaRPr lang="zh-CN" dirty="0" err="1">
              <a:solidFill>
                <a:schemeClr val="dk1"/>
              </a:solidFill>
              <a:sym typeface="微软雅黑" panose="020B0503020204020204" charset="-122"/>
            </a:endParaRPr>
          </a:p>
        </p:txBody>
      </p:sp>
      <p:sp>
        <p:nvSpPr>
          <p:cNvPr id="2" name="矩形 1"/>
          <p:cNvSpPr/>
          <p:nvPr>
            <p:custDataLst>
              <p:tags r:id="rId5"/>
            </p:custDataLst>
          </p:nvPr>
        </p:nvSpPr>
        <p:spPr>
          <a:xfrm>
            <a:off x="1626212" y="1496376"/>
            <a:ext cx="8915978" cy="4779137"/>
          </a:xfrm>
          <a:prstGeom prst="rect">
            <a:avLst/>
          </a:pr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solidFill>
                <a:schemeClr val="lt1"/>
              </a:solidFill>
              <a:latin typeface="微软雅黑" panose="020B0503020204020204" charset="-122"/>
              <a:ea typeface="微软雅黑" panose="020B0503020204020204" charset="-122"/>
              <a:cs typeface="+mn-ea"/>
              <a:sym typeface="+mn-lt"/>
            </a:endParaRPr>
          </a:p>
        </p:txBody>
      </p:sp>
      <p:cxnSp>
        <p:nvCxnSpPr>
          <p:cNvPr id="10" name="直接连接符 9"/>
          <p:cNvCxnSpPr/>
          <p:nvPr>
            <p:custDataLst>
              <p:tags r:id="rId6"/>
            </p:custDataLst>
          </p:nvPr>
        </p:nvCxnSpPr>
        <p:spPr>
          <a:xfrm>
            <a:off x="1772264" y="1218995"/>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custDataLst>
              <p:tags r:id="rId7"/>
            </p:custDataLst>
          </p:nvPr>
        </p:nvCxnSpPr>
        <p:spPr>
          <a:xfrm>
            <a:off x="1626210" y="1287787"/>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custDataLst>
              <p:tags r:id="rId8"/>
            </p:custDataLst>
          </p:nvPr>
        </p:nvCxnSpPr>
        <p:spPr>
          <a:xfrm>
            <a:off x="10166179" y="6085167"/>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custDataLst>
              <p:tags r:id="rId9"/>
            </p:custDataLst>
          </p:nvPr>
        </p:nvCxnSpPr>
        <p:spPr>
          <a:xfrm>
            <a:off x="10020125" y="6153960"/>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itle 6"/>
          <p:cNvSpPr txBox="1"/>
          <p:nvPr>
            <p:custDataLst>
              <p:tags r:id="rId10"/>
            </p:custDataLst>
          </p:nvPr>
        </p:nvSpPr>
        <p:spPr>
          <a:xfrm>
            <a:off x="1892883" y="1731304"/>
            <a:ext cx="8382634" cy="4309278"/>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潘春顿了顿，目光扫过在座的每一位老师，眼神锐利如刀：“雪祭期间人多眼杂，除了安全问题，更要注意言行举止。遇到外国游客主动问好，用简单的英语或日语表达善意，展现咱们中国师生的素养。谁要是敢给集体丢脸，不管是老师还是学生，我都会让他当众做深刻检讨，研学成绩直接记为合格线以下。”
李梦接过对讲机，随意塞进胸前的大衣口袋，指尖无意识地摩挲着口袋里限量版的皮质钱包，嘴角勾起一抹敷衍的笑：“知道了潘老师，不过雪祭少说也有上万人，真要是走丢一两个，也不是我能完全掌控的吧？”话音刚落，潘春的眼神瞬间冷了下来，像北海道的寒冬般刺骨：“李老师，我想你应该清楚，作为带队老师，看好学生是基本职责。你既然以海归身份自居，更该知道国际场合下，个人行为代表的是集体形象，丢了学生，丢的不是你一个人的脸。”</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Tree>
    <p:custDataLst>
      <p:tags r:id="rId11"/>
    </p:custDataLst>
  </p:cSld>
  <p:clrMapOvr>
    <a:masterClrMapping/>
  </p:clrMapOvr>
  <p:transition spd="med"/>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3" name="直接连接符 2"/>
          <p:cNvCxnSpPr/>
          <p:nvPr>
            <p:custDataLst>
              <p:tags r:id="rId3"/>
            </p:custDataLst>
          </p:nvPr>
        </p:nvCxnSpPr>
        <p:spPr>
          <a:xfrm>
            <a:off x="457204" y="914407"/>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9"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sym typeface="微软雅黑" panose="020B0503020204020204" charset="-122"/>
              </a:rPr>
              <a:t>雪祭巡游，式神光影</a:t>
            </a:r>
            <a:endParaRPr lang="zh-CN" dirty="0" err="1">
              <a:solidFill>
                <a:schemeClr val="dk1"/>
              </a:solidFill>
              <a:sym typeface="微软雅黑" panose="020B0503020204020204" charset="-122"/>
            </a:endParaRPr>
          </a:p>
        </p:txBody>
      </p:sp>
      <p:sp>
        <p:nvSpPr>
          <p:cNvPr id="11" name="Title 6"/>
          <p:cNvSpPr txBox="1"/>
          <p:nvPr>
            <p:custDataLst>
              <p:tags r:id="rId5"/>
            </p:custDataLst>
          </p:nvPr>
        </p:nvSpPr>
        <p:spPr>
          <a:xfrm>
            <a:off x="457155" y="1771634"/>
            <a:ext cx="11277678" cy="4229126"/>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这番话精准戳中了李梦的痛处，她最在意别人对自己海归身份的评价，当即收敛了散漫的态度，挺直脊背说道：“放心，我会看好学生，绝不会让别人觉得，我这个留过洋的老师连这点小事都办不好。”说罢，她拿起桌上的白瓷茶杯，抿了一口温热的抹茶，眼神却不自觉飘向窗外，落在街角一家中古店的橱窗上，那里陈列着几条vintage丝巾，正是伦敦时尚圈近年复刻的经典款式。
萧秦放下手中的汤碗，碗沿还沾着少许味增汤的浮沫，她掏出绣着五角星的手帕擦了擦嘴角，语气里满是激进的偏见：“我看啊，重点根本不是游客，是那两个心思不正的孩子。”她的目光越过人群，直直锁定在不远处的四眼和牢大身上，像是在审视两个犯了错的犯人，“雪祭上人多口杂，什么样的人都有，他们俩整天形影不离，跟黏在一起的口香糖似的，指不定会被别人说闲话，说咱们中国人不懂规矩，男不男女不女的，丢尽了咱们的脸。”</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Tree>
    <p:custDataLst>
      <p:tags r:id="rId6"/>
    </p:custDataLst>
  </p:cSld>
  <p:clrMapOvr>
    <a:masterClrMapping/>
  </p:clrMapOvr>
  <p:transition spd="med"/>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3" name="直接连接符 2"/>
          <p:cNvCxnSpPr/>
          <p:nvPr>
            <p:custDataLst>
              <p:tags r:id="rId3"/>
            </p:custDataLst>
          </p:nvPr>
        </p:nvCxnSpPr>
        <p:spPr>
          <a:xfrm>
            <a:off x="457204" y="914407"/>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9"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sym typeface="微软雅黑" panose="020B0503020204020204" charset="-122"/>
              </a:rPr>
              <a:t>雪祭巡游，式神光影</a:t>
            </a:r>
            <a:endParaRPr lang="zh-CN" dirty="0" err="1">
              <a:solidFill>
                <a:schemeClr val="dk1"/>
              </a:solidFill>
              <a:sym typeface="微软雅黑" panose="020B0503020204020204" charset="-122"/>
            </a:endParaRPr>
          </a:p>
        </p:txBody>
      </p:sp>
      <p:sp>
        <p:nvSpPr>
          <p:cNvPr id="11" name="Title 6"/>
          <p:cNvSpPr txBox="1"/>
          <p:nvPr>
            <p:custDataLst>
              <p:tags r:id="rId5"/>
            </p:custDataLst>
          </p:nvPr>
        </p:nvSpPr>
        <p:spPr>
          <a:xfrm>
            <a:off x="2325028" y="1837436"/>
            <a:ext cx="7541942" cy="4097528"/>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她顿了顿，又开始灌输那些陈腐的鸡汤：“做人就得懂规矩、守本分，像雪之神社的式神一样，各司其职，坚守本心，不该做的事不做，不该有的心思别有。他们俩倒好，整天搞些不伦不类的名堂，要是不严加管教，迟早走上歪路，到时候不仅毁了自己，还会连累学校的名声。”
张燕闻言，连忙放下手中的筷子，拿起一旁的药箱，从里面拿出两颗草莓糖，起身走到四眼和牢大身边，悄悄放在他们的餐盘旁，随后才回到座位上，语气温柔却坚定地说：“萧老师，孩子们之间的情谊很纯粹，只是关系好，互相照应而已，咱们不该用有色眼镜看待他们。而且他们都很懂事，知道什么该做什么不该做，不会给集体添麻烦的。”</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Tree>
    <p:custDataLst>
      <p:tags r:id="rId6"/>
    </p:custDataLst>
  </p:cSld>
  <p:clrMapOvr>
    <a:masterClrMapping/>
  </p:clrMapOvr>
  <p:transition spd="med"/>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3" name="直接连接符 2"/>
          <p:cNvCxnSpPr/>
          <p:nvPr>
            <p:custDataLst>
              <p:tags r:id="rId3"/>
            </p:custDataLst>
          </p:nvPr>
        </p:nvCxnSpPr>
        <p:spPr>
          <a:xfrm>
            <a:off x="457204" y="914407"/>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9"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sym typeface="微软雅黑" panose="020B0503020204020204" charset="-122"/>
              </a:rPr>
              <a:t>雪祭巡游，式神光影</a:t>
            </a:r>
            <a:endParaRPr lang="zh-CN" dirty="0" err="1">
              <a:solidFill>
                <a:schemeClr val="dk1"/>
              </a:solidFill>
              <a:sym typeface="微软雅黑" panose="020B0503020204020204" charset="-122"/>
            </a:endParaRPr>
          </a:p>
        </p:txBody>
      </p:sp>
      <p:sp>
        <p:nvSpPr>
          <p:cNvPr id="11" name="Title 6"/>
          <p:cNvSpPr txBox="1"/>
          <p:nvPr>
            <p:custDataLst>
              <p:tags r:id="rId5"/>
            </p:custDataLst>
          </p:nvPr>
        </p:nvSpPr>
        <p:spPr>
          <a:xfrm>
            <a:off x="1585071" y="1837436"/>
            <a:ext cx="9021857" cy="4097528"/>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蓉儿也缓缓放下手中的《鼠氏物语》，樱花书签从书页间滑落，她弯腰捡起，轻轻夹回书中，指尖的银镯碰撞发出清脆的声响。“萧老师，尊重他人是基本的修养。”她的声音轻柔却带着不容置疑的力量，“每个生命都有自己的活法，就像雪之神社的式神，无论形态如何、职责各异，都有其存在的价值，都值得被尊重。《鼠氏物语》里有句话说，‘真正的善良，是包容差异，而非强求一致’，孩子们的世界很简单，不该被咱们成年人的偏见所束缚。”
萧秦被怼得哑口无言，圆脸涨得通红，像熟透的柿子，她狠狠瞪了张燕和蓉儿一眼，双手交叉抱在胸前，冷哼一声：“你们就是被资本主义的糟粕文化影响了，价值观都扭曲了！整天捧着本日本小说，喝着洋人的咖啡，早就忘了咱们艰苦奋斗的优良传统，真是可悲！”话虽如此，却也没再继续纠缠，只是闷头喝着抹茶，胸口因愤怒而剧烈起伏。</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Tree>
    <p:custDataLst>
      <p:tags r:id="rId6"/>
    </p:custDataLst>
  </p:cSld>
  <p:clrMapOvr>
    <a:masterClrMapping/>
  </p:clrMapOvr>
  <p:transition spd="med"/>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3" name="直接连接符 2"/>
          <p:cNvCxnSpPr/>
          <p:nvPr>
            <p:custDataLst>
              <p:tags r:id="rId3"/>
            </p:custDataLst>
          </p:nvPr>
        </p:nvCxnSpPr>
        <p:spPr>
          <a:xfrm>
            <a:off x="457204" y="914407"/>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9"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sym typeface="微软雅黑" panose="020B0503020204020204" charset="-122"/>
              </a:rPr>
              <a:t>雪祭巡游，式神光影</a:t>
            </a:r>
            <a:endParaRPr lang="zh-CN" dirty="0" err="1">
              <a:solidFill>
                <a:schemeClr val="dk1"/>
              </a:solidFill>
              <a:sym typeface="微软雅黑" panose="020B0503020204020204" charset="-122"/>
            </a:endParaRPr>
          </a:p>
        </p:txBody>
      </p:sp>
      <p:sp>
        <p:nvSpPr>
          <p:cNvPr id="11" name="Title 6"/>
          <p:cNvSpPr txBox="1"/>
          <p:nvPr>
            <p:custDataLst>
              <p:tags r:id="rId5"/>
            </p:custDataLst>
          </p:nvPr>
        </p:nvSpPr>
        <p:spPr>
          <a:xfrm>
            <a:off x="457155" y="1771634"/>
            <a:ext cx="11277678" cy="4229126"/>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老登这时慢悠悠地开口，语速拖沓得像蜗牛爬，自带催眠效果：“萧……萧老师，别……别气了，孩……孩子们还小，懂……懂什么。再……再说，雪……雪祭多热闹啊，咱……咱们还是想想下……下午怎么玩，我……我听说有魔……魔法少女的限定手办，还……还有式神主题的徽章，迟……迟了就抢不到了。”他一边说，一边用手指在桌面上比划着，眼神里满是期待，像个盼着过节的孩子。
莫波基板着脸，伸手拍掉老登落在桌面上的手指，语气带着几分嫌弃，却藏不住眼底的宠溺：“幼……幼稚！多大年纪了，还整天惦记这些小孩子的玩意儿，传出去让人笑话。”话虽如此，他却从口袋里掏出一张皱巴巴的纸，上面画着简单的雪雕草图，正是昨晚回去后特意画的，上面标注着魔法少女的裙摆位置、魔法棒的尺寸，甚至还备注了“用松针做头发，红色纽扣做眼睛”的细节，“下……下午看完巡游，我……我陪你去买手办，但……但不准买太多，背着沉。”</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Tree>
    <p:custDataLst>
      <p:tags r:id="rId6"/>
    </p:custDataLst>
  </p:cSld>
  <p:clrMapOvr>
    <a:masterClrMapping/>
  </p:clrMapOvr>
  <p:transition spd="med"/>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3" name="直接连接符 2"/>
          <p:cNvCxnSpPr/>
          <p:nvPr>
            <p:custDataLst>
              <p:tags r:id="rId3"/>
            </p:custDataLst>
          </p:nvPr>
        </p:nvCxnSpPr>
        <p:spPr>
          <a:xfrm>
            <a:off x="457204" y="914407"/>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9"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sym typeface="微软雅黑" panose="020B0503020204020204" charset="-122"/>
              </a:rPr>
              <a:t>雪祭巡游，式神光影</a:t>
            </a:r>
            <a:endParaRPr lang="zh-CN" dirty="0" err="1">
              <a:solidFill>
                <a:schemeClr val="dk1"/>
              </a:solidFill>
              <a:sym typeface="微软雅黑" panose="020B0503020204020204" charset="-122"/>
            </a:endParaRPr>
          </a:p>
        </p:txBody>
      </p:sp>
      <p:sp>
        <p:nvSpPr>
          <p:cNvPr id="11" name="Title 6"/>
          <p:cNvSpPr txBox="1"/>
          <p:nvPr>
            <p:custDataLst>
              <p:tags r:id="rId5"/>
            </p:custDataLst>
          </p:nvPr>
        </p:nvSpPr>
        <p:spPr>
          <a:xfrm>
            <a:off x="457155" y="1771634"/>
            <a:ext cx="11277678" cy="4229126"/>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老登闻言，眼睛瞬间亮了起来，像被点亮的雪见灯笼，连忙点头：“好……好！还……还是老莫你疼我，等……等回去，我……我把你画的草……草图裱起来，挂……挂在书桌前，每……每天都看着。”两人之间奇怪的亲密感，让在座的老师们早已见怪不怪，张燕甚至忍不住笑了笑，给他们俩各添了一碗味增汤。
午饭过后，众人在小馆门口集合。潘春掏出研学手册，逐一点名，笔尖在纸页上划过的声音格外清晰。确认所有学生都到齐后，她抬起头，语气严肃地说：“都检查一下自己的随身物品，护照、学生证、手机、充电宝都带齐了吗？雪祭期间气温低，手机容易关机，务必确保电量充足。另外，把外套拉链拉好，围巾戴好，别冻着了。”
她的目光在四眼和牢大身上停留了片刻，看到两人都乖乖拉好了外套拉链，牢大的领口还露出一小截白色的围巾，眼底闪过一丝柔和，随后转身对众人说：“好了，出发！记住分组情况，紧跟队伍，不准擅自离队！”</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Tree>
    <p:custDataLst>
      <p:tags r:id="rId6"/>
    </p:custDataLst>
  </p:cSld>
  <p:clrMapOvr>
    <a:masterClrMapping/>
  </p:clrMapOvr>
  <p:transition spd="med"/>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3" name="直接连接符 2"/>
          <p:cNvCxnSpPr/>
          <p:nvPr>
            <p:custDataLst>
              <p:tags r:id="rId3"/>
            </p:custDataLst>
          </p:nvPr>
        </p:nvCxnSpPr>
        <p:spPr>
          <a:xfrm>
            <a:off x="457204" y="914407"/>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9"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sym typeface="微软雅黑" panose="020B0503020204020204" charset="-122"/>
              </a:rPr>
              <a:t>雪祭巡游，式神光影</a:t>
            </a:r>
            <a:endParaRPr lang="zh-CN" dirty="0" err="1">
              <a:solidFill>
                <a:schemeClr val="dk1"/>
              </a:solidFill>
              <a:sym typeface="微软雅黑" panose="020B0503020204020204" charset="-122"/>
            </a:endParaRPr>
          </a:p>
        </p:txBody>
      </p:sp>
      <p:sp>
        <p:nvSpPr>
          <p:cNvPr id="11" name="Title 6"/>
          <p:cNvSpPr txBox="1"/>
          <p:nvPr>
            <p:custDataLst>
              <p:tags r:id="rId5"/>
            </p:custDataLst>
          </p:nvPr>
        </p:nvSpPr>
        <p:spPr>
          <a:xfrm>
            <a:off x="457155" y="1771634"/>
            <a:ext cx="11277678" cy="4229126"/>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此时的札幌街头早已人山人海，宛如一条流动的星河。穿着各式服装的人们穿梭其间，有穿着深蓝色振袖的日本妇人，衣襟上绣着精致的松竹梅纹样，发髻上插着银色的樱花发簪，手里提着竹编的小篮子，里面装着刚买的樱花糕；有打扮成动漫角色的年轻人，妆容精致，造型逼真，引得不少人驻足拍照；还有不少外国游客，举着相机四处张望，脸上满是好奇与兴奋，嘴里不时发出惊叹声。
街道两旁挂满了红色的雪见灯笼和粉色的樱花装饰，灯笼里的烛火摇曳，在雪地上投下斑驳的光影。摊位上摆满了各式各样的商品，有狐狸式神挂件、雪童子御守、樱花形状的点心、手工绘制的浮世绘明信片，还有用北海道桦木雕刻的小摆件，琳琅满目，让人目不暇接。叫卖声、笑声、锣鼓声、木屐敲击石板路的“嗒嗒”声交织在一起，构成了一曲热闹非凡的雪祭交响乐。</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Tree>
    <p:custDataLst>
      <p:tags r:id="rId6"/>
    </p:custDataLst>
  </p:cSld>
  <p:clrMapOvr>
    <a:masterClrMapping/>
  </p:clrMapOvr>
  <p:transition spd="med"/>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3" name="直接连接符 2"/>
          <p:cNvCxnSpPr/>
          <p:nvPr>
            <p:custDataLst>
              <p:tags r:id="rId3"/>
            </p:custDataLst>
          </p:nvPr>
        </p:nvCxnSpPr>
        <p:spPr>
          <a:xfrm>
            <a:off x="457204" y="914407"/>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9"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sym typeface="微软雅黑" panose="020B0503020204020204" charset="-122"/>
              </a:rPr>
              <a:t>雪祭巡游，式神光影</a:t>
            </a:r>
            <a:endParaRPr lang="zh-CN" dirty="0" err="1">
              <a:solidFill>
                <a:schemeClr val="dk1"/>
              </a:solidFill>
              <a:sym typeface="微软雅黑" panose="020B0503020204020204" charset="-122"/>
            </a:endParaRPr>
          </a:p>
        </p:txBody>
      </p:sp>
      <p:sp>
        <p:nvSpPr>
          <p:cNvPr id="2" name="矩形 1"/>
          <p:cNvSpPr/>
          <p:nvPr>
            <p:custDataLst>
              <p:tags r:id="rId5"/>
            </p:custDataLst>
          </p:nvPr>
        </p:nvSpPr>
        <p:spPr>
          <a:xfrm>
            <a:off x="1626212" y="1496376"/>
            <a:ext cx="8915978" cy="4779137"/>
          </a:xfrm>
          <a:prstGeom prst="rect">
            <a:avLst/>
          </a:pr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solidFill>
                <a:schemeClr val="lt1"/>
              </a:solidFill>
              <a:latin typeface="微软雅黑" panose="020B0503020204020204" charset="-122"/>
              <a:ea typeface="微软雅黑" panose="020B0503020204020204" charset="-122"/>
              <a:cs typeface="+mn-ea"/>
              <a:sym typeface="+mn-lt"/>
            </a:endParaRPr>
          </a:p>
        </p:txBody>
      </p:sp>
      <p:cxnSp>
        <p:nvCxnSpPr>
          <p:cNvPr id="10" name="直接连接符 9"/>
          <p:cNvCxnSpPr/>
          <p:nvPr>
            <p:custDataLst>
              <p:tags r:id="rId6"/>
            </p:custDataLst>
          </p:nvPr>
        </p:nvCxnSpPr>
        <p:spPr>
          <a:xfrm>
            <a:off x="1772264" y="1218995"/>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custDataLst>
              <p:tags r:id="rId7"/>
            </p:custDataLst>
          </p:nvPr>
        </p:nvCxnSpPr>
        <p:spPr>
          <a:xfrm>
            <a:off x="1626210" y="1287787"/>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custDataLst>
              <p:tags r:id="rId8"/>
            </p:custDataLst>
          </p:nvPr>
        </p:nvCxnSpPr>
        <p:spPr>
          <a:xfrm>
            <a:off x="10166179" y="6085167"/>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custDataLst>
              <p:tags r:id="rId9"/>
            </p:custDataLst>
          </p:nvPr>
        </p:nvCxnSpPr>
        <p:spPr>
          <a:xfrm>
            <a:off x="10020125" y="6153960"/>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itle 6"/>
          <p:cNvSpPr txBox="1"/>
          <p:nvPr>
            <p:custDataLst>
              <p:tags r:id="rId10"/>
            </p:custDataLst>
          </p:nvPr>
        </p:nvSpPr>
        <p:spPr>
          <a:xfrm>
            <a:off x="1892883" y="1731304"/>
            <a:ext cx="8382634" cy="4309278"/>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李梦带着一组学生走向东侧街区，她穿着名牌羊绒大衣，踩着细高跟皮鞋，走在积雪融化的石板路上，脚步略显不稳，时不时就要扶一下身边的路灯杆。她眉头紧锁，显然对这样的路况十分不满，嘴里小声嘀咕着：“这破路，到处都是水洼，把我的鞋子都弄脏了，早知道就穿运动鞋来了。还是伦敦的街道干净，就算下雪，也会有人及时清扫，根本不会出现这种情况。”
一个学生不小心撞到了她的胳膊，手里的棉花糖掉在了地上，粉色的糖丝沾了一地。李梦瞬间炸了毛，厉声训斥道：“走路不长眼睛吗？没看到我穿的是名牌大衣吗？要是弄脏了，你赔得起吗？真是没教养！出门在外，一点规矩都不懂，丢的是咱们中国学生的脸！”学生被她骂得眼圈发红，低着头不敢说话，其他学生也吓得纷纷后退，不敢靠近她。</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Tree>
    <p:custDataLst>
      <p:tags r:id="rId11"/>
    </p:custDataLst>
  </p:cSld>
  <p:clrMapOvr>
    <a:masterClrMapping/>
  </p:clrMapOvr>
  <p:transition spd="med"/>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3" name="直接连接符 2"/>
          <p:cNvCxnSpPr/>
          <p:nvPr>
            <p:custDataLst>
              <p:tags r:id="rId3"/>
            </p:custDataLst>
          </p:nvPr>
        </p:nvCxnSpPr>
        <p:spPr>
          <a:xfrm>
            <a:off x="457204" y="914407"/>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9"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sym typeface="微软雅黑" panose="020B0503020204020204" charset="-122"/>
              </a:rPr>
              <a:t>雪祭巡游，式神光影</a:t>
            </a:r>
            <a:endParaRPr lang="zh-CN" dirty="0" err="1">
              <a:solidFill>
                <a:schemeClr val="dk1"/>
              </a:solidFill>
              <a:sym typeface="微软雅黑" panose="020B0503020204020204" charset="-122"/>
            </a:endParaRPr>
          </a:p>
        </p:txBody>
      </p:sp>
      <p:sp>
        <p:nvSpPr>
          <p:cNvPr id="11" name="Title 6"/>
          <p:cNvSpPr txBox="1"/>
          <p:nvPr>
            <p:custDataLst>
              <p:tags r:id="rId5"/>
            </p:custDataLst>
          </p:nvPr>
        </p:nvSpPr>
        <p:spPr>
          <a:xfrm>
            <a:off x="1767022" y="1837436"/>
            <a:ext cx="8657955" cy="4097528"/>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路过一家中古店时，李梦的目光瞬间被橱窗里陈列的vintage丝巾吸引，刚才的怒气瞬间烟消云散。她凑到橱窗前，手指隔着玻璃轻轻抚摸着丝巾上的刺绣纹样，眼神里满是喜爱：“这可是上世纪五十年代的纪梵希经典款，没想到在这里能看到，可惜品相不算太好，要是在伦敦的中古店，肯定会被打理得焕然一新。”
她完全忘了身后还跟着一群学生，自顾自地站在橱窗前打量了许久，直到有学生小声提醒她“老师，我们该走了”，她才不耐烦地回头，瞪了那个学生一眼：“催什么催？没看到我在看东西吗？走丢了自己负责，别指望我到处找你们。真是一群不懂事的孩子，出来研学一点审美都没有，只知道吃和玩。”说罢，才不情愿地转身继续往前走，脚步却依旧时不时回头张望橱窗里的丝巾。</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Tree>
    <p:custDataLst>
      <p:tags r:id="rId6"/>
    </p:custDataLst>
  </p:cSld>
  <p:clrMapOvr>
    <a:masterClrMapping/>
  </p:clrMapOvr>
  <p:transition spd="med"/>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2"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3" name="直接连接符 2"/>
          <p:cNvCxnSpPr/>
          <p:nvPr>
            <p:custDataLst>
              <p:tags r:id="rId3"/>
            </p:custDataLst>
          </p:nvPr>
        </p:nvCxnSpPr>
        <p:spPr>
          <a:xfrm>
            <a:off x="457204" y="914407"/>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9"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sym typeface="微软雅黑" panose="020B0503020204020204" charset="-122"/>
              </a:rPr>
              <a:t>雪祭巡游，式神光影</a:t>
            </a:r>
            <a:endParaRPr lang="zh-CN" dirty="0" err="1">
              <a:solidFill>
                <a:schemeClr val="dk1"/>
              </a:solidFill>
              <a:sym typeface="微软雅黑" panose="020B0503020204020204" charset="-122"/>
            </a:endParaRPr>
          </a:p>
        </p:txBody>
      </p:sp>
      <p:cxnSp>
        <p:nvCxnSpPr>
          <p:cNvPr id="26" name="直接连接符 25"/>
          <p:cNvCxnSpPr/>
          <p:nvPr>
            <p:custDataLst>
              <p:tags r:id="rId5"/>
            </p:custDataLst>
          </p:nvPr>
        </p:nvCxnSpPr>
        <p:spPr>
          <a:xfrm>
            <a:off x="4203305" y="3097625"/>
            <a:ext cx="3753255" cy="0"/>
          </a:xfrm>
          <a:prstGeom prst="line">
            <a:avLst/>
          </a:prstGeom>
          <a:ln w="6350">
            <a:gradFill flip="none" rotWithShape="1">
              <a:gsLst>
                <a:gs pos="0">
                  <a:srgbClr val="FFFFFF">
                    <a:alpha val="0"/>
                  </a:srgbClr>
                </a:gs>
                <a:gs pos="34000">
                  <a:srgbClr val="3257AA">
                    <a:lumMod val="75000"/>
                  </a:srgbClr>
                </a:gs>
                <a:gs pos="71000">
                  <a:srgbClr val="9AB0E2">
                    <a:lumMod val="60000"/>
                    <a:lumOff val="40000"/>
                  </a:srgbClr>
                </a:gs>
                <a:gs pos="100000">
                  <a:srgbClr val="FFFFFF">
                    <a:alpha val="0"/>
                  </a:srgbClr>
                </a:gs>
              </a:gsLst>
              <a:lin ang="0" scaled="0"/>
              <a:tileRect/>
            </a:gradFill>
          </a:ln>
        </p:spPr>
        <p:style>
          <a:lnRef idx="1">
            <a:schemeClr val="accent1"/>
          </a:lnRef>
          <a:fillRef idx="0">
            <a:schemeClr val="accent1"/>
          </a:fillRef>
          <a:effectRef idx="0">
            <a:schemeClr val="accent1"/>
          </a:effectRef>
          <a:fontRef idx="minor">
            <a:schemeClr val="tx1"/>
          </a:fontRef>
        </p:style>
      </p:cxnSp>
      <p:sp>
        <p:nvSpPr>
          <p:cNvPr id="15" name="文本框 14"/>
          <p:cNvSpPr txBox="1"/>
          <p:nvPr>
            <p:custDataLst>
              <p:tags r:id="rId6"/>
            </p:custDataLst>
          </p:nvPr>
        </p:nvSpPr>
        <p:spPr>
          <a:xfrm>
            <a:off x="4105277" y="1619354"/>
            <a:ext cx="3981447" cy="1378858"/>
          </a:xfrm>
          <a:prstGeom prst="rect">
            <a:avLst/>
          </a:prstGeom>
          <a:noFill/>
        </p:spPr>
        <p:txBody>
          <a:bodyPr wrap="square" rtlCol="0" anchor="ctr" anchorCtr="0">
            <a:normAutofit lnSpcReduction="10000"/>
          </a:bodyPr>
          <a:p>
            <a:pPr algn="l">
              <a:lnSpc>
                <a:spcPct val="130000"/>
              </a:lnSpc>
            </a:pPr>
            <a:r>
              <a:rPr lang="zh-CN" altLang="en-US" sz="1100" spc="150">
                <a:solidFill>
                  <a:schemeClr val="dk1">
                    <a:lumMod val="85000"/>
                    <a:lumOff val="15000"/>
                  </a:schemeClr>
                </a:solidFill>
                <a:latin typeface="微软雅黑" panose="020B0503020204020204" charset="-122"/>
                <a:ea typeface="微软雅黑" panose="020B0503020204020204" charset="-122"/>
              </a:rPr>
              <a:t>另一边，李莉早已带着学生扎进了西侧的小吃摊区域。她虽然年龄不小，却有着少女般娇小的体型，穿着粉色的防寒服，在人群中格外显眼。她手里举着刚买的烤鱿鱼，鱿鱼须上还滴着滚烫的酱汁，嘴上还叼着一口樱花大福，脸上满是兴奋的笑容，像个得到糖果的孩子。</a:t>
            </a:r>
            <a:endParaRPr lang="zh-CN" altLang="en-US" sz="1100" spc="150">
              <a:solidFill>
                <a:schemeClr val="dk1">
                  <a:lumMod val="85000"/>
                  <a:lumOff val="15000"/>
                </a:schemeClr>
              </a:solidFill>
              <a:latin typeface="微软雅黑" panose="020B0503020204020204" charset="-122"/>
              <a:ea typeface="微软雅黑" panose="020B0503020204020204" charset="-122"/>
            </a:endParaRPr>
          </a:p>
        </p:txBody>
      </p:sp>
      <p:sp>
        <p:nvSpPr>
          <p:cNvPr id="16" name="文本框 15"/>
          <p:cNvSpPr txBox="1"/>
          <p:nvPr>
            <p:custDataLst>
              <p:tags r:id="rId7"/>
            </p:custDataLst>
          </p:nvPr>
        </p:nvSpPr>
        <p:spPr>
          <a:xfrm>
            <a:off x="4105277" y="3197039"/>
            <a:ext cx="3981447" cy="1378858"/>
          </a:xfrm>
          <a:prstGeom prst="rect">
            <a:avLst/>
          </a:prstGeom>
          <a:noFill/>
        </p:spPr>
        <p:txBody>
          <a:bodyPr wrap="square" rtlCol="0" anchor="ctr" anchorCtr="0">
            <a:normAutofit fontScale="90000" lnSpcReduction="10000"/>
          </a:bodyPr>
          <a:p>
            <a:pPr algn="l">
              <a:lnSpc>
                <a:spcPct val="130000"/>
              </a:lnSpc>
            </a:pPr>
            <a:r>
              <a:rPr lang="zh-CN" altLang="en-US" sz="1200" spc="150">
                <a:solidFill>
                  <a:schemeClr val="dk1">
                    <a:lumMod val="85000"/>
                    <a:lumOff val="15000"/>
                  </a:schemeClr>
                </a:solidFill>
                <a:latin typeface="微软雅黑" panose="020B0503020204020204" charset="-122"/>
                <a:ea typeface="微软雅黑" panose="020B0503020204020204" charset="-122"/>
                <a:cs typeface="微软雅黑" panose="020B0503020204020204" charset="-122"/>
              </a:rPr>
              <a:t>“你们快看这个鱿鱼！”李莉举起手里的烤鱿鱼，声音里满是激动，“刷的是北海道特调的味增酱，用的是函馆产的鱿鱼，外焦里嫩，比我在galagames里见过的美食插画还诱人！还有这个樱花大福，外皮是用北海道产的糯米做的，软糯Q弹，内馅是手工熬制的樱花酱，甜而不腻，口感绝了！”</a:t>
            </a:r>
            <a:endParaRPr lang="zh-CN" altLang="en-US" sz="1200" spc="150">
              <a:solidFill>
                <a:schemeClr val="dk1">
                  <a:lumMod val="85000"/>
                  <a:lumOff val="15000"/>
                </a:schemeClr>
              </a:solidFill>
              <a:latin typeface="微软雅黑" panose="020B0503020204020204" charset="-122"/>
              <a:ea typeface="微软雅黑" panose="020B0503020204020204" charset="-122"/>
              <a:cs typeface="微软雅黑" panose="020B0503020204020204" charset="-122"/>
            </a:endParaRPr>
          </a:p>
        </p:txBody>
      </p:sp>
      <p:cxnSp>
        <p:nvCxnSpPr>
          <p:cNvPr id="5" name="直接连接符 4"/>
          <p:cNvCxnSpPr/>
          <p:nvPr>
            <p:custDataLst>
              <p:tags r:id="rId8"/>
            </p:custDataLst>
          </p:nvPr>
        </p:nvCxnSpPr>
        <p:spPr>
          <a:xfrm>
            <a:off x="4203305" y="4675310"/>
            <a:ext cx="3753255" cy="0"/>
          </a:xfrm>
          <a:prstGeom prst="line">
            <a:avLst/>
          </a:prstGeom>
          <a:ln w="6350">
            <a:gradFill flip="none" rotWithShape="1">
              <a:gsLst>
                <a:gs pos="0">
                  <a:srgbClr val="FFFFFF">
                    <a:alpha val="0"/>
                  </a:srgbClr>
                </a:gs>
                <a:gs pos="34000">
                  <a:srgbClr val="3257AA">
                    <a:lumMod val="75000"/>
                  </a:srgbClr>
                </a:gs>
                <a:gs pos="71000">
                  <a:srgbClr val="9AB0E2">
                    <a:lumMod val="60000"/>
                    <a:lumOff val="40000"/>
                  </a:srgbClr>
                </a:gs>
                <a:gs pos="100000">
                  <a:srgbClr val="FFFFFF">
                    <a:alpha val="0"/>
                  </a:srgbClr>
                </a:gs>
              </a:gsLst>
              <a:lin ang="0" scaled="0"/>
              <a:tileRect/>
            </a:gradFill>
          </a:ln>
        </p:spPr>
        <p:style>
          <a:lnRef idx="1">
            <a:schemeClr val="accent1"/>
          </a:lnRef>
          <a:fillRef idx="0">
            <a:schemeClr val="accent1"/>
          </a:fillRef>
          <a:effectRef idx="0">
            <a:schemeClr val="accent1"/>
          </a:effectRef>
          <a:fontRef idx="minor">
            <a:schemeClr val="tx1"/>
          </a:fontRef>
        </p:style>
      </p:cxnSp>
      <p:sp>
        <p:nvSpPr>
          <p:cNvPr id="6" name="文本框 5"/>
          <p:cNvSpPr txBox="1"/>
          <p:nvPr>
            <p:custDataLst>
              <p:tags r:id="rId9"/>
            </p:custDataLst>
          </p:nvPr>
        </p:nvSpPr>
        <p:spPr>
          <a:xfrm>
            <a:off x="4105277" y="4774724"/>
            <a:ext cx="3981447" cy="1378858"/>
          </a:xfrm>
          <a:prstGeom prst="rect">
            <a:avLst/>
          </a:prstGeom>
          <a:noFill/>
        </p:spPr>
        <p:txBody>
          <a:bodyPr wrap="square" rtlCol="0" anchor="ctr" anchorCtr="0">
            <a:normAutofit/>
          </a:bodyPr>
          <a:p>
            <a:pPr algn="l">
              <a:lnSpc>
                <a:spcPct val="130000"/>
              </a:lnSpc>
            </a:pPr>
            <a:r>
              <a:rPr lang="zh-CN" altLang="en-US" sz="1100" spc="150">
                <a:solidFill>
                  <a:schemeClr val="dk1">
                    <a:lumMod val="85000"/>
                    <a:lumOff val="15000"/>
                  </a:schemeClr>
                </a:solidFill>
                <a:latin typeface="微软雅黑" panose="020B0503020204020204" charset="-122"/>
                <a:ea typeface="微软雅黑" panose="020B0503020204020204" charset="-122"/>
                <a:cs typeface="微软雅黑" panose="020B0503020204020204" charset="-122"/>
              </a:rPr>
              <a:t>她一边吃，一边拿出相机抓拍学生们的笑脸，镜头里，学生们捧着刚买的鲷鱼烧，脸上沾着少许红豆馅，笑得格外灿烂。看到有学生对着一座雪雕式神好奇张望，李莉连忙走上前，用专业的语气讲解：“这个是雪童子式神，传说他是雪之神的使者，能操控冰雪，</a:t>
            </a:r>
            <a:endParaRPr lang="zh-CN" altLang="en-US" sz="1100" spc="150">
              <a:solidFill>
                <a:schemeClr val="dk1">
                  <a:lumMod val="85000"/>
                  <a:lumOff val="15000"/>
                </a:schemeClr>
              </a:solidFill>
              <a:latin typeface="微软雅黑" panose="020B0503020204020204" charset="-122"/>
              <a:ea typeface="微软雅黑" panose="020B0503020204020204" charset="-122"/>
              <a:cs typeface="微软雅黑" panose="020B0503020204020204" charset="-122"/>
            </a:endParaRPr>
          </a:p>
        </p:txBody>
      </p:sp>
    </p:spTree>
    <p:custDataLst>
      <p:tags r:id="rId10"/>
    </p:custDataLst>
  </p:cSld>
  <p:clrMapOvr>
    <a:masterClrMapping/>
  </p:clrMapOvr>
  <p:transition spd="med"/>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3" name="直接连接符 2"/>
          <p:cNvCxnSpPr/>
          <p:nvPr>
            <p:custDataLst>
              <p:tags r:id="rId3"/>
            </p:custDataLst>
          </p:nvPr>
        </p:nvCxnSpPr>
        <p:spPr>
          <a:xfrm>
            <a:off x="457204" y="914407"/>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9"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sym typeface="微软雅黑" panose="020B0503020204020204" charset="-122"/>
              </a:rPr>
              <a:t>雪祭巡游，式神光影</a:t>
            </a:r>
            <a:endParaRPr lang="zh-CN" dirty="0" err="1">
              <a:solidFill>
                <a:schemeClr val="dk1"/>
              </a:solidFill>
              <a:sym typeface="微软雅黑" panose="020B0503020204020204" charset="-122"/>
            </a:endParaRPr>
          </a:p>
        </p:txBody>
      </p:sp>
      <p:sp>
        <p:nvSpPr>
          <p:cNvPr id="2" name="矩形 1"/>
          <p:cNvSpPr/>
          <p:nvPr>
            <p:custDataLst>
              <p:tags r:id="rId5"/>
            </p:custDataLst>
          </p:nvPr>
        </p:nvSpPr>
        <p:spPr>
          <a:xfrm>
            <a:off x="1626212" y="1496376"/>
            <a:ext cx="8915978" cy="4779137"/>
          </a:xfrm>
          <a:prstGeom prst="rect">
            <a:avLst/>
          </a:pr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solidFill>
                <a:schemeClr val="lt1"/>
              </a:solidFill>
              <a:latin typeface="微软雅黑" panose="020B0503020204020204" charset="-122"/>
              <a:ea typeface="微软雅黑" panose="020B0503020204020204" charset="-122"/>
              <a:cs typeface="+mn-ea"/>
              <a:sym typeface="+mn-lt"/>
            </a:endParaRPr>
          </a:p>
        </p:txBody>
      </p:sp>
      <p:cxnSp>
        <p:nvCxnSpPr>
          <p:cNvPr id="10" name="直接连接符 9"/>
          <p:cNvCxnSpPr/>
          <p:nvPr>
            <p:custDataLst>
              <p:tags r:id="rId6"/>
            </p:custDataLst>
          </p:nvPr>
        </p:nvCxnSpPr>
        <p:spPr>
          <a:xfrm>
            <a:off x="1772264" y="1218995"/>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custDataLst>
              <p:tags r:id="rId7"/>
            </p:custDataLst>
          </p:nvPr>
        </p:nvCxnSpPr>
        <p:spPr>
          <a:xfrm>
            <a:off x="1626210" y="1287787"/>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custDataLst>
              <p:tags r:id="rId8"/>
            </p:custDataLst>
          </p:nvPr>
        </p:nvCxnSpPr>
        <p:spPr>
          <a:xfrm>
            <a:off x="10166179" y="6085167"/>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custDataLst>
              <p:tags r:id="rId9"/>
            </p:custDataLst>
          </p:nvPr>
        </p:nvCxnSpPr>
        <p:spPr>
          <a:xfrm>
            <a:off x="10020125" y="6153960"/>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itle 6"/>
          <p:cNvSpPr txBox="1"/>
          <p:nvPr>
            <p:custDataLst>
              <p:tags r:id="rId10"/>
            </p:custDataLst>
          </p:nvPr>
        </p:nvSpPr>
        <p:spPr>
          <a:xfrm>
            <a:off x="1892883" y="1731304"/>
            <a:ext cx="8382634" cy="4309278"/>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守护雪国的旅人。你们看他的头发，是用压实的白雪雕刻而成，眼睛是用红色的琉璃镶嵌的，像冰晶一样清澈；还有他手里的冰剑，是用透明的亚克力板模拟的，在阳光下会折射出七彩的光芒。”
她掏出随身携带的小本子，快速记下雪雕的细节，包括雪童子的发型弧度、衣服的褶皱纹路，甚至还画了简单的草图，准备回去完善自己正在制作的galagames素材。“旁边那个是狐狸式神，传说他能通晓人心，帮助人们实现愿望。”李莉指着雪童子身边的另一座雪雕，继续讲解，“他的尾巴雕刻得格外精致，一共有九条，代表着他的灵力高深。在日本文化里，狐狸式神是非常受欢迎的，很多神社都会供奉他。”</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Tree>
    <p:custDataLst>
      <p:tags r:id="rId11"/>
    </p:custDataLst>
  </p:cSld>
  <p:clrMapOvr>
    <a:masterClrMapping/>
  </p:clrMapOvr>
  <p:transition spd="med"/>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3" name="直接连接符 2"/>
          <p:cNvCxnSpPr/>
          <p:nvPr>
            <p:custDataLst>
              <p:tags r:id="rId3"/>
            </p:custDataLst>
          </p:nvPr>
        </p:nvCxnSpPr>
        <p:spPr>
          <a:xfrm>
            <a:off x="457204" y="914407"/>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9"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sym typeface="微软雅黑" panose="020B0503020204020204" charset="-122"/>
              </a:rPr>
              <a:t>雪祭巡游，式神光影</a:t>
            </a:r>
            <a:endParaRPr lang="zh-CN" dirty="0" err="1">
              <a:solidFill>
                <a:schemeClr val="dk1"/>
              </a:solidFill>
              <a:sym typeface="微软雅黑" panose="020B0503020204020204" charset="-122"/>
            </a:endParaRPr>
          </a:p>
        </p:txBody>
      </p:sp>
      <p:sp>
        <p:nvSpPr>
          <p:cNvPr id="2" name="矩形 1"/>
          <p:cNvSpPr/>
          <p:nvPr>
            <p:custDataLst>
              <p:tags r:id="rId5"/>
            </p:custDataLst>
          </p:nvPr>
        </p:nvSpPr>
        <p:spPr>
          <a:xfrm>
            <a:off x="1626212" y="1496376"/>
            <a:ext cx="8915978" cy="4779137"/>
          </a:xfrm>
          <a:prstGeom prst="rect">
            <a:avLst/>
          </a:pr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solidFill>
                <a:schemeClr val="lt1"/>
              </a:solidFill>
              <a:latin typeface="微软雅黑" panose="020B0503020204020204" charset="-122"/>
              <a:ea typeface="微软雅黑" panose="020B0503020204020204" charset="-122"/>
              <a:cs typeface="+mn-ea"/>
              <a:sym typeface="+mn-lt"/>
            </a:endParaRPr>
          </a:p>
        </p:txBody>
      </p:sp>
      <p:cxnSp>
        <p:nvCxnSpPr>
          <p:cNvPr id="10" name="直接连接符 9"/>
          <p:cNvCxnSpPr/>
          <p:nvPr>
            <p:custDataLst>
              <p:tags r:id="rId6"/>
            </p:custDataLst>
          </p:nvPr>
        </p:nvCxnSpPr>
        <p:spPr>
          <a:xfrm>
            <a:off x="1772264" y="1218995"/>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custDataLst>
              <p:tags r:id="rId7"/>
            </p:custDataLst>
          </p:nvPr>
        </p:nvCxnSpPr>
        <p:spPr>
          <a:xfrm>
            <a:off x="1626210" y="1287787"/>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custDataLst>
              <p:tags r:id="rId8"/>
            </p:custDataLst>
          </p:nvPr>
        </p:nvCxnSpPr>
        <p:spPr>
          <a:xfrm>
            <a:off x="10166179" y="6085167"/>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custDataLst>
              <p:tags r:id="rId9"/>
            </p:custDataLst>
          </p:nvPr>
        </p:nvCxnSpPr>
        <p:spPr>
          <a:xfrm>
            <a:off x="10020125" y="6153960"/>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itle 6"/>
          <p:cNvSpPr txBox="1"/>
          <p:nvPr>
            <p:custDataLst>
              <p:tags r:id="rId10"/>
            </p:custDataLst>
          </p:nvPr>
        </p:nvSpPr>
        <p:spPr>
          <a:xfrm>
            <a:off x="1892883" y="1731304"/>
            <a:ext cx="8382634" cy="4309278"/>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李莉的“鹰眼”果然名不虚传，哪怕学生们分散在各个摊位前，她也能准确掌握每个人的动向。有个学生趁她讲解时，偷偷溜到不远处的玩具摊前，想要买一个式神模型，刚拿起模型，就被李莉喊住：“小明，别乱跑！想买东西可以跟老师说，不准擅自离队！”学生吓得一哆嗦，连忙放下模型，跑回队伍里，低着头不敢说话。
潘春和张燕并肩走在主街道上，人流渐渐密集起来，两人不得不放慢脚步。穿着传统服饰的居民、打扮成各式式神的表演者穿梭其间，锣鼓声、笑声、叫卖声交织在一起，格外热闹。张燕手里紧紧攥着药箱，眼神时刻留意着周围的学生，时不时弯腰帮学生拍掉身上的积雪，给冻得发红的小手递上暖宝宝：“别乱跑，跟紧队伍，要是觉得冷或者不舒服，一定要及时告诉老师。”</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Tree>
    <p:custDataLst>
      <p:tags r:id="rId11"/>
    </p:custDataLst>
  </p:cSld>
  <p:clrMapOvr>
    <a:masterClrMapping/>
  </p:clrMapOvr>
  <p:transition spd="med"/>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3" name="直接连接符 2"/>
          <p:cNvCxnSpPr/>
          <p:nvPr>
            <p:custDataLst>
              <p:tags r:id="rId3"/>
            </p:custDataLst>
          </p:nvPr>
        </p:nvCxnSpPr>
        <p:spPr>
          <a:xfrm>
            <a:off x="457204" y="914407"/>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9"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sym typeface="微软雅黑" panose="020B0503020204020204" charset="-122"/>
              </a:rPr>
              <a:t>雪祭巡游，式神光影</a:t>
            </a:r>
            <a:endParaRPr lang="zh-CN" dirty="0" err="1">
              <a:solidFill>
                <a:schemeClr val="dk1"/>
              </a:solidFill>
              <a:sym typeface="微软雅黑" panose="020B0503020204020204" charset="-122"/>
            </a:endParaRPr>
          </a:p>
        </p:txBody>
      </p:sp>
      <p:sp>
        <p:nvSpPr>
          <p:cNvPr id="2" name="矩形 1"/>
          <p:cNvSpPr/>
          <p:nvPr>
            <p:custDataLst>
              <p:tags r:id="rId5"/>
            </p:custDataLst>
          </p:nvPr>
        </p:nvSpPr>
        <p:spPr>
          <a:xfrm>
            <a:off x="1626212" y="1496376"/>
            <a:ext cx="8915978" cy="4779137"/>
          </a:xfrm>
          <a:prstGeom prst="rect">
            <a:avLst/>
          </a:pr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solidFill>
                <a:schemeClr val="lt1"/>
              </a:solidFill>
              <a:latin typeface="微软雅黑" panose="020B0503020204020204" charset="-122"/>
              <a:ea typeface="微软雅黑" panose="020B0503020204020204" charset="-122"/>
              <a:cs typeface="+mn-ea"/>
              <a:sym typeface="+mn-lt"/>
            </a:endParaRPr>
          </a:p>
        </p:txBody>
      </p:sp>
      <p:cxnSp>
        <p:nvCxnSpPr>
          <p:cNvPr id="10" name="直接连接符 9"/>
          <p:cNvCxnSpPr/>
          <p:nvPr>
            <p:custDataLst>
              <p:tags r:id="rId6"/>
            </p:custDataLst>
          </p:nvPr>
        </p:nvCxnSpPr>
        <p:spPr>
          <a:xfrm>
            <a:off x="1772264" y="1218995"/>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custDataLst>
              <p:tags r:id="rId7"/>
            </p:custDataLst>
          </p:nvPr>
        </p:nvCxnSpPr>
        <p:spPr>
          <a:xfrm>
            <a:off x="1626210" y="1287787"/>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custDataLst>
              <p:tags r:id="rId8"/>
            </p:custDataLst>
          </p:nvPr>
        </p:nvCxnSpPr>
        <p:spPr>
          <a:xfrm>
            <a:off x="10166179" y="6085167"/>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custDataLst>
              <p:tags r:id="rId9"/>
            </p:custDataLst>
          </p:nvPr>
        </p:nvCxnSpPr>
        <p:spPr>
          <a:xfrm>
            <a:off x="10020125" y="6153960"/>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itle 6"/>
          <p:cNvSpPr txBox="1"/>
          <p:nvPr>
            <p:custDataLst>
              <p:tags r:id="rId10"/>
            </p:custDataLst>
          </p:nvPr>
        </p:nvSpPr>
        <p:spPr>
          <a:xfrm>
            <a:off x="1892883" y="1731304"/>
            <a:ext cx="8382634" cy="4309278"/>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她还特意走到四眼和牢大身边，从药箱里拿出两瓶温热的北海道牛奶，悄悄递给他们，小声叮嘱：“注意安全，别跟萧老师起冲突。要是她为难你们，就找我或者蓉儿老师，我们会帮你们的。”四眼和牢大接过牛奶，连声道谢，指尖触碰到温热的奶瓶，心中泛起阵阵暖意。
潘春则四处张望，留意着各个方向的情况，看到有学生偏离队伍，就及时喊回来。她时不时停下来，给学生们讲解雪祭的历史和习俗：“札幌雪祭始于1950年，最初是由几个高中生用雪堆了几个雪雕，没想到吸引了很多市民前来观看，后来就逐渐发展成了现在的规模。每年雪祭期间，都会有来自世界各地的游客前来参观，这里的雪雕作品都是由专业的雪雕师和市民共同创作的，每一件都凝聚着大家的心血。”</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Tree>
    <p:custDataLst>
      <p:tags r:id="rId11"/>
    </p:custDataLst>
  </p:cSld>
  <p:clrMapOvr>
    <a:masterClrMapping/>
  </p:clrMapOvr>
  <p:transition spd="med"/>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3" name="直接连接符 2"/>
          <p:cNvCxnSpPr/>
          <p:nvPr>
            <p:custDataLst>
              <p:tags r:id="rId3"/>
            </p:custDataLst>
          </p:nvPr>
        </p:nvCxnSpPr>
        <p:spPr>
          <a:xfrm>
            <a:off x="457204" y="914407"/>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9"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sym typeface="微软雅黑" panose="020B0503020204020204" charset="-122"/>
              </a:rPr>
              <a:t>雪祭巡游，式神光影</a:t>
            </a:r>
            <a:endParaRPr lang="zh-CN" dirty="0" err="1">
              <a:solidFill>
                <a:schemeClr val="dk1"/>
              </a:solidFill>
              <a:sym typeface="微软雅黑" panose="020B0503020204020204" charset="-122"/>
            </a:endParaRPr>
          </a:p>
        </p:txBody>
      </p:sp>
      <p:sp>
        <p:nvSpPr>
          <p:cNvPr id="11" name="Title 6"/>
          <p:cNvSpPr txBox="1"/>
          <p:nvPr>
            <p:custDataLst>
              <p:tags r:id="rId5"/>
            </p:custDataLst>
          </p:nvPr>
        </p:nvSpPr>
        <p:spPr>
          <a:xfrm>
            <a:off x="457155" y="1771634"/>
            <a:ext cx="11277678" cy="4229126"/>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潘老师，你看那边，四眼和牢大正跟着式神巡游队伍呢。”张燕指着不远处的人群说。顺着她指的方向，潘春看到两个瘦小的身影挤在人群边缘，牢大身形苗条，男生女相，穿着宽大的研学外套，更显得身形纤细，他眼神发亮地盯着扮演狐狸式神的表演者，眼睛里满是向往，手指无意识地摩挲着口袋里的狐狸式神挂件；四眼则瘦高个，穿着同样的研学外套，站在牢大身边，像一座小小的灯塔，小心翼翼地避开往来的人群，生怕他被撞到，时不时帮他扶一下帽子，挡一下溅过来的雪水。
阳光洒在两人身上，他们的身影紧紧依偎在一起，像极了雪地里相互取暖的小动物。潘春眼底闪过一丝柔和，轻声说：“这两个孩子，心思细，也重感情。只是萧老师对他们偏见太深，总觉得他们不合规矩。”她走上前，没有打断两人，只是站在不远处静静看着，直到巡游队伍稍作停顿，才走过去递上两瓶热饮：“别站太久，天冷，喝点热的暖暖身子。”</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Tree>
    <p:custDataLst>
      <p:tags r:id="rId6"/>
    </p:custDataLst>
  </p:cSld>
  <p:clrMapOvr>
    <a:masterClrMapping/>
  </p:clrMapOvr>
  <p:transition spd="med"/>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3" name="直接连接符 2"/>
          <p:cNvCxnSpPr/>
          <p:nvPr>
            <p:custDataLst>
              <p:tags r:id="rId3"/>
            </p:custDataLst>
          </p:nvPr>
        </p:nvCxnSpPr>
        <p:spPr>
          <a:xfrm>
            <a:off x="457204" y="914407"/>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9"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sym typeface="微软雅黑" panose="020B0503020204020204" charset="-122"/>
              </a:rPr>
              <a:t>雪祭巡游，式神光影</a:t>
            </a:r>
            <a:endParaRPr lang="zh-CN" dirty="0" err="1">
              <a:solidFill>
                <a:schemeClr val="dk1"/>
              </a:solidFill>
              <a:sym typeface="微软雅黑" panose="020B0503020204020204" charset="-122"/>
            </a:endParaRPr>
          </a:p>
        </p:txBody>
      </p:sp>
      <p:sp>
        <p:nvSpPr>
          <p:cNvPr id="11" name="Title 6"/>
          <p:cNvSpPr txBox="1"/>
          <p:nvPr>
            <p:custDataLst>
              <p:tags r:id="rId5"/>
            </p:custDataLst>
          </p:nvPr>
        </p:nvSpPr>
        <p:spPr>
          <a:xfrm>
            <a:off x="1585071" y="1837436"/>
            <a:ext cx="9021857" cy="4097528"/>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四眼和牢大愣了一下，连忙接过热饮，低声道谢。潘春笑了笑，语气里没有了平时的严厉，多了几分温和：“喜欢式神？李莉老师对这个很有研究，回头可以问问她。不过要注意安全，别跟队伍走散了。要是迷路了，就找穿红色制服的工作人员，他们都会说简单的中文，或者直接给我打电话，我的号码在研学手册上有。”两人点点头，看着潘春离开的背影，心里都有些受宠若惊，没想到平时爱批斗人的潘老师，也有这么温柔的一面。
此时雪祭巡游正达到高潮，扮演雪之式神的表演者挥舞着衣袖，踏着轻快的步伐走过。他们穿着白色的和服，衣袖上绣着银色的雪花纹样，银线在阳光下闪闪发光，随着动作轻轻飘动，宛如雪花飞舞。身后跟着一群举着樱花灯笼的孩子，灯笼里的烛火摇曳，在雪地上投下斑驳的光影，光影交错间，宛如走进了童话世界。</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Tree>
    <p:custDataLst>
      <p:tags r:id="rId6"/>
    </p:custDataLst>
  </p:cSld>
  <p:clrMapOvr>
    <a:masterClrMapping/>
  </p:clrMapOvr>
  <p:transition spd="med"/>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3" name="直接连接符 2"/>
          <p:cNvCxnSpPr/>
          <p:nvPr>
            <p:custDataLst>
              <p:tags r:id="rId3"/>
            </p:custDataLst>
          </p:nvPr>
        </p:nvCxnSpPr>
        <p:spPr>
          <a:xfrm>
            <a:off x="457204" y="914407"/>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9"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sym typeface="微软雅黑" panose="020B0503020204020204" charset="-122"/>
              </a:rPr>
              <a:t>雪祭巡游，式神光影</a:t>
            </a:r>
            <a:endParaRPr lang="zh-CN" dirty="0" err="1">
              <a:solidFill>
                <a:schemeClr val="dk1"/>
              </a:solidFill>
              <a:sym typeface="微软雅黑" panose="020B0503020204020204" charset="-122"/>
            </a:endParaRPr>
          </a:p>
        </p:txBody>
      </p:sp>
      <p:sp>
        <p:nvSpPr>
          <p:cNvPr id="2" name="矩形 1"/>
          <p:cNvSpPr/>
          <p:nvPr>
            <p:custDataLst>
              <p:tags r:id="rId5"/>
            </p:custDataLst>
          </p:nvPr>
        </p:nvSpPr>
        <p:spPr>
          <a:xfrm>
            <a:off x="1626212" y="1496376"/>
            <a:ext cx="8915978" cy="4779137"/>
          </a:xfrm>
          <a:prstGeom prst="rect">
            <a:avLst/>
          </a:pr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solidFill>
                <a:schemeClr val="lt1"/>
              </a:solidFill>
              <a:latin typeface="微软雅黑" panose="020B0503020204020204" charset="-122"/>
              <a:ea typeface="微软雅黑" panose="020B0503020204020204" charset="-122"/>
              <a:cs typeface="+mn-ea"/>
              <a:sym typeface="+mn-lt"/>
            </a:endParaRPr>
          </a:p>
        </p:txBody>
      </p:sp>
      <p:cxnSp>
        <p:nvCxnSpPr>
          <p:cNvPr id="10" name="直接连接符 9"/>
          <p:cNvCxnSpPr/>
          <p:nvPr>
            <p:custDataLst>
              <p:tags r:id="rId6"/>
            </p:custDataLst>
          </p:nvPr>
        </p:nvCxnSpPr>
        <p:spPr>
          <a:xfrm>
            <a:off x="1772264" y="1218995"/>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custDataLst>
              <p:tags r:id="rId7"/>
            </p:custDataLst>
          </p:nvPr>
        </p:nvCxnSpPr>
        <p:spPr>
          <a:xfrm>
            <a:off x="1626210" y="1287787"/>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custDataLst>
              <p:tags r:id="rId8"/>
            </p:custDataLst>
          </p:nvPr>
        </p:nvCxnSpPr>
        <p:spPr>
          <a:xfrm>
            <a:off x="10166179" y="6085167"/>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custDataLst>
              <p:tags r:id="rId9"/>
            </p:custDataLst>
          </p:nvPr>
        </p:nvCxnSpPr>
        <p:spPr>
          <a:xfrm>
            <a:off x="10020125" y="6153960"/>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itle 6"/>
          <p:cNvSpPr txBox="1"/>
          <p:nvPr>
            <p:custDataLst>
              <p:tags r:id="rId10"/>
            </p:custDataLst>
          </p:nvPr>
        </p:nvSpPr>
        <p:spPr>
          <a:xfrm>
            <a:off x="1892883" y="1731304"/>
            <a:ext cx="8382634" cy="4309278"/>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表演者还时不时停下来，给围观的孩子们分发樱花形状的糖果，糖果包装纸上印着可爱的狐狸式神图案。孩子们欢呼雀跃，纷纷伸出小手接过糖果，脸上洋溢着灿烂的笑容，场面十分温馨。李莉正带着学生们拍手欢呼，还拉着学生和扮演雪童子的表演者合影，她站在学生中间，比出可爱的剪刀手，脸上满是笑容，完全看不出已经是中年教师。
张燕则站在一旁，温柔地笑着，手里还拿着刚买的式神面具，准备分给学生们当纪念品。面具是用和纸制作的，上面画着狐狸式神的纹样，眼睛是用红色的颜料绘制的，栩栩如生，和牢大口袋里的挂件很是相似。她还特意给四眼和牢大各留了一个做工最精致的面具，悄悄塞到他们手里，给了他们一个温柔的眼神。</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Tree>
    <p:custDataLst>
      <p:tags r:id="rId11"/>
    </p:custDataLst>
  </p:cSld>
  <p:clrMapOvr>
    <a:masterClrMapping/>
  </p:clrMapOvr>
  <p:transition spd="med"/>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3" name="直接连接符 2"/>
          <p:cNvCxnSpPr/>
          <p:nvPr>
            <p:custDataLst>
              <p:tags r:id="rId3"/>
            </p:custDataLst>
          </p:nvPr>
        </p:nvCxnSpPr>
        <p:spPr>
          <a:xfrm>
            <a:off x="457204" y="914407"/>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9"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sym typeface="微软雅黑" panose="020B0503020204020204" charset="-122"/>
              </a:rPr>
              <a:t>雪祭巡游，式神光影</a:t>
            </a:r>
            <a:endParaRPr lang="zh-CN" dirty="0" err="1">
              <a:solidFill>
                <a:schemeClr val="dk1"/>
              </a:solidFill>
              <a:sym typeface="微软雅黑" panose="020B0503020204020204" charset="-122"/>
            </a:endParaRPr>
          </a:p>
        </p:txBody>
      </p:sp>
      <p:sp>
        <p:nvSpPr>
          <p:cNvPr id="2" name="矩形 1"/>
          <p:cNvSpPr/>
          <p:nvPr>
            <p:custDataLst>
              <p:tags r:id="rId5"/>
            </p:custDataLst>
          </p:nvPr>
        </p:nvSpPr>
        <p:spPr>
          <a:xfrm>
            <a:off x="1626212" y="1496376"/>
            <a:ext cx="8915978" cy="4779137"/>
          </a:xfrm>
          <a:prstGeom prst="rect">
            <a:avLst/>
          </a:pr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solidFill>
                <a:schemeClr val="lt1"/>
              </a:solidFill>
              <a:latin typeface="微软雅黑" panose="020B0503020204020204" charset="-122"/>
              <a:ea typeface="微软雅黑" panose="020B0503020204020204" charset="-122"/>
              <a:cs typeface="+mn-ea"/>
              <a:sym typeface="+mn-lt"/>
            </a:endParaRPr>
          </a:p>
        </p:txBody>
      </p:sp>
      <p:cxnSp>
        <p:nvCxnSpPr>
          <p:cNvPr id="10" name="直接连接符 9"/>
          <p:cNvCxnSpPr/>
          <p:nvPr>
            <p:custDataLst>
              <p:tags r:id="rId6"/>
            </p:custDataLst>
          </p:nvPr>
        </p:nvCxnSpPr>
        <p:spPr>
          <a:xfrm>
            <a:off x="1772264" y="1218995"/>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custDataLst>
              <p:tags r:id="rId7"/>
            </p:custDataLst>
          </p:nvPr>
        </p:nvCxnSpPr>
        <p:spPr>
          <a:xfrm>
            <a:off x="1626210" y="1287787"/>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custDataLst>
              <p:tags r:id="rId8"/>
            </p:custDataLst>
          </p:nvPr>
        </p:nvCxnSpPr>
        <p:spPr>
          <a:xfrm>
            <a:off x="10166179" y="6085167"/>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custDataLst>
              <p:tags r:id="rId9"/>
            </p:custDataLst>
          </p:nvPr>
        </p:nvCxnSpPr>
        <p:spPr>
          <a:xfrm>
            <a:off x="10020125" y="6153960"/>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itle 6"/>
          <p:cNvSpPr txBox="1"/>
          <p:nvPr>
            <p:custDataLst>
              <p:tags r:id="rId10"/>
            </p:custDataLst>
          </p:nvPr>
        </p:nvSpPr>
        <p:spPr>
          <a:xfrm>
            <a:off x="1892883" y="1731304"/>
            <a:ext cx="8382634" cy="4309278"/>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萧秦站在人群边缘，看着眼前热闹的景象，脸色渐渐缓和下来，没有再发表激进的言论。她看到有外国游客对着雪雕拍照，犹豫了片刻，还是主动走上前，用不太流利的英语介绍：“This is the Snow Boy Shikigami, the guardian of the snow country. He can control ice and snow and protect travelers.”外国游客笑着点了点头，用英语回应道：“Thank you! It's very beautiful. I like Japanese culture very much.”</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Tree>
    <p:custDataLst>
      <p:tags r:id="rId11"/>
    </p:custDataLst>
  </p:cSld>
  <p:clrMapOvr>
    <a:masterClrMapping/>
  </p:clrMapOvr>
  <p:transition spd="med"/>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3" name="直接连接符 2"/>
          <p:cNvCxnSpPr/>
          <p:nvPr>
            <p:custDataLst>
              <p:tags r:id="rId3"/>
            </p:custDataLst>
          </p:nvPr>
        </p:nvCxnSpPr>
        <p:spPr>
          <a:xfrm>
            <a:off x="457204" y="914407"/>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9"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sym typeface="微软雅黑" panose="020B0503020204020204" charset="-122"/>
              </a:rPr>
              <a:t>雪祭巡游，式神光影</a:t>
            </a:r>
            <a:endParaRPr lang="zh-CN" dirty="0" err="1">
              <a:solidFill>
                <a:schemeClr val="dk1"/>
              </a:solidFill>
              <a:sym typeface="微软雅黑" panose="020B0503020204020204" charset="-122"/>
            </a:endParaRPr>
          </a:p>
        </p:txBody>
      </p:sp>
      <p:sp>
        <p:nvSpPr>
          <p:cNvPr id="2" name="矩形 1"/>
          <p:cNvSpPr/>
          <p:nvPr>
            <p:custDataLst>
              <p:tags r:id="rId5"/>
            </p:custDataLst>
          </p:nvPr>
        </p:nvSpPr>
        <p:spPr>
          <a:xfrm>
            <a:off x="1626212" y="1496376"/>
            <a:ext cx="8915978" cy="4779137"/>
          </a:xfrm>
          <a:prstGeom prst="rect">
            <a:avLst/>
          </a:pr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solidFill>
                <a:schemeClr val="lt1"/>
              </a:solidFill>
              <a:latin typeface="微软雅黑" panose="020B0503020204020204" charset="-122"/>
              <a:ea typeface="微软雅黑" panose="020B0503020204020204" charset="-122"/>
              <a:cs typeface="+mn-ea"/>
              <a:sym typeface="+mn-lt"/>
            </a:endParaRPr>
          </a:p>
        </p:txBody>
      </p:sp>
      <p:cxnSp>
        <p:nvCxnSpPr>
          <p:cNvPr id="10" name="直接连接符 9"/>
          <p:cNvCxnSpPr/>
          <p:nvPr>
            <p:custDataLst>
              <p:tags r:id="rId6"/>
            </p:custDataLst>
          </p:nvPr>
        </p:nvCxnSpPr>
        <p:spPr>
          <a:xfrm>
            <a:off x="1772264" y="1218995"/>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custDataLst>
              <p:tags r:id="rId7"/>
            </p:custDataLst>
          </p:nvPr>
        </p:nvCxnSpPr>
        <p:spPr>
          <a:xfrm>
            <a:off x="1626210" y="1287787"/>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custDataLst>
              <p:tags r:id="rId8"/>
            </p:custDataLst>
          </p:nvPr>
        </p:nvCxnSpPr>
        <p:spPr>
          <a:xfrm>
            <a:off x="10166179" y="6085167"/>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custDataLst>
              <p:tags r:id="rId9"/>
            </p:custDataLst>
          </p:nvPr>
        </p:nvCxnSpPr>
        <p:spPr>
          <a:xfrm>
            <a:off x="10020125" y="6153960"/>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itle 6"/>
          <p:cNvSpPr txBox="1"/>
          <p:nvPr>
            <p:custDataLst>
              <p:tags r:id="rId10"/>
            </p:custDataLst>
          </p:nvPr>
        </p:nvSpPr>
        <p:spPr>
          <a:xfrm>
            <a:off x="1892883" y="1731304"/>
            <a:ext cx="8382634" cy="4309278"/>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萧秦的脸上露出了难得的笑容，眼神里的偏激和偏见也淡了几分。或许是这热闹温馨的氛围感染了她，让她暂时放下了心中的执念，感受到了不同文化带来的魅力。她甚至从口袋里掏出几颗水果糖，分给了身边的几个外国小孩，孩子们接过糖果，笑着对她说“Thank you”，萧秦的嘴角笑得更加灿烂了。
老登和莫波基挤在人群里，老登举着手机拍个不停，手指在屏幕上快速滑动，嘴里还念叨着：“这……这个雪雕做得太……太精致了，比我……我想象的还好。你……你看这个魔法少女的造型，裙……裙摆的褶皱雕刻得多……多逼真，头……头发是用彩色的绒线做的，比咱们昨……昨晚堆的那个好……好看多了，回……回头咱们也照……照着这个样子堆一个，一……一定能成为雪……雪祭上最……最靓的雪雕。”</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Tree>
    <p:custDataLst>
      <p:tags r:id="rId11"/>
    </p:custDataLst>
  </p:cSld>
  <p:clrMapOvr>
    <a:masterClrMapping/>
  </p:clrMapOvr>
  <p:transition spd="med"/>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3" name="直接连接符 2"/>
          <p:cNvCxnSpPr/>
          <p:nvPr>
            <p:custDataLst>
              <p:tags r:id="rId3"/>
            </p:custDataLst>
          </p:nvPr>
        </p:nvCxnSpPr>
        <p:spPr>
          <a:xfrm>
            <a:off x="457204" y="914407"/>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9"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sym typeface="微软雅黑" panose="020B0503020204020204" charset="-122"/>
              </a:rPr>
              <a:t>雪祭巡游，式神光影</a:t>
            </a:r>
            <a:endParaRPr lang="zh-CN" dirty="0" err="1">
              <a:solidFill>
                <a:schemeClr val="dk1"/>
              </a:solidFill>
              <a:sym typeface="微软雅黑" panose="020B0503020204020204" charset="-122"/>
            </a:endParaRPr>
          </a:p>
        </p:txBody>
      </p:sp>
      <p:sp>
        <p:nvSpPr>
          <p:cNvPr id="11" name="Title 6"/>
          <p:cNvSpPr txBox="1"/>
          <p:nvPr>
            <p:custDataLst>
              <p:tags r:id="rId5"/>
            </p:custDataLst>
          </p:nvPr>
        </p:nvSpPr>
        <p:spPr>
          <a:xfrm>
            <a:off x="457155" y="1771634"/>
            <a:ext cx="11277678" cy="4229126"/>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莫波基则护在他身边，帮他挡住往来的人群，生怕他被挤到。他手里还拿着一个魔法少女造型的雪雕钥匙扣，是刚才在摊位上偷偷买的，显然是给老登准备的，嘴上却依旧说着：“幼……幼稚，有……有什么好拍的，浪……浪费手机内存。堆……堆雪雕有什么用，不……不如在家好好休息。”话虽如此，他的眼神却始终没有离开老登，看到老登因为拍照而差点摔倒，连忙伸手扶住他，语气带着几分责备却藏不住关切：“走……走路看着点脚下，雪……雪地里路滑，摔……摔着了怎么办。”
老登嘿嘿一笑，靠在莫波基的肩膀上，继续拍着照片：“还……还是老莫你靠……靠谱，有……有你在，我……我就放心了。等……等回去，我……我把这些照片打……打印出来，贴……贴在书桌前，每……每天都看。”莫波基没说话，只是轻轻拍了拍他的后背，眼底的宠溺藏都藏不住，引得周围几个日本游客都忍不住笑了起来，还用日语说了一句“他们的感情真好”。</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Tree>
    <p:custDataLst>
      <p:tags r:id="rId6"/>
    </p:custDataLst>
  </p:cSld>
  <p:clrMapOvr>
    <a:masterClrMapping/>
  </p:clrMapOvr>
  <p:transition spd="med"/>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3" name="直接连接符 2"/>
          <p:cNvCxnSpPr/>
          <p:nvPr>
            <p:custDataLst>
              <p:tags r:id="rId3"/>
            </p:custDataLst>
          </p:nvPr>
        </p:nvCxnSpPr>
        <p:spPr>
          <a:xfrm>
            <a:off x="457204" y="914407"/>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9"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sym typeface="微软雅黑" panose="020B0503020204020204" charset="-122"/>
              </a:rPr>
              <a:t>雪祭巡游，式神光影</a:t>
            </a:r>
            <a:endParaRPr lang="zh-CN" dirty="0" err="1">
              <a:solidFill>
                <a:schemeClr val="dk1"/>
              </a:solidFill>
              <a:sym typeface="微软雅黑" panose="020B0503020204020204" charset="-122"/>
            </a:endParaRPr>
          </a:p>
        </p:txBody>
      </p:sp>
      <p:sp>
        <p:nvSpPr>
          <p:cNvPr id="11" name="Title 6"/>
          <p:cNvSpPr txBox="1"/>
          <p:nvPr>
            <p:custDataLst>
              <p:tags r:id="rId5"/>
            </p:custDataLst>
          </p:nvPr>
        </p:nvSpPr>
        <p:spPr>
          <a:xfrm>
            <a:off x="2101826" y="1837436"/>
            <a:ext cx="7988347" cy="4097528"/>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突然，人群中传来一阵骚动，紧接着是学生的哭声。张燕心里一紧，连忙拉着潘春挤了过去，只见一个学生不小心摔倒了，膝盖磕破了皮，鲜血渗了出来，疼得眼泪直流。张燕连忙蹲下身，从药箱里拿出消毒棉和创可贴，温柔地说：“别怕，老师帮你处理一下，有点疼，忍一忍就好了。”
她先用消毒棉轻轻擦拭学生的伤口，动作轻柔得像对待易碎的珍宝，学生疼得瑟缩了一下，张燕连忙停下来，给学生吹了吹伤口，又拿出一颗草莓糖递给学生：“吃颗糖，甜一甜就不疼了。”学生接过糖，含在嘴里，眼泪渐渐止住了。张燕又小心翼翼地给学生贴上创可贴，还轻轻拍了拍学生的肩膀：“好了，没事了，以后走路一定要看着点脚下，雪地里路滑，千万别跑。”</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Tree>
    <p:custDataLst>
      <p:tags r:id="rId6"/>
    </p:custDataLst>
  </p:cSld>
  <p:clrMapOvr>
    <a:masterClrMapping/>
  </p:clrMapOvr>
  <p:transition spd="med"/>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3" name="直接连接符 2"/>
          <p:cNvCxnSpPr/>
          <p:nvPr>
            <p:custDataLst>
              <p:tags r:id="rId3"/>
            </p:custDataLst>
          </p:nvPr>
        </p:nvCxnSpPr>
        <p:spPr>
          <a:xfrm>
            <a:off x="457204" y="914407"/>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9"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sym typeface="微软雅黑" panose="020B0503020204020204" charset="-122"/>
              </a:rPr>
              <a:t>雪祭巡游，式神光影</a:t>
            </a:r>
            <a:endParaRPr lang="zh-CN" dirty="0" err="1">
              <a:solidFill>
                <a:schemeClr val="dk1"/>
              </a:solidFill>
              <a:sym typeface="微软雅黑" panose="020B0503020204020204" charset="-122"/>
            </a:endParaRPr>
          </a:p>
        </p:txBody>
      </p:sp>
      <p:sp>
        <p:nvSpPr>
          <p:cNvPr id="11" name="Title 6"/>
          <p:cNvSpPr txBox="1"/>
          <p:nvPr>
            <p:custDataLst>
              <p:tags r:id="rId5"/>
            </p:custDataLst>
          </p:nvPr>
        </p:nvSpPr>
        <p:spPr>
          <a:xfrm>
            <a:off x="457155" y="1771634"/>
            <a:ext cx="11277678" cy="4229126"/>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潘春也走过来，安抚学生的情绪：“没事吧？还能走吗？要是不能走，老师背你回去。”学生摇了摇头，小声说：“谢谢潘老师，我能走。”潘春笑了笑，摸了摸学生的头：“真勇敢。以后出门在外，一定要注意安全，照顾好自己，要是有什么困难，随时告诉老师。”
萧秦也走了过来，语气虽然依旧严肃，却带着几分关切：“走路怎么不看着点？雪地里路滑，不知道小心点吗？”她顿了顿，又开始灌输鸡汤：“年轻人就要有不怕吃苦、勇于克服困难的精神，这点小伤算什么？以后遇到的挫折还多着呢，要是这么一点小事就哭鼻子，怎么能成大器？”说着，还从口袋里掏出一颗水果糖递给学生：“吃颗糖，别哭了，坚强点。”
学生接过糖，点了点头。周围的老师都有些惊讶，没想到萧秦竟然会主动安慰学生，还递糖给学生。萧秦被众人看得有些不自在，干咳了一声，转身对其他学生说：“都看好了，以后走路都给我小心点，别再出现这种情况，给集体添麻烦。”</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Tree>
    <p:custDataLst>
      <p:tags r:id="rId6"/>
    </p:custDataLst>
  </p:cSld>
  <p:clrMapOvr>
    <a:masterClrMapping/>
  </p:clrMapOvr>
  <p:transition spd="med"/>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3" name="直接连接符 2"/>
          <p:cNvCxnSpPr/>
          <p:nvPr>
            <p:custDataLst>
              <p:tags r:id="rId3"/>
            </p:custDataLst>
          </p:nvPr>
        </p:nvCxnSpPr>
        <p:spPr>
          <a:xfrm>
            <a:off x="457204" y="914407"/>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9"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sym typeface="微软雅黑" panose="020B0503020204020204" charset="-122"/>
              </a:rPr>
              <a:t>雪祭巡游，式神光影</a:t>
            </a:r>
            <a:endParaRPr lang="zh-CN" dirty="0" err="1">
              <a:solidFill>
                <a:schemeClr val="dk1"/>
              </a:solidFill>
              <a:sym typeface="微软雅黑" panose="020B0503020204020204" charset="-122"/>
            </a:endParaRPr>
          </a:p>
        </p:txBody>
      </p:sp>
      <p:sp>
        <p:nvSpPr>
          <p:cNvPr id="2" name="圆角矩形 1"/>
          <p:cNvSpPr/>
          <p:nvPr>
            <p:custDataLst>
              <p:tags r:id="rId5"/>
            </p:custDataLst>
          </p:nvPr>
        </p:nvSpPr>
        <p:spPr>
          <a:xfrm>
            <a:off x="2894545" y="1645424"/>
            <a:ext cx="6402910" cy="4507726"/>
          </a:xfrm>
          <a:prstGeom prst="roundRect">
            <a:avLst>
              <a:gd name="adj" fmla="val 3466"/>
            </a:avLst>
          </a:prstGeom>
          <a:noFill/>
          <a:ln>
            <a:solidFill>
              <a:schemeClr val="l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lt1"/>
              </a:solidFill>
              <a:latin typeface="微软雅黑" panose="020B0503020204020204" charset="-122"/>
              <a:ea typeface="微软雅黑" panose="020B0503020204020204" charset="-122"/>
            </a:endParaRPr>
          </a:p>
        </p:txBody>
      </p:sp>
      <p:sp>
        <p:nvSpPr>
          <p:cNvPr id="7" name="圆角矩形 6"/>
          <p:cNvSpPr/>
          <p:nvPr>
            <p:custDataLst>
              <p:tags r:id="rId6"/>
            </p:custDataLst>
          </p:nvPr>
        </p:nvSpPr>
        <p:spPr>
          <a:xfrm>
            <a:off x="3293455" y="1619250"/>
            <a:ext cx="420721" cy="58164"/>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lt1"/>
              </a:solidFill>
              <a:latin typeface="微软雅黑" panose="020B0503020204020204" charset="-122"/>
              <a:ea typeface="微软雅黑" panose="020B0503020204020204" charset="-122"/>
            </a:endParaRPr>
          </a:p>
        </p:txBody>
      </p:sp>
      <p:cxnSp>
        <p:nvCxnSpPr>
          <p:cNvPr id="8" name="直接连接符 7"/>
          <p:cNvCxnSpPr/>
          <p:nvPr>
            <p:custDataLst>
              <p:tags r:id="rId7"/>
            </p:custDataLst>
          </p:nvPr>
        </p:nvCxnSpPr>
        <p:spPr>
          <a:xfrm>
            <a:off x="2894545" y="3129030"/>
            <a:ext cx="6402910" cy="0"/>
          </a:xfrm>
          <a:prstGeom prst="line">
            <a:avLst/>
          </a:prstGeom>
          <a:ln w="12700">
            <a:solidFill>
              <a:schemeClr val="lt1">
                <a:lumMod val="75000"/>
              </a:schemeClr>
            </a:solidFill>
          </a:ln>
        </p:spPr>
        <p:style>
          <a:lnRef idx="1">
            <a:schemeClr val="accent1"/>
          </a:lnRef>
          <a:fillRef idx="0">
            <a:schemeClr val="accent1"/>
          </a:fillRef>
          <a:effectRef idx="0">
            <a:schemeClr val="accent1"/>
          </a:effectRef>
          <a:fontRef idx="minor">
            <a:schemeClr val="tx1"/>
          </a:fontRef>
        </p:style>
      </p:cxnSp>
      <p:sp>
        <p:nvSpPr>
          <p:cNvPr id="11" name="圆角矩形 10"/>
          <p:cNvSpPr/>
          <p:nvPr>
            <p:custDataLst>
              <p:tags r:id="rId8"/>
            </p:custDataLst>
          </p:nvPr>
        </p:nvSpPr>
        <p:spPr>
          <a:xfrm>
            <a:off x="3293455" y="3107703"/>
            <a:ext cx="420721" cy="58164"/>
          </a:xfrm>
          <a:prstGeom prst="roundRect">
            <a:avLst>
              <a:gd name="adj" fmla="val 5000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lt1"/>
              </a:solidFill>
              <a:latin typeface="微软雅黑" panose="020B0503020204020204" charset="-122"/>
              <a:ea typeface="微软雅黑" panose="020B0503020204020204" charset="-122"/>
            </a:endParaRPr>
          </a:p>
        </p:txBody>
      </p:sp>
      <p:cxnSp>
        <p:nvCxnSpPr>
          <p:cNvPr id="12" name="直接连接符 11"/>
          <p:cNvCxnSpPr/>
          <p:nvPr>
            <p:custDataLst>
              <p:tags r:id="rId9"/>
            </p:custDataLst>
          </p:nvPr>
        </p:nvCxnSpPr>
        <p:spPr>
          <a:xfrm>
            <a:off x="2894545" y="4654033"/>
            <a:ext cx="6402910" cy="0"/>
          </a:xfrm>
          <a:prstGeom prst="line">
            <a:avLst/>
          </a:prstGeom>
          <a:ln w="12700">
            <a:solidFill>
              <a:schemeClr val="lt1">
                <a:lumMod val="75000"/>
              </a:schemeClr>
            </a:solidFill>
          </a:ln>
        </p:spPr>
        <p:style>
          <a:lnRef idx="1">
            <a:schemeClr val="accent1"/>
          </a:lnRef>
          <a:fillRef idx="0">
            <a:schemeClr val="accent1"/>
          </a:fillRef>
          <a:effectRef idx="0">
            <a:schemeClr val="accent1"/>
          </a:effectRef>
          <a:fontRef idx="minor">
            <a:schemeClr val="tx1"/>
          </a:fontRef>
        </p:style>
      </p:cxnSp>
      <p:sp>
        <p:nvSpPr>
          <p:cNvPr id="13" name="圆角矩形 10"/>
          <p:cNvSpPr/>
          <p:nvPr>
            <p:custDataLst>
              <p:tags r:id="rId10"/>
            </p:custDataLst>
          </p:nvPr>
        </p:nvSpPr>
        <p:spPr>
          <a:xfrm>
            <a:off x="3293455" y="4632706"/>
            <a:ext cx="420721" cy="58164"/>
          </a:xfrm>
          <a:prstGeom prst="roundRect">
            <a:avLst>
              <a:gd name="adj" fmla="val 50000"/>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lt1"/>
              </a:solidFill>
              <a:latin typeface="微软雅黑" panose="020B0503020204020204" charset="-122"/>
              <a:ea typeface="微软雅黑" panose="020B0503020204020204" charset="-122"/>
            </a:endParaRPr>
          </a:p>
        </p:txBody>
      </p:sp>
      <p:sp>
        <p:nvSpPr>
          <p:cNvPr id="148" name="文本框 147"/>
          <p:cNvSpPr txBox="1"/>
          <p:nvPr>
            <p:custDataLst>
              <p:tags r:id="rId11"/>
            </p:custDataLst>
          </p:nvPr>
        </p:nvSpPr>
        <p:spPr>
          <a:xfrm>
            <a:off x="3200877" y="1811933"/>
            <a:ext cx="5790247" cy="1144153"/>
          </a:xfrm>
          <a:prstGeom prst="rect">
            <a:avLst/>
          </a:prstGeom>
          <a:noFill/>
        </p:spPr>
        <p:txBody>
          <a:bodyPr wrap="square" rtlCol="0" anchor="t" anchorCtr="0">
            <a:normAutofit/>
          </a:bodyPr>
          <a:p>
            <a:pPr>
              <a:lnSpc>
                <a:spcPct val="130000"/>
              </a:lnSpc>
            </a:pPr>
            <a:r>
              <a:rPr lang="zh-CN" altLang="en-US" sz="1000" spc="150">
                <a:solidFill>
                  <a:schemeClr val="dk1">
                    <a:lumMod val="75000"/>
                    <a:lumOff val="25000"/>
                  </a:schemeClr>
                </a:solidFill>
                <a:uFillTx/>
                <a:latin typeface="微软雅黑" panose="020B0503020204020204" charset="-122"/>
                <a:ea typeface="微软雅黑" panose="020B0503020204020204" charset="-122"/>
                <a:sym typeface="+mn-ea"/>
              </a:rPr>
              <a:t>处理好伤口后，队伍继续前行。此时的阳光渐渐西斜，给街道镀上了一层金色的光晕，雪地上的光影渐渐拉长。路边的摊位开始准备晚上的活动，不少摊主点燃了煤油灯，暖黄的灯光与雪色相映，格外温馨。还有些摊主开始摆放河灯，准备晚上的放河灯活动，河灯上画着各式式神图案，精致可爱。</a:t>
            </a:r>
            <a:endParaRPr lang="zh-CN" altLang="en-US" sz="1000" spc="150">
              <a:solidFill>
                <a:schemeClr val="dk1">
                  <a:lumMod val="75000"/>
                  <a:lumOff val="25000"/>
                </a:schemeClr>
              </a:solidFill>
              <a:uFillTx/>
              <a:latin typeface="微软雅黑" panose="020B0503020204020204" charset="-122"/>
              <a:ea typeface="微软雅黑" panose="020B0503020204020204" charset="-122"/>
              <a:sym typeface="+mn-ea"/>
            </a:endParaRPr>
          </a:p>
        </p:txBody>
      </p:sp>
      <p:sp>
        <p:nvSpPr>
          <p:cNvPr id="10" name="文本框 9"/>
          <p:cNvSpPr txBox="1"/>
          <p:nvPr>
            <p:custDataLst>
              <p:tags r:id="rId12"/>
            </p:custDataLst>
          </p:nvPr>
        </p:nvSpPr>
        <p:spPr>
          <a:xfrm>
            <a:off x="3200877" y="3317484"/>
            <a:ext cx="5790247" cy="1144153"/>
          </a:xfrm>
          <a:prstGeom prst="rect">
            <a:avLst/>
          </a:prstGeom>
          <a:noFill/>
        </p:spPr>
        <p:txBody>
          <a:bodyPr wrap="square" rtlCol="0" anchor="t" anchorCtr="0">
            <a:normAutofit/>
          </a:bodyPr>
          <a:p>
            <a:pPr>
              <a:lnSpc>
                <a:spcPct val="130000"/>
              </a:lnSpc>
            </a:pPr>
            <a:r>
              <a:rPr lang="zh-CN" altLang="en-US" sz="1000" spc="150">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sym typeface="+mn-ea"/>
              </a:rPr>
              <a:t>李莉带着学生们来到一个式神周边摊位前，摊位上摆满了各式各样的式神挂件、御守、面具、明信片等，琳琅满目。她兴奋地挑选着，拿起一个雪童子御守，对学生们说：“这个雪童子御守很灵验，传说能守护平安，尤其是在雪地里，能保佑大家不被冻伤，不迷路。”</a:t>
            </a:r>
            <a:endParaRPr lang="zh-CN" altLang="en-US" sz="1000" spc="150">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sym typeface="+mn-ea"/>
            </a:endParaRPr>
          </a:p>
        </p:txBody>
      </p:sp>
      <p:sp>
        <p:nvSpPr>
          <p:cNvPr id="14" name="文本框 13"/>
          <p:cNvSpPr txBox="1"/>
          <p:nvPr>
            <p:custDataLst>
              <p:tags r:id="rId13"/>
            </p:custDataLst>
          </p:nvPr>
        </p:nvSpPr>
        <p:spPr>
          <a:xfrm>
            <a:off x="3200877" y="4842488"/>
            <a:ext cx="5790247" cy="1144153"/>
          </a:xfrm>
          <a:prstGeom prst="rect">
            <a:avLst/>
          </a:prstGeom>
          <a:noFill/>
        </p:spPr>
        <p:txBody>
          <a:bodyPr wrap="square" rtlCol="0" anchor="t" anchorCtr="0">
            <a:normAutofit fontScale="70000"/>
          </a:bodyPr>
          <a:p>
            <a:pPr>
              <a:lnSpc>
                <a:spcPct val="130000"/>
              </a:lnSpc>
            </a:pPr>
            <a:r>
              <a:rPr lang="zh-CN" altLang="en-US" sz="1400" spc="150">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sym typeface="+mn-ea"/>
              </a:rPr>
              <a:t>她又拿起一个狐狸式神挂件，继续说：“这个狐狸式神挂件能帮人实现愿望，特别适合你们这些心怀梦想的孩子。你们可以把自己的愿望写在御守的小纸条上，然后挂在雪之神社的许愿树上，据说愿望很快就能实现。”学生们听得津津有味，纷纷挑选起自己喜欢的周边，李莉则在一旁帮他们参考，还不忘给他们讲解每个式神的传说故事。</a:t>
            </a:r>
            <a:endParaRPr lang="zh-CN" altLang="en-US" sz="1400" spc="150">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sym typeface="+mn-ea"/>
            </a:endParaRPr>
          </a:p>
        </p:txBody>
      </p:sp>
    </p:spTree>
    <p:custDataLst>
      <p:tags r:id="rId14"/>
    </p:custDataLst>
  </p:cSld>
  <p:clrMapOvr>
    <a:masterClrMapping/>
  </p:clrMapOvr>
  <p:transition spd="med"/>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3" name="直接连接符 2"/>
          <p:cNvCxnSpPr/>
          <p:nvPr>
            <p:custDataLst>
              <p:tags r:id="rId3"/>
            </p:custDataLst>
          </p:nvPr>
        </p:nvCxnSpPr>
        <p:spPr>
          <a:xfrm>
            <a:off x="457204" y="914407"/>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9"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sym typeface="微软雅黑" panose="020B0503020204020204" charset="-122"/>
              </a:rPr>
              <a:t>雪祭巡游，式神光影</a:t>
            </a:r>
            <a:endParaRPr lang="zh-CN" dirty="0" err="1">
              <a:solidFill>
                <a:schemeClr val="dk1"/>
              </a:solidFill>
              <a:sym typeface="微软雅黑" panose="020B0503020204020204" charset="-122"/>
            </a:endParaRPr>
          </a:p>
        </p:txBody>
      </p:sp>
      <p:sp>
        <p:nvSpPr>
          <p:cNvPr id="2" name="矩形 1"/>
          <p:cNvSpPr/>
          <p:nvPr>
            <p:custDataLst>
              <p:tags r:id="rId5"/>
            </p:custDataLst>
          </p:nvPr>
        </p:nvSpPr>
        <p:spPr>
          <a:xfrm>
            <a:off x="1626212" y="1496376"/>
            <a:ext cx="8915978" cy="4779137"/>
          </a:xfrm>
          <a:prstGeom prst="rect">
            <a:avLst/>
          </a:pr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solidFill>
                <a:schemeClr val="lt1"/>
              </a:solidFill>
              <a:latin typeface="微软雅黑" panose="020B0503020204020204" charset="-122"/>
              <a:ea typeface="微软雅黑" panose="020B0503020204020204" charset="-122"/>
              <a:cs typeface="+mn-ea"/>
              <a:sym typeface="+mn-lt"/>
            </a:endParaRPr>
          </a:p>
        </p:txBody>
      </p:sp>
      <p:cxnSp>
        <p:nvCxnSpPr>
          <p:cNvPr id="10" name="直接连接符 9"/>
          <p:cNvCxnSpPr/>
          <p:nvPr>
            <p:custDataLst>
              <p:tags r:id="rId6"/>
            </p:custDataLst>
          </p:nvPr>
        </p:nvCxnSpPr>
        <p:spPr>
          <a:xfrm>
            <a:off x="1772264" y="1218995"/>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custDataLst>
              <p:tags r:id="rId7"/>
            </p:custDataLst>
          </p:nvPr>
        </p:nvCxnSpPr>
        <p:spPr>
          <a:xfrm>
            <a:off x="1626210" y="1287787"/>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custDataLst>
              <p:tags r:id="rId8"/>
            </p:custDataLst>
          </p:nvPr>
        </p:nvCxnSpPr>
        <p:spPr>
          <a:xfrm>
            <a:off x="10166179" y="6085167"/>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custDataLst>
              <p:tags r:id="rId9"/>
            </p:custDataLst>
          </p:nvPr>
        </p:nvCxnSpPr>
        <p:spPr>
          <a:xfrm>
            <a:off x="10020125" y="6153960"/>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itle 6"/>
          <p:cNvSpPr txBox="1"/>
          <p:nvPr>
            <p:custDataLst>
              <p:tags r:id="rId10"/>
            </p:custDataLst>
          </p:nvPr>
        </p:nvSpPr>
        <p:spPr>
          <a:xfrm>
            <a:off x="1892883" y="1731304"/>
            <a:ext cx="8382634" cy="4309278"/>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李梦则在一家卖奢侈品周边的摊位前停留，拿起一个印有名牌logo的钥匙扣打量着，眉头紧锁，嘴里还嘀咕着：“这做工也太粗糙了，边缘还有毛刺，比伦敦的正品差远了，也就骗骗这些不懂行的人。”她放下钥匙扣，又拿起一个名牌钱包，翻来覆去地看了看，语气里满是嫌弃：“皮质这么差，一看就是仿品，还卖这么贵，真是坑人。”
旁边的学生听到她的话，都有些尴尬，纷纷走开了。有个学生小声说：“老师，这个钱包看起来挺好看的，而且价格也不算太贵。”李梦瞪了那个学生一眼，厉声说：“你懂什么？正品的皮质是经过特殊处理的，摸起来细腻光滑，这个摸起来粗糙得像砂纸，一看就是劣质品。以后买东西要有点眼光，别什么乱七八糟的东西都觉得好。”学生被她骂得低下头，不敢再说话。</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Tree>
    <p:custDataLst>
      <p:tags r:id="rId11"/>
    </p:custDataLst>
  </p:cSld>
  <p:clrMapOvr>
    <a:masterClrMapping/>
  </p:clrMapOvr>
  <p:transition spd="med"/>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3" name="直接连接符 2"/>
          <p:cNvCxnSpPr/>
          <p:nvPr>
            <p:custDataLst>
              <p:tags r:id="rId3"/>
            </p:custDataLst>
          </p:nvPr>
        </p:nvCxnSpPr>
        <p:spPr>
          <a:xfrm>
            <a:off x="457204" y="914407"/>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9"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sym typeface="微软雅黑" panose="020B0503020204020204" charset="-122"/>
              </a:rPr>
              <a:t>雪祭巡游，式神光影</a:t>
            </a:r>
            <a:endParaRPr lang="zh-CN" dirty="0" err="1">
              <a:solidFill>
                <a:schemeClr val="dk1"/>
              </a:solidFill>
              <a:sym typeface="微软雅黑" panose="020B0503020204020204" charset="-122"/>
            </a:endParaRPr>
          </a:p>
        </p:txBody>
      </p:sp>
      <p:sp>
        <p:nvSpPr>
          <p:cNvPr id="2" name="矩形 1"/>
          <p:cNvSpPr/>
          <p:nvPr>
            <p:custDataLst>
              <p:tags r:id="rId5"/>
            </p:custDataLst>
          </p:nvPr>
        </p:nvSpPr>
        <p:spPr>
          <a:xfrm>
            <a:off x="1626212" y="1496376"/>
            <a:ext cx="8915978" cy="4779137"/>
          </a:xfrm>
          <a:prstGeom prst="rect">
            <a:avLst/>
          </a:pr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solidFill>
                <a:schemeClr val="lt1"/>
              </a:solidFill>
              <a:latin typeface="微软雅黑" panose="020B0503020204020204" charset="-122"/>
              <a:ea typeface="微软雅黑" panose="020B0503020204020204" charset="-122"/>
              <a:cs typeface="+mn-ea"/>
              <a:sym typeface="+mn-lt"/>
            </a:endParaRPr>
          </a:p>
        </p:txBody>
      </p:sp>
      <p:cxnSp>
        <p:nvCxnSpPr>
          <p:cNvPr id="10" name="直接连接符 9"/>
          <p:cNvCxnSpPr/>
          <p:nvPr>
            <p:custDataLst>
              <p:tags r:id="rId6"/>
            </p:custDataLst>
          </p:nvPr>
        </p:nvCxnSpPr>
        <p:spPr>
          <a:xfrm>
            <a:off x="1772264" y="1218995"/>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custDataLst>
              <p:tags r:id="rId7"/>
            </p:custDataLst>
          </p:nvPr>
        </p:nvCxnSpPr>
        <p:spPr>
          <a:xfrm>
            <a:off x="1626210" y="1287787"/>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custDataLst>
              <p:tags r:id="rId8"/>
            </p:custDataLst>
          </p:nvPr>
        </p:nvCxnSpPr>
        <p:spPr>
          <a:xfrm>
            <a:off x="10166179" y="6085167"/>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custDataLst>
              <p:tags r:id="rId9"/>
            </p:custDataLst>
          </p:nvPr>
        </p:nvCxnSpPr>
        <p:spPr>
          <a:xfrm>
            <a:off x="10020125" y="6153960"/>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itle 6"/>
          <p:cNvSpPr txBox="1"/>
          <p:nvPr>
            <p:custDataLst>
              <p:tags r:id="rId10"/>
            </p:custDataLst>
          </p:nvPr>
        </p:nvSpPr>
        <p:spPr>
          <a:xfrm>
            <a:off x="1892883" y="1731304"/>
            <a:ext cx="8382634" cy="4309278"/>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蓉儿则走到一家卖和纸的摊位前，摊位上摆放着各式各样的和纸，有印有樱花纹样的，有印有式神图案的，还有纯色的和纸，质地柔软，颜色淡雅。摊主是一位白发苍苍的日本老人，穿着传统的和服，看到蓉儿，笑着点了点头，用日语说道：“こんにちは（你好），这些都是北海道特产的和纸，用樱花纤维和桦木浆制成，质地柔软，吸水性好，用来写字画画都很合适。”
蓉儿也用流利的日语回应道：“こんにちは（你好），这些和纸真漂亮。”她拿起一张印有樱花纹样的和纸，细细端详，和纸的质地柔软细腻，上面的樱花纹样是用木版画的手法印制的，线条流畅，色彩淡雅。老人又给她介绍了一款印有狐狸式神图案的和纸：“这款和纸很受欢迎，很多人都用来制作明信片或者书签，上面的狐狸式神是雪之神社的守护式神，很灵验的。”</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Tree>
    <p:custDataLst>
      <p:tags r:id="rId11"/>
    </p:custDataLst>
  </p:cSld>
  <p:clrMapOvr>
    <a:masterClrMapping/>
  </p:clrMapOvr>
  <p:transition spd="med"/>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3" name="直接连接符 2"/>
          <p:cNvCxnSpPr/>
          <p:nvPr>
            <p:custDataLst>
              <p:tags r:id="rId3"/>
            </p:custDataLst>
          </p:nvPr>
        </p:nvCxnSpPr>
        <p:spPr>
          <a:xfrm>
            <a:off x="457204" y="914407"/>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9"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sym typeface="微软雅黑" panose="020B0503020204020204" charset="-122"/>
              </a:rPr>
              <a:t>雪祭巡游，式神光影</a:t>
            </a:r>
            <a:endParaRPr lang="zh-CN" dirty="0" err="1">
              <a:solidFill>
                <a:schemeClr val="dk1"/>
              </a:solidFill>
              <a:sym typeface="微软雅黑" panose="020B0503020204020204" charset="-122"/>
            </a:endParaRPr>
          </a:p>
        </p:txBody>
      </p:sp>
      <p:sp>
        <p:nvSpPr>
          <p:cNvPr id="11" name="Title 6"/>
          <p:cNvSpPr txBox="1"/>
          <p:nvPr>
            <p:custDataLst>
              <p:tags r:id="rId5"/>
            </p:custDataLst>
          </p:nvPr>
        </p:nvSpPr>
        <p:spPr>
          <a:xfrm>
            <a:off x="1585071" y="1837436"/>
            <a:ext cx="9021857" cy="4097528"/>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蓉儿点点头，买了几张和纸，又拿起一个樱花形状的印章，印章上的纹样精致，与她书签上的字迹很是相配。她向来喜爱这些高雅的物件，哪怕是在研学途中，也不忘收集这些充满日式特色的小玩意儿。付完钱后，她还礼貌地对老人说了一句“ありがとう（谢谢）”，老人笑着回应道：“どういたしまして（不客气），欢迎下次再来。”
傍晚时分，巡游结束，天色渐渐暗了下来，街道上的灯笼全部亮起，暖黄色的光芒照亮了雪地，格外温馨。天空中又飘起了细密的雪花，雪花落在灯笼上，融化成水珠，顺着灯笼的边缘滑落，像一串串晶莹的珍珠。众人在指定地点集合，潘春掏出研学手册，再次清点人数，确认所有学生都到齐后，才松了口气：“好了，今天的雪祭活动很顺利，大家都表现得不错。现在咱们准备回去，路上注意安全，别乱跑，两人一组，互相照应。”</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Tree>
    <p:custDataLst>
      <p:tags r:id="rId6"/>
    </p:custDataLst>
  </p:cSld>
  <p:clrMapOvr>
    <a:masterClrMapping/>
  </p:clrMapOvr>
  <p:transition spd="med"/>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3" name="直接连接符 2"/>
          <p:cNvCxnSpPr/>
          <p:nvPr>
            <p:custDataLst>
              <p:tags r:id="rId3"/>
            </p:custDataLst>
          </p:nvPr>
        </p:nvCxnSpPr>
        <p:spPr>
          <a:xfrm>
            <a:off x="457204" y="914407"/>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9"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sym typeface="微软雅黑" panose="020B0503020204020204" charset="-122"/>
              </a:rPr>
              <a:t>雪祭巡游，式神光影</a:t>
            </a:r>
            <a:endParaRPr lang="zh-CN" dirty="0" err="1">
              <a:solidFill>
                <a:schemeClr val="dk1"/>
              </a:solidFill>
              <a:sym typeface="微软雅黑" panose="020B0503020204020204" charset="-122"/>
            </a:endParaRPr>
          </a:p>
        </p:txBody>
      </p:sp>
      <p:sp>
        <p:nvSpPr>
          <p:cNvPr id="11" name="Title 6"/>
          <p:cNvSpPr txBox="1"/>
          <p:nvPr>
            <p:custDataLst>
              <p:tags r:id="rId5"/>
            </p:custDataLst>
          </p:nvPr>
        </p:nvSpPr>
        <p:spPr>
          <a:xfrm>
            <a:off x="457155" y="1771634"/>
            <a:ext cx="11277678" cy="4229126"/>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回去的路上，大巴车的车厢里格外安静，学生们大多累得睡着了，靠在彼此的肩膀上，脸上还带着白天玩闹后的笑容。潘春坐在靠窗的位置，看着窗外渐渐暗下来的天色，雪地上的灯笼光影渐渐模糊，脑海里回想着今天发生的一切。李梦坐在她身边，沉默了许久，终于开口，语气里带着几分真诚：“潘老师，对不起，今天上午我态度不好，还说了不该说的话。我以前总觉得自己留学回来，比别人强，就有些骄傲自满，忽略了最基本的责任，以后我一定会改正，好好照顾学生，不再摆海归的架子。”
潘春转头看她，笑了笑：“人都有犯错的时候，重要的是及时改正。咱们是老师，更是学生的守护者，就像雪之神社的式神，要守住自己的本分，护好身边的每一个学生。不管有没有留过学，咱们的职责都是一样的，都是为了孩子们能健康成长。”李梦点了点头，眼神里满是坚定：“我知道了潘老师，以后我一定会以大局为重，好好配合你的工作，再也不搞特殊化了。”</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Tree>
    <p:custDataLst>
      <p:tags r:id="rId6"/>
    </p:custDataLst>
  </p:cSld>
  <p:clrMapOvr>
    <a:masterClrMapping/>
  </p:clrMapOvr>
  <p:transition spd="med"/>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3" name="直接连接符 2"/>
          <p:cNvCxnSpPr/>
          <p:nvPr>
            <p:custDataLst>
              <p:tags r:id="rId3"/>
            </p:custDataLst>
          </p:nvPr>
        </p:nvCxnSpPr>
        <p:spPr>
          <a:xfrm>
            <a:off x="457204" y="914407"/>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9"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sym typeface="微软雅黑" panose="020B0503020204020204" charset="-122"/>
              </a:rPr>
              <a:t>雪祭巡游，式神光影</a:t>
            </a:r>
            <a:endParaRPr lang="zh-CN" dirty="0" err="1">
              <a:solidFill>
                <a:schemeClr val="dk1"/>
              </a:solidFill>
              <a:sym typeface="微软雅黑" panose="020B0503020204020204" charset="-122"/>
            </a:endParaRPr>
          </a:p>
        </p:txBody>
      </p:sp>
      <p:sp>
        <p:nvSpPr>
          <p:cNvPr id="11" name="Title 6"/>
          <p:cNvSpPr txBox="1"/>
          <p:nvPr>
            <p:custDataLst>
              <p:tags r:id="rId5"/>
            </p:custDataLst>
          </p:nvPr>
        </p:nvSpPr>
        <p:spPr>
          <a:xfrm>
            <a:off x="2101826" y="1837436"/>
            <a:ext cx="7988347" cy="4097528"/>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此时，坐在不远处的李莉正和张燕分享着今天拍的照片，两人时不时发出小声的惊叹。李莉翻到一张学生们和雪童子式神的合影，笑着说：“你看这张，孩子们笑得多开心，这个雪童子式神也做得太逼真了，回去我一定要把这张照片放进我的游戏素材库里。”张燕笑着点了点头：“是啊，今天的雪祭真的很精彩，孩子们也学到了很多东西，这趟研学之旅很有意义。”
老登靠在莫波基的肩膀上睡着了，手里还紧紧攥着那个魔法少女钥匙扣，嘴角带着淡淡的笑容，似乎在做什么美梦。莫波基轻轻拍着他的后背，眼神温柔，像在呵护一件稀世珍宝。车厢里的灯光洒在他们身上，给他们镀上了一层柔和的光晕，显得格外温馨。</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Tree>
    <p:custDataLst>
      <p:tags r:id="rId6"/>
    </p:custDataLst>
  </p:cSld>
  <p:clrMapOvr>
    <a:masterClrMapping/>
  </p:clrMapOvr>
  <p:transition spd="med"/>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3" name="直接连接符 2"/>
          <p:cNvCxnSpPr/>
          <p:nvPr>
            <p:custDataLst>
              <p:tags r:id="rId3"/>
            </p:custDataLst>
          </p:nvPr>
        </p:nvCxnSpPr>
        <p:spPr>
          <a:xfrm>
            <a:off x="457204" y="914407"/>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9"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sym typeface="微软雅黑" panose="020B0503020204020204" charset="-122"/>
              </a:rPr>
              <a:t>雪祭巡游，式神光影</a:t>
            </a:r>
            <a:endParaRPr lang="zh-CN" dirty="0" err="1">
              <a:solidFill>
                <a:schemeClr val="dk1"/>
              </a:solidFill>
              <a:sym typeface="微软雅黑" panose="020B0503020204020204" charset="-122"/>
            </a:endParaRPr>
          </a:p>
        </p:txBody>
      </p:sp>
      <p:sp>
        <p:nvSpPr>
          <p:cNvPr id="2" name="矩形 1"/>
          <p:cNvSpPr/>
          <p:nvPr>
            <p:custDataLst>
              <p:tags r:id="rId5"/>
            </p:custDataLst>
          </p:nvPr>
        </p:nvSpPr>
        <p:spPr>
          <a:xfrm>
            <a:off x="1626212" y="1496376"/>
            <a:ext cx="8915978" cy="4779137"/>
          </a:xfrm>
          <a:prstGeom prst="rect">
            <a:avLst/>
          </a:pr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solidFill>
                <a:schemeClr val="lt1"/>
              </a:solidFill>
              <a:latin typeface="微软雅黑" panose="020B0503020204020204" charset="-122"/>
              <a:ea typeface="微软雅黑" panose="020B0503020204020204" charset="-122"/>
              <a:cs typeface="+mn-ea"/>
              <a:sym typeface="+mn-lt"/>
            </a:endParaRPr>
          </a:p>
        </p:txBody>
      </p:sp>
      <p:cxnSp>
        <p:nvCxnSpPr>
          <p:cNvPr id="10" name="直接连接符 9"/>
          <p:cNvCxnSpPr/>
          <p:nvPr>
            <p:custDataLst>
              <p:tags r:id="rId6"/>
            </p:custDataLst>
          </p:nvPr>
        </p:nvCxnSpPr>
        <p:spPr>
          <a:xfrm>
            <a:off x="1772264" y="1218995"/>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custDataLst>
              <p:tags r:id="rId7"/>
            </p:custDataLst>
          </p:nvPr>
        </p:nvCxnSpPr>
        <p:spPr>
          <a:xfrm>
            <a:off x="1626210" y="1287787"/>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custDataLst>
              <p:tags r:id="rId8"/>
            </p:custDataLst>
          </p:nvPr>
        </p:nvCxnSpPr>
        <p:spPr>
          <a:xfrm>
            <a:off x="10166179" y="6085167"/>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custDataLst>
              <p:tags r:id="rId9"/>
            </p:custDataLst>
          </p:nvPr>
        </p:nvCxnSpPr>
        <p:spPr>
          <a:xfrm>
            <a:off x="10020125" y="6153960"/>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itle 6"/>
          <p:cNvSpPr txBox="1"/>
          <p:nvPr>
            <p:custDataLst>
              <p:tags r:id="rId10"/>
            </p:custDataLst>
          </p:nvPr>
        </p:nvSpPr>
        <p:spPr>
          <a:xfrm>
            <a:off x="1892883" y="1731304"/>
            <a:ext cx="8382634" cy="4309278"/>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蓉儿依旧捧着《鼠氏物语》，只是这次，她没有再沉浸在书中的世界，而是时不时抬头看看身边睡着的学生，嘴角带着一丝淡淡的笑容。樱花书签在书页间格外显眼，与她身上的气质相得益彰。她想起今天在雪之神社前看到的景象，信徒们虔诚地祈福，脸上满是对未来的憧憬，心里不禁感慨，每个人都有自己的坚守，只要守住本心，就不会迷失方向。
萧秦则看着窗外的雪景，眼神里没有了之前的激进和偏见，多了几分平和。她想起今天给外国小孩递糖时，孩子们纯真的笑容，心里泛起阵阵暖意。或许，她之前确实太偏激了，每个国家的文化都有其独特之处，不该一味地否定，应该学会包容和尊重。她轻轻帮身边睡着的学生盖好外套，动作温柔得不像平时的她。</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Tree>
    <p:custDataLst>
      <p:tags r:id="rId11"/>
    </p:custDataLst>
  </p:cSld>
  <p:clrMapOvr>
    <a:masterClrMapping/>
  </p:clrMapOvr>
  <p:transition spd="med"/>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3" name="直接连接符 2"/>
          <p:cNvCxnSpPr/>
          <p:nvPr>
            <p:custDataLst>
              <p:tags r:id="rId3"/>
            </p:custDataLst>
          </p:nvPr>
        </p:nvCxnSpPr>
        <p:spPr>
          <a:xfrm>
            <a:off x="457204" y="914407"/>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9"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sym typeface="微软雅黑" panose="020B0503020204020204" charset="-122"/>
              </a:rPr>
              <a:t>雪祭巡游，式神光影</a:t>
            </a:r>
            <a:endParaRPr lang="zh-CN" dirty="0" err="1">
              <a:solidFill>
                <a:schemeClr val="dk1"/>
              </a:solidFill>
              <a:sym typeface="微软雅黑" panose="020B0503020204020204" charset="-122"/>
            </a:endParaRPr>
          </a:p>
        </p:txBody>
      </p:sp>
      <p:sp>
        <p:nvSpPr>
          <p:cNvPr id="11" name="Title 6"/>
          <p:cNvSpPr txBox="1"/>
          <p:nvPr>
            <p:custDataLst>
              <p:tags r:id="rId5"/>
            </p:custDataLst>
          </p:nvPr>
        </p:nvSpPr>
        <p:spPr>
          <a:xfrm>
            <a:off x="2325028" y="1837436"/>
            <a:ext cx="7541942" cy="4097528"/>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车窗外，雪花越下越大，轻轻落在车窗上，像是在为这一天的温暖与和解，盖上一层洁白的印章。而车厢内，那些藏在心底的秘密、偏见与隔阂，也在雪祭的光影与彼此的包容中，渐渐消融，只剩下温暖的守护与默默的陪伴，如同雪国的式神，始终坚守着心中的那份纯粹与美好。
四眼悄悄握住牢大的手，两人相视而笑，眼底满是温柔。牢大靠在四眼的肩膀上，轻声说：“今天真开心，要是能一直这样就好了。”四眼紧紧握住他的手，语气坚定：“会的，以后我们还会一起来北海道，一起来看雪祭，一起去雪之神社祈福，永远都不分开。”月光透过车窗洒进车厢，照亮了两人紧握的双手，也照亮了他们心中的希望与坚守。</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Tree>
    <p:custDataLst>
      <p:tags r:id="rId6"/>
    </p:custDataLst>
  </p:cSld>
  <p:clrMapOvr>
    <a:masterClrMapping/>
  </p:clrMapOvr>
  <p:transition spd="med"/>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3" name="直接连接符 2"/>
          <p:cNvCxnSpPr/>
          <p:nvPr>
            <p:custDataLst>
              <p:tags r:id="rId3"/>
            </p:custDataLst>
          </p:nvPr>
        </p:nvCxnSpPr>
        <p:spPr>
          <a:xfrm>
            <a:off x="457204" y="914407"/>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9"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sym typeface="微软雅黑" panose="020B0503020204020204" charset="-122"/>
              </a:rPr>
              <a:t>雪祭巡游，式神光影</a:t>
            </a:r>
            <a:endParaRPr lang="zh-CN" dirty="0" err="1">
              <a:solidFill>
                <a:schemeClr val="dk1"/>
              </a:solidFill>
              <a:sym typeface="微软雅黑" panose="020B0503020204020204" charset="-122"/>
            </a:endParaRPr>
          </a:p>
        </p:txBody>
      </p:sp>
      <p:sp>
        <p:nvSpPr>
          <p:cNvPr id="11" name="Title 6"/>
          <p:cNvSpPr txBox="1"/>
          <p:nvPr>
            <p:custDataLst>
              <p:tags r:id="rId5"/>
            </p:custDataLst>
          </p:nvPr>
        </p:nvSpPr>
        <p:spPr>
          <a:xfrm>
            <a:off x="1585071" y="1837436"/>
            <a:ext cx="9021857" cy="4097528"/>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回到温泉旅馆后，众人各自回房休息，疲惫却又满足。四眼和牢大回到房间，先烧了一壶热水，给彼此泡了一杯樱花茶，茶水里飘着几朵小小的樱花，散发着淡淡的清香。他们坐在窗边的榻榻米上，拿出今天拍的照片细细翻看，照片里的雪祭热闹温馨，两人的笑容格外灿烂。有一张照片是他们和狐狸式神雪雕的合影，牢大穿着宽大的研学外套，站在雪雕旁，嘴角微微上扬，眼神明亮；四眼站在他身边，微微侧身，护着他，脸上带着温柔的笑容。
“你看这张，拍得真好。”牢大指着照片，笑着说。四眼点点头，摸了摸他的头：“是啊，今天的雪祭真的很棒，尤其是看到你开心的样子，我就觉得一切都值得。”牢大靠在四眼的肩膀上，眼神里满是憧憬：“以后我们每年都来好不好？春天一起来看樱花，夏天一起来看薰衣草，秋天一起来看红叶，冬天一起来看雪祭。”</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Tree>
    <p:custDataLst>
      <p:tags r:id="rId6"/>
    </p:custDataLst>
  </p:cSld>
  <p:clrMapOvr>
    <a:masterClrMapping/>
  </p:clrMapOvr>
  <p:transition spd="med"/>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3" name="直接连接符 2"/>
          <p:cNvCxnSpPr/>
          <p:nvPr>
            <p:custDataLst>
              <p:tags r:id="rId3"/>
            </p:custDataLst>
          </p:nvPr>
        </p:nvCxnSpPr>
        <p:spPr>
          <a:xfrm>
            <a:off x="457204" y="914407"/>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9"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sym typeface="微软雅黑" panose="020B0503020204020204" charset="-122"/>
              </a:rPr>
              <a:t>雪祭巡游，式神光影</a:t>
            </a:r>
            <a:endParaRPr lang="zh-CN" dirty="0" err="1">
              <a:solidFill>
                <a:schemeClr val="dk1"/>
              </a:solidFill>
              <a:sym typeface="微软雅黑" panose="020B0503020204020204" charset="-122"/>
            </a:endParaRPr>
          </a:p>
        </p:txBody>
      </p:sp>
      <p:sp>
        <p:nvSpPr>
          <p:cNvPr id="2" name="矩形 1"/>
          <p:cNvSpPr/>
          <p:nvPr>
            <p:custDataLst>
              <p:tags r:id="rId5"/>
            </p:custDataLst>
          </p:nvPr>
        </p:nvSpPr>
        <p:spPr>
          <a:xfrm>
            <a:off x="1626212" y="1496376"/>
            <a:ext cx="8915978" cy="4779137"/>
          </a:xfrm>
          <a:prstGeom prst="rect">
            <a:avLst/>
          </a:pr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solidFill>
                <a:schemeClr val="lt1"/>
              </a:solidFill>
              <a:latin typeface="微软雅黑" panose="020B0503020204020204" charset="-122"/>
              <a:ea typeface="微软雅黑" panose="020B0503020204020204" charset="-122"/>
              <a:cs typeface="+mn-ea"/>
              <a:sym typeface="+mn-lt"/>
            </a:endParaRPr>
          </a:p>
        </p:txBody>
      </p:sp>
      <p:cxnSp>
        <p:nvCxnSpPr>
          <p:cNvPr id="10" name="直接连接符 9"/>
          <p:cNvCxnSpPr/>
          <p:nvPr>
            <p:custDataLst>
              <p:tags r:id="rId6"/>
            </p:custDataLst>
          </p:nvPr>
        </p:nvCxnSpPr>
        <p:spPr>
          <a:xfrm>
            <a:off x="1772264" y="1218995"/>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custDataLst>
              <p:tags r:id="rId7"/>
            </p:custDataLst>
          </p:nvPr>
        </p:nvCxnSpPr>
        <p:spPr>
          <a:xfrm>
            <a:off x="1626210" y="1287787"/>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custDataLst>
              <p:tags r:id="rId8"/>
            </p:custDataLst>
          </p:nvPr>
        </p:nvCxnSpPr>
        <p:spPr>
          <a:xfrm>
            <a:off x="10166179" y="6085167"/>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custDataLst>
              <p:tags r:id="rId9"/>
            </p:custDataLst>
          </p:nvPr>
        </p:nvCxnSpPr>
        <p:spPr>
          <a:xfrm>
            <a:off x="10020125" y="6153960"/>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itle 6"/>
          <p:cNvSpPr txBox="1"/>
          <p:nvPr>
            <p:custDataLst>
              <p:tags r:id="rId10"/>
            </p:custDataLst>
          </p:nvPr>
        </p:nvSpPr>
        <p:spPr>
          <a:xfrm>
            <a:off x="1949127" y="1977452"/>
            <a:ext cx="8270147" cy="3816983"/>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好。”四眼紧紧握住他的手，语气坚定，“我们以后每年都来，把北海道当成我们的秘密基地。不管以后遇到什么困难，我都会一直在你身边，守护你，就像雪之神社的式神守护雪国一样。”月光透过窗户洒进房间，照亮了两人紧握的双手，也照亮了他们心中的美好愿景，在这个雪夜，显得格外温暖。</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Tree>
    <p:custDataLst>
      <p:tags r:id="rId11"/>
    </p:custDataLst>
  </p:cSld>
  <p:clrMapOvr>
    <a:masterClrMapping/>
  </p:clrMapOvr>
  <p:transition spd="med"/>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ctrTitle"/>
            <p:custDataLst>
              <p:tags r:id="rId1"/>
            </p:custDataLst>
          </p:nvPr>
        </p:nvSpPr>
        <p:spPr/>
        <p:txBody>
          <a:bodyPr>
            <a:normAutofit fontScale="80000"/>
          </a:bodyPr>
          <a:lstStyle/>
          <a:p>
            <a:r>
              <a:rPr lang="zh-CN" altLang="en-US" sz="6625" dirty="0">
                <a:solidFill>
                  <a:schemeClr val="accent1"/>
                </a:solidFill>
                <a:sym typeface="Arial" panose="020B0604020202020204" pitchFamily="34" charset="0"/>
              </a:rPr>
              <a:t>第七章 雪国余韵，归程惜别</a:t>
            </a:r>
            <a:endParaRPr lang="zh-CN" altLang="en-US" sz="6625" dirty="0">
              <a:solidFill>
                <a:schemeClr val="accent1"/>
              </a:solidFill>
              <a:sym typeface="Arial" panose="020B0604020202020204" pitchFamily="34" charset="0"/>
            </a:endParaRPr>
          </a:p>
        </p:txBody>
      </p:sp>
      <p:sp>
        <p:nvSpPr>
          <p:cNvPr id="4" name="文本占位符 3"/>
          <p:cNvSpPr>
            <a:spLocks noGrp="1"/>
          </p:cNvSpPr>
          <p:nvPr>
            <p:ph type="body" sz="quarter" idx="13"/>
            <p:custDataLst>
              <p:tags r:id="rId2"/>
            </p:custDataLst>
          </p:nvPr>
        </p:nvSpPr>
        <p:spPr/>
        <p:txBody>
          <a:bodyPr/>
          <a:lstStyle/>
          <a:p>
            <a:endParaRPr lang="zh-CN" altLang="en-US" dirty="0">
              <a:solidFill>
                <a:schemeClr val="accent1"/>
              </a:solidFill>
              <a:sym typeface="Arial" panose="020B0604020202020204" pitchFamily="34" charset="0"/>
            </a:endParaRPr>
          </a:p>
          <a:p>
            <a:endParaRPr lang="zh-CN" altLang="en-US" dirty="0">
              <a:solidFill>
                <a:schemeClr val="accent1"/>
              </a:solidFill>
              <a:sym typeface="Arial" panose="020B0604020202020204" pitchFamily="34" charset="0"/>
            </a:endParaRPr>
          </a:p>
        </p:txBody>
      </p:sp>
    </p:spTree>
    <p:custDataLst>
      <p:tags r:id="rId3"/>
    </p:custDataLst>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3" name="直接连接符 2"/>
          <p:cNvCxnSpPr/>
          <p:nvPr>
            <p:custDataLst>
              <p:tags r:id="rId3"/>
            </p:custDataLst>
          </p:nvPr>
        </p:nvCxnSpPr>
        <p:spPr>
          <a:xfrm>
            <a:off x="457204" y="914407"/>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9"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sym typeface="微软雅黑" panose="020B0503020204020204" charset="-122"/>
              </a:rPr>
              <a:t>雪国余韵，归程惜别</a:t>
            </a:r>
            <a:endParaRPr lang="zh-CN" dirty="0" err="1">
              <a:solidFill>
                <a:schemeClr val="dk1"/>
              </a:solidFill>
              <a:sym typeface="微软雅黑" panose="020B0503020204020204" charset="-122"/>
            </a:endParaRPr>
          </a:p>
        </p:txBody>
      </p:sp>
      <p:sp>
        <p:nvSpPr>
          <p:cNvPr id="13" name="任意多边形 12"/>
          <p:cNvSpPr/>
          <p:nvPr>
            <p:custDataLst>
              <p:tags r:id="rId5"/>
            </p:custDataLst>
          </p:nvPr>
        </p:nvSpPr>
        <p:spPr>
          <a:xfrm>
            <a:off x="1465933" y="2117656"/>
            <a:ext cx="2617231" cy="2745192"/>
          </a:xfrm>
          <a:custGeom>
            <a:avLst/>
            <a:gdLst>
              <a:gd name="adj" fmla="val 4442"/>
              <a:gd name="a" fmla="pin 0 adj 50000"/>
              <a:gd name="x1" fmla="*/ ss a 100000"/>
              <a:gd name="x2" fmla="+- r 0 x1"/>
              <a:gd name="y2" fmla="+- b 0 x1"/>
              <a:gd name="il" fmla="*/ x1 29289 100000"/>
              <a:gd name="ir" fmla="+- r 0 il"/>
              <a:gd name="ib" fmla="+- b 0 il"/>
            </a:gdLst>
            <a:ahLst/>
            <a:cxnLst>
              <a:cxn ang="3">
                <a:pos x="hc" y="t"/>
              </a:cxn>
              <a:cxn ang="cd2">
                <a:pos x="l" y="vc"/>
              </a:cxn>
              <a:cxn ang="cd4">
                <a:pos x="hc" y="b"/>
              </a:cxn>
              <a:cxn ang="0">
                <a:pos x="r" y="vc"/>
              </a:cxn>
            </a:cxnLst>
            <a:rect l="l" t="t" r="r" b="b"/>
            <a:pathLst>
              <a:path w="6320" h="6629">
                <a:moveTo>
                  <a:pt x="277" y="0"/>
                </a:moveTo>
                <a:lnTo>
                  <a:pt x="6043" y="0"/>
                </a:lnTo>
                <a:cubicBezTo>
                  <a:pt x="6196" y="0"/>
                  <a:pt x="6320" y="124"/>
                  <a:pt x="6320" y="277"/>
                </a:cubicBezTo>
                <a:lnTo>
                  <a:pt x="6320" y="5963"/>
                </a:lnTo>
                <a:cubicBezTo>
                  <a:pt x="6320" y="6116"/>
                  <a:pt x="6196" y="6240"/>
                  <a:pt x="6043" y="6240"/>
                </a:cubicBezTo>
                <a:lnTo>
                  <a:pt x="1062" y="6240"/>
                </a:lnTo>
                <a:lnTo>
                  <a:pt x="673" y="6629"/>
                </a:lnTo>
                <a:lnTo>
                  <a:pt x="673" y="6240"/>
                </a:lnTo>
                <a:lnTo>
                  <a:pt x="277" y="6240"/>
                </a:lnTo>
                <a:cubicBezTo>
                  <a:pt x="124" y="6240"/>
                  <a:pt x="0" y="6116"/>
                  <a:pt x="0" y="5963"/>
                </a:cubicBezTo>
                <a:lnTo>
                  <a:pt x="0" y="277"/>
                </a:lnTo>
                <a:cubicBezTo>
                  <a:pt x="0" y="124"/>
                  <a:pt x="124" y="0"/>
                  <a:pt x="277" y="0"/>
                </a:cubicBezTo>
                <a:close/>
              </a:path>
            </a:pathLst>
          </a:custGeom>
          <a:solidFill>
            <a:schemeClr val="accent1">
              <a:alpha val="10000"/>
            </a:schemeClr>
          </a:solidFill>
          <a:ln>
            <a:solidFill>
              <a:schemeClr val="dk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lang="zh-CN" altLang="en-US">
              <a:solidFill>
                <a:schemeClr val="lt1"/>
              </a:solidFill>
              <a:latin typeface="微软雅黑" panose="020B0503020204020204" charset="-122"/>
              <a:ea typeface="微软雅黑" panose="020B0503020204020204" charset="-122"/>
            </a:endParaRPr>
          </a:p>
        </p:txBody>
      </p:sp>
      <p:sp>
        <p:nvSpPr>
          <p:cNvPr id="4" name="文本框 3"/>
          <p:cNvSpPr txBox="1"/>
          <p:nvPr>
            <p:custDataLst>
              <p:tags r:id="rId6"/>
            </p:custDataLst>
          </p:nvPr>
        </p:nvSpPr>
        <p:spPr>
          <a:xfrm>
            <a:off x="1506808" y="2323982"/>
            <a:ext cx="2616736" cy="2211679"/>
          </a:xfrm>
          <a:prstGeom prst="rect">
            <a:avLst/>
          </a:prstGeom>
          <a:noFill/>
        </p:spPr>
        <p:txBody>
          <a:bodyPr wrap="square" rtlCol="0" anchor="ctr" anchorCtr="0">
            <a:normAutofit/>
          </a:bodyPr>
          <a:p>
            <a:pPr>
              <a:lnSpc>
                <a:spcPct val="130000"/>
              </a:lnSpc>
            </a:pPr>
            <a:r>
              <a:rPr lang="zh-CN" altLang="en-US" sz="1100" spc="150">
                <a:solidFill>
                  <a:schemeClr val="dk1">
                    <a:lumMod val="85000"/>
                    <a:lumOff val="15000"/>
                  </a:schemeClr>
                </a:solidFill>
                <a:uFillTx/>
                <a:latin typeface="微软雅黑" panose="020B0503020204020204" charset="-122"/>
                <a:ea typeface="微软雅黑" panose="020B0503020204020204" charset="-122"/>
                <a:sym typeface="+mn-ea"/>
              </a:rPr>
              <a:t>雪祭结束的第二天，天刚蒙蒙亮，窗外的雪花已经停了，阳光透过云层洒在积雪上，反射出耀眼的光芒。温泉旅馆的庭院里，厚厚的积雪覆盖了一切，只有几株松树的枝头露出一点绿色，显得格外醒目。早起的鸟儿在树枝上叽叽喳喳地叫着，给寂静的清晨增添了几分生机。</a:t>
            </a:r>
            <a:endParaRPr lang="zh-CN" altLang="en-US" sz="1100" spc="150">
              <a:solidFill>
                <a:schemeClr val="dk1">
                  <a:lumMod val="85000"/>
                  <a:lumOff val="15000"/>
                </a:schemeClr>
              </a:solidFill>
              <a:uFillTx/>
              <a:latin typeface="微软雅黑" panose="020B0503020204020204" charset="-122"/>
              <a:ea typeface="微软雅黑" panose="020B0503020204020204" charset="-122"/>
              <a:sym typeface="+mn-ea"/>
            </a:endParaRPr>
          </a:p>
        </p:txBody>
      </p:sp>
      <p:sp>
        <p:nvSpPr>
          <p:cNvPr id="22" name="任意多边形 21"/>
          <p:cNvSpPr/>
          <p:nvPr>
            <p:custDataLst>
              <p:tags r:id="rId7"/>
            </p:custDataLst>
          </p:nvPr>
        </p:nvSpPr>
        <p:spPr>
          <a:xfrm>
            <a:off x="4771216" y="2117656"/>
            <a:ext cx="2617231" cy="2745192"/>
          </a:xfrm>
          <a:custGeom>
            <a:avLst/>
            <a:gdLst>
              <a:gd name="adj" fmla="val 4442"/>
              <a:gd name="a" fmla="pin 0 adj 50000"/>
              <a:gd name="x1" fmla="*/ ss a 100000"/>
              <a:gd name="x2" fmla="+- r 0 x1"/>
              <a:gd name="y2" fmla="+- b 0 x1"/>
              <a:gd name="il" fmla="*/ x1 29289 100000"/>
              <a:gd name="ir" fmla="+- r 0 il"/>
              <a:gd name="ib" fmla="+- b 0 il"/>
            </a:gdLst>
            <a:ahLst/>
            <a:cxnLst>
              <a:cxn ang="3">
                <a:pos x="hc" y="t"/>
              </a:cxn>
              <a:cxn ang="cd2">
                <a:pos x="l" y="vc"/>
              </a:cxn>
              <a:cxn ang="cd4">
                <a:pos x="hc" y="b"/>
              </a:cxn>
              <a:cxn ang="0">
                <a:pos x="r" y="vc"/>
              </a:cxn>
            </a:cxnLst>
            <a:rect l="l" t="t" r="r" b="b"/>
            <a:pathLst>
              <a:path w="6320" h="6629">
                <a:moveTo>
                  <a:pt x="277" y="0"/>
                </a:moveTo>
                <a:lnTo>
                  <a:pt x="6043" y="0"/>
                </a:lnTo>
                <a:cubicBezTo>
                  <a:pt x="6196" y="0"/>
                  <a:pt x="6320" y="124"/>
                  <a:pt x="6320" y="277"/>
                </a:cubicBezTo>
                <a:lnTo>
                  <a:pt x="6320" y="5963"/>
                </a:lnTo>
                <a:cubicBezTo>
                  <a:pt x="6320" y="6116"/>
                  <a:pt x="6196" y="6240"/>
                  <a:pt x="6043" y="6240"/>
                </a:cubicBezTo>
                <a:lnTo>
                  <a:pt x="1062" y="6240"/>
                </a:lnTo>
                <a:lnTo>
                  <a:pt x="673" y="6629"/>
                </a:lnTo>
                <a:lnTo>
                  <a:pt x="673" y="6240"/>
                </a:lnTo>
                <a:lnTo>
                  <a:pt x="277" y="6240"/>
                </a:lnTo>
                <a:cubicBezTo>
                  <a:pt x="124" y="6240"/>
                  <a:pt x="0" y="6116"/>
                  <a:pt x="0" y="5963"/>
                </a:cubicBezTo>
                <a:lnTo>
                  <a:pt x="0" y="277"/>
                </a:lnTo>
                <a:cubicBezTo>
                  <a:pt x="0" y="124"/>
                  <a:pt x="124" y="0"/>
                  <a:pt x="277" y="0"/>
                </a:cubicBezTo>
                <a:close/>
              </a:path>
            </a:pathLst>
          </a:custGeom>
          <a:solidFill>
            <a:schemeClr val="accent1">
              <a:alpha val="10000"/>
            </a:schemeClr>
          </a:solidFill>
          <a:ln>
            <a:solidFill>
              <a:schemeClr val="dk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lang="zh-CN" altLang="en-US">
              <a:solidFill>
                <a:schemeClr val="lt1"/>
              </a:solidFill>
              <a:latin typeface="微软雅黑" panose="020B0503020204020204" charset="-122"/>
              <a:ea typeface="微软雅黑" panose="020B0503020204020204" charset="-122"/>
            </a:endParaRPr>
          </a:p>
        </p:txBody>
      </p:sp>
      <p:sp>
        <p:nvSpPr>
          <p:cNvPr id="25" name="空心弧 24"/>
          <p:cNvSpPr/>
          <p:nvPr>
            <p:custDataLst>
              <p:tags r:id="rId8"/>
            </p:custDataLst>
          </p:nvPr>
        </p:nvSpPr>
        <p:spPr>
          <a:xfrm rot="5400000">
            <a:off x="1483986" y="5041832"/>
            <a:ext cx="604052" cy="604052"/>
          </a:xfrm>
          <a:prstGeom prst="blockArc">
            <a:avLst>
              <a:gd name="adj1" fmla="val 10800000"/>
              <a:gd name="adj2" fmla="val 0"/>
              <a:gd name="adj3" fmla="val 13278"/>
            </a:avLst>
          </a:prstGeom>
          <a:solidFill>
            <a:schemeClr val="accent1"/>
          </a:solidFill>
          <a:ln>
            <a:solidFill>
              <a:schemeClr val="dk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dk1"/>
              </a:solidFill>
              <a:latin typeface="微软雅黑" panose="020B0503020204020204" charset="-122"/>
              <a:ea typeface="微软雅黑" panose="020B0503020204020204" charset="-122"/>
            </a:endParaRPr>
          </a:p>
        </p:txBody>
      </p:sp>
      <p:sp>
        <p:nvSpPr>
          <p:cNvPr id="27" name="空心弧 26"/>
          <p:cNvSpPr/>
          <p:nvPr>
            <p:custDataLst>
              <p:tags r:id="rId9"/>
            </p:custDataLst>
          </p:nvPr>
        </p:nvSpPr>
        <p:spPr>
          <a:xfrm rot="16200000">
            <a:off x="1369118" y="5041832"/>
            <a:ext cx="604052" cy="604052"/>
          </a:xfrm>
          <a:prstGeom prst="blockArc">
            <a:avLst>
              <a:gd name="adj1" fmla="val 10800000"/>
              <a:gd name="adj2" fmla="val 0"/>
              <a:gd name="adj3" fmla="val 13278"/>
            </a:avLst>
          </a:prstGeom>
          <a:solidFill>
            <a:schemeClr val="accent1"/>
          </a:solidFill>
          <a:ln>
            <a:solidFill>
              <a:schemeClr val="dk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dk1"/>
              </a:solidFill>
              <a:latin typeface="微软雅黑" panose="020B0503020204020204" charset="-122"/>
              <a:ea typeface="微软雅黑" panose="020B0503020204020204" charset="-122"/>
            </a:endParaRPr>
          </a:p>
        </p:txBody>
      </p:sp>
      <p:sp>
        <p:nvSpPr>
          <p:cNvPr id="28" name="文本框 27"/>
          <p:cNvSpPr txBox="1"/>
          <p:nvPr>
            <p:custDataLst>
              <p:tags r:id="rId10"/>
            </p:custDataLst>
          </p:nvPr>
        </p:nvSpPr>
        <p:spPr>
          <a:xfrm>
            <a:off x="1541691" y="5123955"/>
            <a:ext cx="387489" cy="502235"/>
          </a:xfrm>
          <a:prstGeom prst="rect">
            <a:avLst/>
          </a:prstGeom>
          <a:noFill/>
        </p:spPr>
        <p:txBody>
          <a:bodyPr wrap="square" rtlCol="0" anchor="ctr" anchorCtr="0">
            <a:normAutofit/>
          </a:bodyPr>
          <a:p>
            <a:r>
              <a:rPr lang="en-US" altLang="zh-CN" sz="2400" dirty="0">
                <a:solidFill>
                  <a:schemeClr val="dk1">
                    <a:lumMod val="75000"/>
                    <a:lumOff val="25000"/>
                  </a:schemeClr>
                </a:solidFill>
                <a:latin typeface="微软雅黑" panose="020B0503020204020204" charset="-122"/>
                <a:ea typeface="微软雅黑" panose="020B0503020204020204" charset="-122"/>
              </a:rPr>
              <a:t>1</a:t>
            </a:r>
            <a:endParaRPr lang="en-US" altLang="zh-CN" sz="2400" dirty="0">
              <a:solidFill>
                <a:schemeClr val="dk1">
                  <a:lumMod val="75000"/>
                  <a:lumOff val="25000"/>
                </a:schemeClr>
              </a:solidFill>
              <a:latin typeface="微软雅黑" panose="020B0503020204020204" charset="-122"/>
              <a:ea typeface="微软雅黑" panose="020B0503020204020204" charset="-122"/>
            </a:endParaRPr>
          </a:p>
        </p:txBody>
      </p:sp>
      <p:sp>
        <p:nvSpPr>
          <p:cNvPr id="30" name="椭圆 29"/>
          <p:cNvSpPr/>
          <p:nvPr>
            <p:custDataLst>
              <p:tags r:id="rId11"/>
            </p:custDataLst>
          </p:nvPr>
        </p:nvSpPr>
        <p:spPr>
          <a:xfrm>
            <a:off x="1303266" y="5241863"/>
            <a:ext cx="203991" cy="203991"/>
          </a:xfrm>
          <a:prstGeom prst="ellipse">
            <a:avLst/>
          </a:prstGeom>
          <a:solidFill>
            <a:schemeClr val="lt1"/>
          </a:solidFill>
          <a:ln>
            <a:solidFill>
              <a:schemeClr val="dk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lt1"/>
              </a:solidFill>
              <a:latin typeface="微软雅黑" panose="020B0503020204020204" charset="-122"/>
              <a:ea typeface="微软雅黑" panose="020B0503020204020204" charset="-122"/>
            </a:endParaRPr>
          </a:p>
        </p:txBody>
      </p:sp>
      <p:sp>
        <p:nvSpPr>
          <p:cNvPr id="31" name="椭圆 30"/>
          <p:cNvSpPr/>
          <p:nvPr>
            <p:custDataLst>
              <p:tags r:id="rId12"/>
            </p:custDataLst>
          </p:nvPr>
        </p:nvSpPr>
        <p:spPr>
          <a:xfrm>
            <a:off x="1941977" y="5241863"/>
            <a:ext cx="203991" cy="203991"/>
          </a:xfrm>
          <a:prstGeom prst="ellipse">
            <a:avLst/>
          </a:prstGeom>
          <a:solidFill>
            <a:schemeClr val="lt1"/>
          </a:solidFill>
          <a:ln>
            <a:solidFill>
              <a:schemeClr val="dk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lt1"/>
              </a:solidFill>
              <a:latin typeface="微软雅黑" panose="020B0503020204020204" charset="-122"/>
              <a:ea typeface="微软雅黑" panose="020B0503020204020204" charset="-122"/>
            </a:endParaRPr>
          </a:p>
        </p:txBody>
      </p:sp>
      <p:sp>
        <p:nvSpPr>
          <p:cNvPr id="38" name="空心弧 37"/>
          <p:cNvSpPr/>
          <p:nvPr>
            <p:custDataLst>
              <p:tags r:id="rId13"/>
            </p:custDataLst>
          </p:nvPr>
        </p:nvSpPr>
        <p:spPr>
          <a:xfrm rot="5400000">
            <a:off x="4848360" y="5041832"/>
            <a:ext cx="604052" cy="604052"/>
          </a:xfrm>
          <a:prstGeom prst="blockArc">
            <a:avLst>
              <a:gd name="adj1" fmla="val 10800000"/>
              <a:gd name="adj2" fmla="val 0"/>
              <a:gd name="adj3" fmla="val 13278"/>
            </a:avLst>
          </a:prstGeom>
          <a:solidFill>
            <a:schemeClr val="accent2"/>
          </a:solidFill>
          <a:ln>
            <a:solidFill>
              <a:schemeClr val="dk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dk1"/>
              </a:solidFill>
              <a:latin typeface="微软雅黑" panose="020B0503020204020204" charset="-122"/>
              <a:ea typeface="微软雅黑" panose="020B0503020204020204" charset="-122"/>
            </a:endParaRPr>
          </a:p>
        </p:txBody>
      </p:sp>
      <p:sp>
        <p:nvSpPr>
          <p:cNvPr id="39" name="空心弧 38"/>
          <p:cNvSpPr/>
          <p:nvPr>
            <p:custDataLst>
              <p:tags r:id="rId14"/>
            </p:custDataLst>
          </p:nvPr>
        </p:nvSpPr>
        <p:spPr>
          <a:xfrm rot="16200000">
            <a:off x="4733491" y="5041832"/>
            <a:ext cx="604052" cy="604052"/>
          </a:xfrm>
          <a:prstGeom prst="blockArc">
            <a:avLst>
              <a:gd name="adj1" fmla="val 10800000"/>
              <a:gd name="adj2" fmla="val 0"/>
              <a:gd name="adj3" fmla="val 13278"/>
            </a:avLst>
          </a:prstGeom>
          <a:solidFill>
            <a:schemeClr val="accent2"/>
          </a:solidFill>
          <a:ln>
            <a:solidFill>
              <a:schemeClr val="dk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dk1"/>
              </a:solidFill>
              <a:latin typeface="微软雅黑" panose="020B0503020204020204" charset="-122"/>
              <a:ea typeface="微软雅黑" panose="020B0503020204020204" charset="-122"/>
            </a:endParaRPr>
          </a:p>
        </p:txBody>
      </p:sp>
      <p:sp>
        <p:nvSpPr>
          <p:cNvPr id="40" name="文本框 39"/>
          <p:cNvSpPr txBox="1"/>
          <p:nvPr>
            <p:custDataLst>
              <p:tags r:id="rId15"/>
            </p:custDataLst>
          </p:nvPr>
        </p:nvSpPr>
        <p:spPr>
          <a:xfrm>
            <a:off x="4906064" y="5123955"/>
            <a:ext cx="387489" cy="502235"/>
          </a:xfrm>
          <a:prstGeom prst="rect">
            <a:avLst/>
          </a:prstGeom>
          <a:noFill/>
        </p:spPr>
        <p:txBody>
          <a:bodyPr wrap="square" rtlCol="0" anchor="ctr" anchorCtr="0">
            <a:normAutofit/>
          </a:bodyPr>
          <a:p>
            <a:r>
              <a:rPr lang="en-US" altLang="zh-CN" sz="2400" dirty="0">
                <a:solidFill>
                  <a:schemeClr val="dk1">
                    <a:lumMod val="75000"/>
                    <a:lumOff val="25000"/>
                  </a:schemeClr>
                </a:solidFill>
                <a:latin typeface="微软雅黑" panose="020B0503020204020204" charset="-122"/>
                <a:ea typeface="微软雅黑" panose="020B0503020204020204" charset="-122"/>
              </a:rPr>
              <a:t>2</a:t>
            </a:r>
            <a:endParaRPr lang="en-US" altLang="zh-CN" sz="2400" dirty="0">
              <a:solidFill>
                <a:schemeClr val="dk1">
                  <a:lumMod val="75000"/>
                  <a:lumOff val="25000"/>
                </a:schemeClr>
              </a:solidFill>
              <a:latin typeface="微软雅黑" panose="020B0503020204020204" charset="-122"/>
              <a:ea typeface="微软雅黑" panose="020B0503020204020204" charset="-122"/>
            </a:endParaRPr>
          </a:p>
        </p:txBody>
      </p:sp>
      <p:sp>
        <p:nvSpPr>
          <p:cNvPr id="41" name="椭圆 40"/>
          <p:cNvSpPr/>
          <p:nvPr>
            <p:custDataLst>
              <p:tags r:id="rId16"/>
            </p:custDataLst>
          </p:nvPr>
        </p:nvSpPr>
        <p:spPr>
          <a:xfrm>
            <a:off x="4667639" y="5241863"/>
            <a:ext cx="203991" cy="203991"/>
          </a:xfrm>
          <a:prstGeom prst="ellipse">
            <a:avLst/>
          </a:prstGeom>
          <a:solidFill>
            <a:schemeClr val="lt1"/>
          </a:solidFill>
          <a:ln>
            <a:solidFill>
              <a:schemeClr val="dk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lt1"/>
              </a:solidFill>
              <a:latin typeface="微软雅黑" panose="020B0503020204020204" charset="-122"/>
              <a:ea typeface="微软雅黑" panose="020B0503020204020204" charset="-122"/>
            </a:endParaRPr>
          </a:p>
        </p:txBody>
      </p:sp>
      <p:sp>
        <p:nvSpPr>
          <p:cNvPr id="48" name="椭圆 47"/>
          <p:cNvSpPr/>
          <p:nvPr>
            <p:custDataLst>
              <p:tags r:id="rId17"/>
            </p:custDataLst>
          </p:nvPr>
        </p:nvSpPr>
        <p:spPr>
          <a:xfrm>
            <a:off x="5306350" y="5241863"/>
            <a:ext cx="203991" cy="203991"/>
          </a:xfrm>
          <a:prstGeom prst="ellipse">
            <a:avLst/>
          </a:prstGeom>
          <a:solidFill>
            <a:schemeClr val="lt1"/>
          </a:solidFill>
          <a:ln>
            <a:solidFill>
              <a:schemeClr val="dk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lt1"/>
              </a:solidFill>
              <a:latin typeface="微软雅黑" panose="020B0503020204020204" charset="-122"/>
              <a:ea typeface="微软雅黑" panose="020B0503020204020204" charset="-122"/>
            </a:endParaRPr>
          </a:p>
        </p:txBody>
      </p:sp>
      <p:cxnSp>
        <p:nvCxnSpPr>
          <p:cNvPr id="49" name="直接连接符 48"/>
          <p:cNvCxnSpPr>
            <a:stCxn id="31" idx="6"/>
            <a:endCxn id="41" idx="2"/>
          </p:cNvCxnSpPr>
          <p:nvPr>
            <p:custDataLst>
              <p:tags r:id="rId18"/>
            </p:custDataLst>
          </p:nvPr>
        </p:nvCxnSpPr>
        <p:spPr>
          <a:xfrm>
            <a:off x="2145968" y="5343859"/>
            <a:ext cx="2522220" cy="0"/>
          </a:xfrm>
          <a:prstGeom prst="line">
            <a:avLst/>
          </a:prstGeom>
          <a:ln w="12700">
            <a:solidFill>
              <a:schemeClr val="dk1">
                <a:lumMod val="50000"/>
                <a:lumOff val="5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50" name="直接连接符 49"/>
          <p:cNvCxnSpPr>
            <a:stCxn id="48" idx="6"/>
            <a:endCxn id="44" idx="2"/>
          </p:cNvCxnSpPr>
          <p:nvPr>
            <p:custDataLst>
              <p:tags r:id="rId19"/>
            </p:custDataLst>
          </p:nvPr>
        </p:nvCxnSpPr>
        <p:spPr>
          <a:xfrm>
            <a:off x="5509707" y="5344207"/>
            <a:ext cx="2414905" cy="8255"/>
          </a:xfrm>
          <a:prstGeom prst="line">
            <a:avLst/>
          </a:prstGeom>
          <a:ln w="12700">
            <a:solidFill>
              <a:schemeClr val="dk1">
                <a:lumMod val="50000"/>
                <a:lumOff val="50000"/>
              </a:schemeClr>
            </a:solidFill>
            <a:prstDash val="dash"/>
          </a:ln>
        </p:spPr>
        <p:style>
          <a:lnRef idx="1">
            <a:schemeClr val="accent1"/>
          </a:lnRef>
          <a:fillRef idx="0">
            <a:schemeClr val="accent1"/>
          </a:fillRef>
          <a:effectRef idx="0">
            <a:schemeClr val="accent1"/>
          </a:effectRef>
          <a:fontRef idx="minor">
            <a:schemeClr val="tx1"/>
          </a:fontRef>
        </p:style>
      </p:cxnSp>
      <p:sp>
        <p:nvSpPr>
          <p:cNvPr id="26" name="任意多边形 21"/>
          <p:cNvSpPr/>
          <p:nvPr>
            <p:custDataLst>
              <p:tags r:id="rId20"/>
            </p:custDataLst>
          </p:nvPr>
        </p:nvSpPr>
        <p:spPr>
          <a:xfrm>
            <a:off x="8076501" y="2126258"/>
            <a:ext cx="2617231" cy="2745192"/>
          </a:xfrm>
          <a:custGeom>
            <a:avLst/>
            <a:gdLst>
              <a:gd name="adj" fmla="val 4442"/>
              <a:gd name="a" fmla="pin 0 adj 50000"/>
              <a:gd name="x1" fmla="*/ ss a 100000"/>
              <a:gd name="x2" fmla="+- r 0 x1"/>
              <a:gd name="y2" fmla="+- b 0 x1"/>
              <a:gd name="il" fmla="*/ x1 29289 100000"/>
              <a:gd name="ir" fmla="+- r 0 il"/>
              <a:gd name="ib" fmla="+- b 0 il"/>
            </a:gdLst>
            <a:ahLst/>
            <a:cxnLst>
              <a:cxn ang="3">
                <a:pos x="hc" y="t"/>
              </a:cxn>
              <a:cxn ang="cd2">
                <a:pos x="l" y="vc"/>
              </a:cxn>
              <a:cxn ang="cd4">
                <a:pos x="hc" y="b"/>
              </a:cxn>
              <a:cxn ang="0">
                <a:pos x="r" y="vc"/>
              </a:cxn>
            </a:cxnLst>
            <a:rect l="l" t="t" r="r" b="b"/>
            <a:pathLst>
              <a:path w="6320" h="6629">
                <a:moveTo>
                  <a:pt x="277" y="0"/>
                </a:moveTo>
                <a:lnTo>
                  <a:pt x="6043" y="0"/>
                </a:lnTo>
                <a:cubicBezTo>
                  <a:pt x="6196" y="0"/>
                  <a:pt x="6320" y="124"/>
                  <a:pt x="6320" y="277"/>
                </a:cubicBezTo>
                <a:lnTo>
                  <a:pt x="6320" y="5963"/>
                </a:lnTo>
                <a:cubicBezTo>
                  <a:pt x="6320" y="6116"/>
                  <a:pt x="6196" y="6240"/>
                  <a:pt x="6043" y="6240"/>
                </a:cubicBezTo>
                <a:lnTo>
                  <a:pt x="1062" y="6240"/>
                </a:lnTo>
                <a:lnTo>
                  <a:pt x="673" y="6629"/>
                </a:lnTo>
                <a:lnTo>
                  <a:pt x="673" y="6240"/>
                </a:lnTo>
                <a:lnTo>
                  <a:pt x="277" y="6240"/>
                </a:lnTo>
                <a:cubicBezTo>
                  <a:pt x="124" y="6240"/>
                  <a:pt x="0" y="6116"/>
                  <a:pt x="0" y="5963"/>
                </a:cubicBezTo>
                <a:lnTo>
                  <a:pt x="0" y="277"/>
                </a:lnTo>
                <a:cubicBezTo>
                  <a:pt x="0" y="124"/>
                  <a:pt x="124" y="0"/>
                  <a:pt x="277" y="0"/>
                </a:cubicBezTo>
                <a:close/>
              </a:path>
            </a:pathLst>
          </a:custGeom>
          <a:solidFill>
            <a:schemeClr val="accent1">
              <a:alpha val="10000"/>
            </a:schemeClr>
          </a:solidFill>
          <a:ln>
            <a:solidFill>
              <a:schemeClr val="dk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lang="zh-CN" altLang="en-US">
              <a:solidFill>
                <a:schemeClr val="lt1"/>
              </a:solidFill>
              <a:latin typeface="微软雅黑" panose="020B0503020204020204" charset="-122"/>
              <a:ea typeface="微软雅黑" panose="020B0503020204020204" charset="-122"/>
            </a:endParaRPr>
          </a:p>
        </p:txBody>
      </p:sp>
      <p:sp>
        <p:nvSpPr>
          <p:cNvPr id="34" name="文本框 33"/>
          <p:cNvSpPr txBox="1"/>
          <p:nvPr>
            <p:custDataLst>
              <p:tags r:id="rId21"/>
            </p:custDataLst>
          </p:nvPr>
        </p:nvSpPr>
        <p:spPr>
          <a:xfrm>
            <a:off x="8117376" y="2323982"/>
            <a:ext cx="2616736" cy="2211679"/>
          </a:xfrm>
          <a:prstGeom prst="rect">
            <a:avLst/>
          </a:prstGeom>
          <a:noFill/>
        </p:spPr>
        <p:txBody>
          <a:bodyPr wrap="square" rtlCol="0" anchor="ctr" anchorCtr="0">
            <a:normAutofit/>
          </a:bodyPr>
          <a:p>
            <a:pPr>
              <a:lnSpc>
                <a:spcPct val="130000"/>
              </a:lnSpc>
            </a:pPr>
            <a:r>
              <a:rPr lang="zh-CN" altLang="en-US" sz="1100" spc="150">
                <a:solidFill>
                  <a:schemeClr val="dk1">
                    <a:lumMod val="85000"/>
                    <a:lumOff val="15000"/>
                  </a:schemeClr>
                </a:solidFill>
                <a:uFillTx/>
                <a:latin typeface="微软雅黑" panose="020B0503020204020204" charset="-122"/>
                <a:ea typeface="微软雅黑" panose="020B0503020204020204" charset="-122"/>
                <a:sym typeface="+mn-ea"/>
              </a:rPr>
              <a:t>两人走进温泉池，温热的泉水漫过腰腹，驱散了一夜的疲惫和寒冷，浑身的毛孔都舒展开来，格外惬意。泉水带着淡淡的硫磺气息，这是北海道天然弱碱性温泉独有的味道，据说能滋养肌肤、舒缓筋骨。池底铺着圆润的鹅卵石，踩着微微发痒，却让人愈发放松。</a:t>
            </a:r>
            <a:endParaRPr lang="zh-CN" altLang="en-US" sz="1100" spc="150">
              <a:solidFill>
                <a:schemeClr val="dk1">
                  <a:lumMod val="85000"/>
                  <a:lumOff val="15000"/>
                </a:schemeClr>
              </a:solidFill>
              <a:uFillTx/>
              <a:latin typeface="微软雅黑" panose="020B0503020204020204" charset="-122"/>
              <a:ea typeface="微软雅黑" panose="020B0503020204020204" charset="-122"/>
              <a:sym typeface="+mn-ea"/>
            </a:endParaRPr>
          </a:p>
        </p:txBody>
      </p:sp>
      <p:sp>
        <p:nvSpPr>
          <p:cNvPr id="36" name="空心弧 35"/>
          <p:cNvSpPr/>
          <p:nvPr>
            <p:custDataLst>
              <p:tags r:id="rId22"/>
            </p:custDataLst>
          </p:nvPr>
        </p:nvSpPr>
        <p:spPr>
          <a:xfrm rot="5400000">
            <a:off x="8105786" y="5050435"/>
            <a:ext cx="604052" cy="604052"/>
          </a:xfrm>
          <a:prstGeom prst="blockArc">
            <a:avLst>
              <a:gd name="adj1" fmla="val 10800000"/>
              <a:gd name="adj2" fmla="val 0"/>
              <a:gd name="adj3" fmla="val 13278"/>
            </a:avLst>
          </a:prstGeom>
          <a:solidFill>
            <a:schemeClr val="accent3"/>
          </a:solidFill>
          <a:ln>
            <a:solidFill>
              <a:schemeClr val="dk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dk1"/>
              </a:solidFill>
              <a:latin typeface="微软雅黑" panose="020B0503020204020204" charset="-122"/>
              <a:ea typeface="微软雅黑" panose="020B0503020204020204" charset="-122"/>
            </a:endParaRPr>
          </a:p>
        </p:txBody>
      </p:sp>
      <p:sp>
        <p:nvSpPr>
          <p:cNvPr id="42" name="空心弧 41"/>
          <p:cNvSpPr/>
          <p:nvPr>
            <p:custDataLst>
              <p:tags r:id="rId23"/>
            </p:custDataLst>
          </p:nvPr>
        </p:nvSpPr>
        <p:spPr>
          <a:xfrm rot="16200000">
            <a:off x="7990917" y="5050435"/>
            <a:ext cx="604052" cy="604052"/>
          </a:xfrm>
          <a:prstGeom prst="blockArc">
            <a:avLst>
              <a:gd name="adj1" fmla="val 10800000"/>
              <a:gd name="adj2" fmla="val 0"/>
              <a:gd name="adj3" fmla="val 13278"/>
            </a:avLst>
          </a:prstGeom>
          <a:solidFill>
            <a:schemeClr val="accent3"/>
          </a:solidFill>
          <a:ln>
            <a:solidFill>
              <a:schemeClr val="dk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dk1"/>
              </a:solidFill>
              <a:latin typeface="微软雅黑" panose="020B0503020204020204" charset="-122"/>
              <a:ea typeface="微软雅黑" panose="020B0503020204020204" charset="-122"/>
            </a:endParaRPr>
          </a:p>
        </p:txBody>
      </p:sp>
      <p:sp>
        <p:nvSpPr>
          <p:cNvPr id="43" name="文本框 42"/>
          <p:cNvSpPr txBox="1"/>
          <p:nvPr>
            <p:custDataLst>
              <p:tags r:id="rId24"/>
            </p:custDataLst>
          </p:nvPr>
        </p:nvSpPr>
        <p:spPr>
          <a:xfrm>
            <a:off x="8163490" y="5123955"/>
            <a:ext cx="387489" cy="502235"/>
          </a:xfrm>
          <a:prstGeom prst="rect">
            <a:avLst/>
          </a:prstGeom>
          <a:noFill/>
        </p:spPr>
        <p:txBody>
          <a:bodyPr wrap="square" rtlCol="0" anchor="ctr" anchorCtr="0">
            <a:normAutofit/>
          </a:bodyPr>
          <a:p>
            <a:r>
              <a:rPr lang="en-US" altLang="zh-CN" sz="2400" dirty="0">
                <a:solidFill>
                  <a:schemeClr val="dk1">
                    <a:lumMod val="75000"/>
                    <a:lumOff val="25000"/>
                  </a:schemeClr>
                </a:solidFill>
                <a:latin typeface="微软雅黑" panose="020B0503020204020204" charset="-122"/>
                <a:ea typeface="微软雅黑" panose="020B0503020204020204" charset="-122"/>
              </a:rPr>
              <a:t>3</a:t>
            </a:r>
            <a:endParaRPr lang="en-US" altLang="zh-CN" sz="2400" dirty="0">
              <a:solidFill>
                <a:schemeClr val="dk1">
                  <a:lumMod val="75000"/>
                  <a:lumOff val="25000"/>
                </a:schemeClr>
              </a:solidFill>
              <a:latin typeface="微软雅黑" panose="020B0503020204020204" charset="-122"/>
              <a:ea typeface="微软雅黑" panose="020B0503020204020204" charset="-122"/>
            </a:endParaRPr>
          </a:p>
        </p:txBody>
      </p:sp>
      <p:sp>
        <p:nvSpPr>
          <p:cNvPr id="44" name="椭圆 43"/>
          <p:cNvSpPr/>
          <p:nvPr>
            <p:custDataLst>
              <p:tags r:id="rId25"/>
            </p:custDataLst>
          </p:nvPr>
        </p:nvSpPr>
        <p:spPr>
          <a:xfrm>
            <a:off x="7925065" y="5250466"/>
            <a:ext cx="203991" cy="203991"/>
          </a:xfrm>
          <a:prstGeom prst="ellipse">
            <a:avLst/>
          </a:prstGeom>
          <a:solidFill>
            <a:schemeClr val="lt1"/>
          </a:solidFill>
          <a:ln>
            <a:solidFill>
              <a:schemeClr val="dk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lt1"/>
              </a:solidFill>
              <a:latin typeface="微软雅黑" panose="020B0503020204020204" charset="-122"/>
              <a:ea typeface="微软雅黑" panose="020B0503020204020204" charset="-122"/>
            </a:endParaRPr>
          </a:p>
        </p:txBody>
      </p:sp>
      <p:sp>
        <p:nvSpPr>
          <p:cNvPr id="45" name="椭圆 44"/>
          <p:cNvSpPr/>
          <p:nvPr>
            <p:custDataLst>
              <p:tags r:id="rId26"/>
            </p:custDataLst>
          </p:nvPr>
        </p:nvSpPr>
        <p:spPr>
          <a:xfrm>
            <a:off x="8563776" y="5250466"/>
            <a:ext cx="203991" cy="203991"/>
          </a:xfrm>
          <a:prstGeom prst="ellipse">
            <a:avLst/>
          </a:prstGeom>
          <a:solidFill>
            <a:schemeClr val="lt1"/>
          </a:solidFill>
          <a:ln>
            <a:solidFill>
              <a:schemeClr val="dk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lt1"/>
              </a:solidFill>
              <a:latin typeface="微软雅黑" panose="020B0503020204020204" charset="-122"/>
              <a:ea typeface="微软雅黑" panose="020B0503020204020204" charset="-122"/>
            </a:endParaRPr>
          </a:p>
        </p:txBody>
      </p:sp>
      <p:sp>
        <p:nvSpPr>
          <p:cNvPr id="47" name="文本框 46"/>
          <p:cNvSpPr txBox="1"/>
          <p:nvPr>
            <p:custDataLst>
              <p:tags r:id="rId27"/>
            </p:custDataLst>
          </p:nvPr>
        </p:nvSpPr>
        <p:spPr>
          <a:xfrm>
            <a:off x="4760275" y="2323982"/>
            <a:ext cx="2616736" cy="2211679"/>
          </a:xfrm>
          <a:prstGeom prst="rect">
            <a:avLst/>
          </a:prstGeom>
          <a:noFill/>
        </p:spPr>
        <p:txBody>
          <a:bodyPr wrap="square" rtlCol="0" anchor="ctr" anchorCtr="0">
            <a:normAutofit/>
          </a:bodyPr>
          <a:p>
            <a:pPr>
              <a:lnSpc>
                <a:spcPct val="130000"/>
              </a:lnSpc>
            </a:pPr>
            <a:r>
              <a:rPr lang="zh-CN" altLang="en-US" sz="1100" spc="150">
                <a:solidFill>
                  <a:schemeClr val="dk1">
                    <a:lumMod val="85000"/>
                    <a:lumOff val="15000"/>
                  </a:schemeClr>
                </a:solidFill>
                <a:uFillTx/>
                <a:latin typeface="微软雅黑" panose="020B0503020204020204" charset="-122"/>
                <a:ea typeface="微软雅黑" panose="020B0503020204020204" charset="-122"/>
                <a:sym typeface="+mn-ea"/>
              </a:rPr>
              <a:t>四眼和牢大早早地起了床，换上浴衣，决定再去泡一次露天温泉。清晨的露天温泉池里空无一人，温热的泉水冒着袅袅热气，与寒冷的空气交融在一起，形成一层淡淡的薄雾，缭绕在池边，宛如仙境。池边的雪见灯笼还亮着，暖黄的灯光与雪色相映，格外温馨。</a:t>
            </a:r>
            <a:endParaRPr lang="zh-CN" altLang="en-US" sz="1100" spc="150">
              <a:solidFill>
                <a:schemeClr val="dk1">
                  <a:lumMod val="85000"/>
                  <a:lumOff val="15000"/>
                </a:schemeClr>
              </a:solidFill>
              <a:uFillTx/>
              <a:latin typeface="微软雅黑" panose="020B0503020204020204" charset="-122"/>
              <a:ea typeface="微软雅黑" panose="020B0503020204020204" charset="-122"/>
              <a:sym typeface="+mn-ea"/>
            </a:endParaRPr>
          </a:p>
        </p:txBody>
      </p:sp>
      <p:cxnSp>
        <p:nvCxnSpPr>
          <p:cNvPr id="32" name="直接连接符 31"/>
          <p:cNvCxnSpPr>
            <a:stCxn id="45" idx="6"/>
          </p:cNvCxnSpPr>
          <p:nvPr>
            <p:custDataLst>
              <p:tags r:id="rId28"/>
            </p:custDataLst>
          </p:nvPr>
        </p:nvCxnSpPr>
        <p:spPr>
          <a:xfrm>
            <a:off x="8767767" y="5352462"/>
            <a:ext cx="2121610" cy="0"/>
          </a:xfrm>
          <a:prstGeom prst="line">
            <a:avLst/>
          </a:prstGeom>
          <a:ln w="12700">
            <a:solidFill>
              <a:schemeClr val="dk1">
                <a:lumMod val="50000"/>
                <a:lumOff val="50000"/>
              </a:schemeClr>
            </a:solidFill>
            <a:prstDash val="dash"/>
          </a:ln>
        </p:spPr>
        <p:style>
          <a:lnRef idx="1">
            <a:schemeClr val="accent1"/>
          </a:lnRef>
          <a:fillRef idx="0">
            <a:schemeClr val="accent1"/>
          </a:fillRef>
          <a:effectRef idx="0">
            <a:schemeClr val="accent1"/>
          </a:effectRef>
          <a:fontRef idx="minor">
            <a:schemeClr val="tx1"/>
          </a:fontRef>
        </p:style>
      </p:cxnSp>
    </p:spTree>
    <p:custDataLst>
      <p:tags r:id="rId29"/>
    </p:custDataLst>
  </p:cSld>
  <p:clrMapOvr>
    <a:masterClrMapping/>
  </p:clrMapOvr>
  <p:transition spd="med"/>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3" name="直接连接符 2"/>
          <p:cNvCxnSpPr/>
          <p:nvPr>
            <p:custDataLst>
              <p:tags r:id="rId3"/>
            </p:custDataLst>
          </p:nvPr>
        </p:nvCxnSpPr>
        <p:spPr>
          <a:xfrm>
            <a:off x="457204" y="914407"/>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9"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sym typeface="微软雅黑" panose="020B0503020204020204" charset="-122"/>
              </a:rPr>
              <a:t>雪国余韵，归程惜别</a:t>
            </a:r>
            <a:endParaRPr lang="zh-CN" dirty="0" err="1">
              <a:solidFill>
                <a:schemeClr val="dk1"/>
              </a:solidFill>
              <a:sym typeface="微软雅黑" panose="020B0503020204020204" charset="-122"/>
            </a:endParaRPr>
          </a:p>
        </p:txBody>
      </p:sp>
      <p:sp>
        <p:nvSpPr>
          <p:cNvPr id="11" name="Title 6"/>
          <p:cNvSpPr txBox="1"/>
          <p:nvPr>
            <p:custDataLst>
              <p:tags r:id="rId5"/>
            </p:custDataLst>
          </p:nvPr>
        </p:nvSpPr>
        <p:spPr>
          <a:xfrm>
            <a:off x="457155" y="1771634"/>
            <a:ext cx="11277678" cy="4229126"/>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这里的清晨真安静。”牢大靠在池边的岩石上，轻声说，眼神里满是留恋。四眼坐在他身边，握住他的手，指尖传来他微凉的体温：“是啊，可惜我们明天就要回去了。不过没关系，我们以后还会再来的。”他顿了顿，从口袋里掏出一个小小的狐狸式神御守，递给牢大：“这个是我今天早上偷偷去雪之神社求的，保佑我们以后都能平安顺遂，永远在一起。”
牢大接过御守，御守上绣着精致的狐狸式神纹样，还带着淡淡的香火味。他紧紧攥在手里，眼眶微微泛红：“谢谢你，四眼。我也会永远守护你，不管别人怎么说，怎么看。”两人相视而笑，眼底满是温柔，在这个寂静的清晨，享受着属于他们的温馨时光。
不远处，莫波基正拿着扫帚清扫庭院里的积雪，动作熟练而认真。老登站在一旁，手里捧着一杯热抹茶，看着莫波基清扫积雪，脸上带着淡淡的笑容。“老……老莫，别……别扫了，歇……歇一会儿吧，喝……喝点茶暖暖身子。”老登递过茶杯，语气里满是关切。</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Tree>
    <p:custDataLst>
      <p:tags r:id="rId6"/>
    </p:custDataLst>
  </p:cSld>
  <p:clrMapOvr>
    <a:masterClrMapping/>
  </p:clrMapOvr>
  <p:transition spd="med"/>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3" name="直接连接符 2"/>
          <p:cNvCxnSpPr/>
          <p:nvPr>
            <p:custDataLst>
              <p:tags r:id="rId3"/>
            </p:custDataLst>
          </p:nvPr>
        </p:nvCxnSpPr>
        <p:spPr>
          <a:xfrm>
            <a:off x="457204" y="914407"/>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9"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sym typeface="微软雅黑" panose="020B0503020204020204" charset="-122"/>
              </a:rPr>
              <a:t>雪国余韵，归程惜别</a:t>
            </a:r>
            <a:endParaRPr lang="zh-CN" dirty="0" err="1">
              <a:solidFill>
                <a:schemeClr val="dk1"/>
              </a:solidFill>
              <a:sym typeface="微软雅黑" panose="020B0503020204020204" charset="-122"/>
            </a:endParaRPr>
          </a:p>
        </p:txBody>
      </p:sp>
      <p:sp>
        <p:nvSpPr>
          <p:cNvPr id="11" name="Title 6"/>
          <p:cNvSpPr txBox="1"/>
          <p:nvPr>
            <p:custDataLst>
              <p:tags r:id="rId5"/>
            </p:custDataLst>
          </p:nvPr>
        </p:nvSpPr>
        <p:spPr>
          <a:xfrm>
            <a:off x="1585071" y="1837436"/>
            <a:ext cx="9021857" cy="4097528"/>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莫波基放下扫帚，接过茶杯，喝了一口，语气依旧带着几分嫌弃，却藏不住眼底的温柔：“不……不扫干净，等……等会儿学生们出来，容……容易摔倒。你……你也是，早……早上这么冷，还……还出来瞎逛，冻……冻着了怎么办。”老登嘿嘿一笑，靠在莫波基的肩膀上：“有……有你在，我……我不怕冷。”两人并肩站在庭院里，阳光洒在他们身上，显得格外温馨。
早餐时分，众人围坐在和式餐厅里，桌上摆满了北海道特色早餐，有日式煎蛋、味增汤、烤三文鱼、饭团等，香气扑鼻。潘春站起身，拍了拍手，吸引了众人的注意力：“各位老师，各位同学，今天我们的安排是上午自由活动，可以去附近的景点逛逛，也可以去买些纪念品，但是要注意安全，中午十二点前必须回旅馆集合，下午我们整理行李，明天一早出发回国。”</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Tree>
    <p:custDataLst>
      <p:tags r:id="rId6"/>
    </p:custDataLst>
  </p:cSld>
  <p:clrMapOvr>
    <a:masterClrMapping/>
  </p:clrMapOvr>
  <p:transition spd="med"/>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10"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3" name="直接连接符 2"/>
          <p:cNvCxnSpPr/>
          <p:nvPr>
            <p:custDataLst>
              <p:tags r:id="rId3"/>
            </p:custDataLst>
          </p:nvPr>
        </p:nvCxnSpPr>
        <p:spPr>
          <a:xfrm>
            <a:off x="457204" y="914407"/>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9"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sym typeface="微软雅黑" panose="020B0503020204020204" charset="-122"/>
              </a:rPr>
              <a:t>雪国余韵，归程惜别</a:t>
            </a:r>
            <a:endParaRPr lang="zh-CN" dirty="0" err="1">
              <a:solidFill>
                <a:schemeClr val="dk1"/>
              </a:solidFill>
              <a:sym typeface="微软雅黑" panose="020B0503020204020204" charset="-122"/>
            </a:endParaRPr>
          </a:p>
        </p:txBody>
      </p:sp>
      <p:sp>
        <p:nvSpPr>
          <p:cNvPr id="5" name="折角形 4"/>
          <p:cNvSpPr/>
          <p:nvPr>
            <p:custDataLst>
              <p:tags r:id="rId5"/>
            </p:custDataLst>
          </p:nvPr>
        </p:nvSpPr>
        <p:spPr>
          <a:xfrm>
            <a:off x="1535573" y="2547089"/>
            <a:ext cx="2749184" cy="2887591"/>
          </a:xfrm>
          <a:prstGeom prst="foldedCorner">
            <a:avLst>
              <a:gd name="adj" fmla="val 12009"/>
            </a:avLst>
          </a:prstGeom>
          <a:solidFill>
            <a:schemeClr val="accent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lt1"/>
              </a:solidFill>
              <a:latin typeface="微软雅黑" panose="020B0503020204020204" charset="-122"/>
              <a:ea typeface="微软雅黑" panose="020B0503020204020204" charset="-122"/>
            </a:endParaRPr>
          </a:p>
        </p:txBody>
      </p:sp>
      <p:sp>
        <p:nvSpPr>
          <p:cNvPr id="2" name="文本框 1"/>
          <p:cNvSpPr txBox="1"/>
          <p:nvPr>
            <p:custDataLst>
              <p:tags r:id="rId6"/>
            </p:custDataLst>
          </p:nvPr>
        </p:nvSpPr>
        <p:spPr>
          <a:xfrm>
            <a:off x="1744238" y="2655988"/>
            <a:ext cx="2540518" cy="2643797"/>
          </a:xfrm>
          <a:prstGeom prst="rect">
            <a:avLst/>
          </a:prstGeom>
          <a:noFill/>
        </p:spPr>
        <p:txBody>
          <a:bodyPr wrap="square" rtlCol="0">
            <a:normAutofit lnSpcReduction="20000"/>
          </a:bodyPr>
          <a:p>
            <a:pPr algn="l">
              <a:lnSpc>
                <a:spcPct val="130000"/>
              </a:lnSpc>
            </a:pPr>
            <a:r>
              <a:rPr lang="zh-CN" altLang="en-US" sz="1300" spc="150">
                <a:solidFill>
                  <a:schemeClr val="dk1">
                    <a:lumMod val="85000"/>
                    <a:lumOff val="15000"/>
                  </a:schemeClr>
                </a:solidFill>
                <a:uFillTx/>
                <a:latin typeface="微软雅黑" panose="020B0503020204020204" charset="-122"/>
                <a:ea typeface="微软雅黑" panose="020B0503020204020204" charset="-122"/>
                <a:cs typeface="微软雅黑" panose="020B0503020204020204" charset="-122"/>
                <a:sym typeface="+mn-ea"/>
              </a:rPr>
              <a:t>她顿了顿，又补充道：“晚上我们在旅馆举行一个小型的研学分享会，每个人都要准备发言，分享这次北海道研学的收获和感悟。谁要是敢敷衍了事，研学报告加倍写，还要在全班面前做深刻检讨。”学生们纷纷点头，脸上满是期待，既想好好利用最后的自由活动时间，也期待着晚上的分享会。</a:t>
            </a:r>
            <a:endParaRPr lang="zh-CN" altLang="en-US" sz="1300" spc="150">
              <a:solidFill>
                <a:schemeClr val="dk1">
                  <a:lumMod val="85000"/>
                  <a:lumOff val="15000"/>
                </a:schemeClr>
              </a:solidFill>
              <a:uFillTx/>
              <a:latin typeface="微软雅黑" panose="020B0503020204020204" charset="-122"/>
              <a:ea typeface="微软雅黑" panose="020B0503020204020204" charset="-122"/>
              <a:cs typeface="微软雅黑" panose="020B0503020204020204" charset="-122"/>
              <a:sym typeface="+mn-ea"/>
            </a:endParaRPr>
          </a:p>
        </p:txBody>
      </p:sp>
      <p:sp>
        <p:nvSpPr>
          <p:cNvPr id="6" name="椭圆 5"/>
          <p:cNvSpPr/>
          <p:nvPr>
            <p:custDataLst>
              <p:tags r:id="rId7"/>
            </p:custDataLst>
          </p:nvPr>
        </p:nvSpPr>
        <p:spPr>
          <a:xfrm>
            <a:off x="1303020" y="2337018"/>
            <a:ext cx="564872" cy="564872"/>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p>
            <a:pPr algn="ctr"/>
            <a:endParaRPr lang="en-US" altLang="zh-CN" b="1" dirty="0">
              <a:solidFill>
                <a:schemeClr val="lt1"/>
              </a:solidFill>
              <a:latin typeface="微软雅黑" panose="020B0503020204020204" charset="-122"/>
              <a:ea typeface="微软雅黑" panose="020B0503020204020204" charset="-122"/>
            </a:endParaRPr>
          </a:p>
        </p:txBody>
      </p:sp>
      <p:sp>
        <p:nvSpPr>
          <p:cNvPr id="13" name="折角形 12"/>
          <p:cNvSpPr/>
          <p:nvPr>
            <p:custDataLst>
              <p:tags r:id="rId8"/>
            </p:custDataLst>
          </p:nvPr>
        </p:nvSpPr>
        <p:spPr>
          <a:xfrm>
            <a:off x="4837685" y="2547089"/>
            <a:ext cx="2749184" cy="2887591"/>
          </a:xfrm>
          <a:prstGeom prst="foldedCorner">
            <a:avLst>
              <a:gd name="adj" fmla="val 12009"/>
            </a:avLst>
          </a:prstGeom>
          <a:solidFill>
            <a:schemeClr val="accent2">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lt1"/>
              </a:solidFill>
              <a:latin typeface="微软雅黑" panose="020B0503020204020204" charset="-122"/>
              <a:ea typeface="微软雅黑" panose="020B0503020204020204" charset="-122"/>
            </a:endParaRPr>
          </a:p>
        </p:txBody>
      </p:sp>
      <p:sp>
        <p:nvSpPr>
          <p:cNvPr id="14" name="文本框 13"/>
          <p:cNvSpPr txBox="1"/>
          <p:nvPr>
            <p:custDataLst>
              <p:tags r:id="rId9"/>
            </p:custDataLst>
          </p:nvPr>
        </p:nvSpPr>
        <p:spPr>
          <a:xfrm>
            <a:off x="5046350" y="2655988"/>
            <a:ext cx="2540518" cy="2643797"/>
          </a:xfrm>
          <a:prstGeom prst="rect">
            <a:avLst/>
          </a:prstGeom>
          <a:noFill/>
        </p:spPr>
        <p:txBody>
          <a:bodyPr wrap="square" rtlCol="0">
            <a:normAutofit/>
          </a:bodyPr>
          <a:p>
            <a:pPr algn="l">
              <a:lnSpc>
                <a:spcPct val="130000"/>
              </a:lnSpc>
            </a:pPr>
            <a:r>
              <a:rPr lang="zh-CN" altLang="en-US" sz="1300" spc="150">
                <a:solidFill>
                  <a:schemeClr val="dk1">
                    <a:lumMod val="85000"/>
                    <a:lumOff val="15000"/>
                  </a:schemeClr>
                </a:solidFill>
                <a:uFillTx/>
                <a:latin typeface="微软雅黑" panose="020B0503020204020204" charset="-122"/>
                <a:ea typeface="微软雅黑" panose="020B0503020204020204" charset="-122"/>
                <a:cs typeface="微软雅黑" panose="020B0503020204020204" charset="-122"/>
                <a:sym typeface="+mn-ea"/>
              </a:rPr>
              <a:t>早餐结束后，众人各自出发。李莉带着几个喜欢galagames的学生，去了附近的一家周边店，店里摆满了各式各样的手办、海报、游戏光盘等，李莉兴奋地挑选着，还不忘给学生们讲解不同情节的背景故事，俨然一副专家的模样。</a:t>
            </a:r>
            <a:endParaRPr lang="zh-CN" altLang="en-US" sz="1300" spc="150">
              <a:solidFill>
                <a:schemeClr val="dk1">
                  <a:lumMod val="85000"/>
                  <a:lumOff val="15000"/>
                </a:schemeClr>
              </a:solidFill>
              <a:uFillTx/>
              <a:latin typeface="微软雅黑" panose="020B0503020204020204" charset="-122"/>
              <a:ea typeface="微软雅黑" panose="020B0503020204020204" charset="-122"/>
              <a:cs typeface="微软雅黑" panose="020B0503020204020204" charset="-122"/>
              <a:sym typeface="+mn-ea"/>
            </a:endParaRPr>
          </a:p>
        </p:txBody>
      </p:sp>
      <p:sp>
        <p:nvSpPr>
          <p:cNvPr id="15" name="椭圆 14"/>
          <p:cNvSpPr/>
          <p:nvPr>
            <p:custDataLst>
              <p:tags r:id="rId10"/>
            </p:custDataLst>
          </p:nvPr>
        </p:nvSpPr>
        <p:spPr>
          <a:xfrm>
            <a:off x="4605132" y="2337018"/>
            <a:ext cx="564872" cy="564872"/>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p>
            <a:pPr algn="ctr"/>
            <a:endParaRPr lang="en-US" altLang="zh-CN" b="1" dirty="0">
              <a:solidFill>
                <a:schemeClr val="lt1"/>
              </a:solidFill>
              <a:latin typeface="微软雅黑" panose="020B0503020204020204" charset="-122"/>
              <a:ea typeface="微软雅黑" panose="020B0503020204020204" charset="-122"/>
            </a:endParaRPr>
          </a:p>
        </p:txBody>
      </p:sp>
      <p:sp>
        <p:nvSpPr>
          <p:cNvPr id="17" name="折角形 16"/>
          <p:cNvSpPr/>
          <p:nvPr>
            <p:custDataLst>
              <p:tags r:id="rId11"/>
            </p:custDataLst>
          </p:nvPr>
        </p:nvSpPr>
        <p:spPr>
          <a:xfrm>
            <a:off x="8139796" y="2547089"/>
            <a:ext cx="2749184" cy="2887591"/>
          </a:xfrm>
          <a:prstGeom prst="foldedCorner">
            <a:avLst>
              <a:gd name="adj" fmla="val 12009"/>
            </a:avLst>
          </a:prstGeom>
          <a:solidFill>
            <a:schemeClr val="accent3">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lt1"/>
              </a:solidFill>
              <a:latin typeface="微软雅黑" panose="020B0503020204020204" charset="-122"/>
              <a:ea typeface="微软雅黑" panose="020B0503020204020204" charset="-122"/>
            </a:endParaRPr>
          </a:p>
        </p:txBody>
      </p:sp>
      <p:sp>
        <p:nvSpPr>
          <p:cNvPr id="18" name="文本框 17"/>
          <p:cNvSpPr txBox="1"/>
          <p:nvPr>
            <p:custDataLst>
              <p:tags r:id="rId12"/>
            </p:custDataLst>
          </p:nvPr>
        </p:nvSpPr>
        <p:spPr>
          <a:xfrm>
            <a:off x="8348462" y="2655988"/>
            <a:ext cx="2540518" cy="2643797"/>
          </a:xfrm>
          <a:prstGeom prst="rect">
            <a:avLst/>
          </a:prstGeom>
          <a:noFill/>
        </p:spPr>
        <p:txBody>
          <a:bodyPr wrap="square" rtlCol="0">
            <a:normAutofit/>
          </a:bodyPr>
          <a:p>
            <a:pPr algn="l">
              <a:lnSpc>
                <a:spcPct val="130000"/>
              </a:lnSpc>
            </a:pPr>
            <a:r>
              <a:rPr lang="zh-CN" altLang="en-US" sz="1300" spc="150">
                <a:solidFill>
                  <a:schemeClr val="dk1">
                    <a:lumMod val="85000"/>
                    <a:lumOff val="15000"/>
                  </a:schemeClr>
                </a:solidFill>
                <a:uFillTx/>
                <a:latin typeface="微软雅黑" panose="020B0503020204020204" charset="-122"/>
                <a:ea typeface="微软雅黑" panose="020B0503020204020204" charset="-122"/>
                <a:sym typeface="+mn-ea"/>
              </a:rPr>
              <a:t>张燕则带着几个学生去了雪之神社，神社里的信徒不多，显得格外安静。学生们虔诚地跪在神像前祈福，张燕站在一旁，温柔地看着他们，脸上带着淡淡的笑容。她也给每个学生准备了一个小小的樱花御守，希望他们能平安顺遂，学业进步。</a:t>
            </a:r>
            <a:endParaRPr lang="zh-CN" altLang="en-US" sz="1300" spc="150">
              <a:solidFill>
                <a:schemeClr val="dk1">
                  <a:lumMod val="85000"/>
                  <a:lumOff val="15000"/>
                </a:schemeClr>
              </a:solidFill>
              <a:uFillTx/>
              <a:latin typeface="微软雅黑" panose="020B0503020204020204" charset="-122"/>
              <a:ea typeface="微软雅黑" panose="020B0503020204020204" charset="-122"/>
              <a:sym typeface="+mn-ea"/>
            </a:endParaRPr>
          </a:p>
        </p:txBody>
      </p:sp>
      <p:sp>
        <p:nvSpPr>
          <p:cNvPr id="19" name="椭圆 18"/>
          <p:cNvSpPr/>
          <p:nvPr>
            <p:custDataLst>
              <p:tags r:id="rId13"/>
            </p:custDataLst>
          </p:nvPr>
        </p:nvSpPr>
        <p:spPr>
          <a:xfrm>
            <a:off x="7907243" y="2337018"/>
            <a:ext cx="564872" cy="564872"/>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p>
            <a:pPr algn="ctr"/>
            <a:endParaRPr lang="en-US" altLang="zh-CN" b="1" dirty="0">
              <a:solidFill>
                <a:schemeClr val="lt1"/>
              </a:solidFill>
              <a:latin typeface="微软雅黑" panose="020B0503020204020204" charset="-122"/>
              <a:ea typeface="微软雅黑" panose="020B0503020204020204" charset="-122"/>
            </a:endParaRPr>
          </a:p>
        </p:txBody>
      </p:sp>
      <p:sp>
        <p:nvSpPr>
          <p:cNvPr id="4" name="文本框 3"/>
          <p:cNvSpPr txBox="1"/>
          <p:nvPr>
            <p:custDataLst>
              <p:tags r:id="rId14"/>
            </p:custDataLst>
          </p:nvPr>
        </p:nvSpPr>
        <p:spPr>
          <a:xfrm>
            <a:off x="1396913" y="2436213"/>
            <a:ext cx="304468" cy="408636"/>
          </a:xfrm>
          <a:prstGeom prst="rect">
            <a:avLst/>
          </a:prstGeom>
          <a:noFill/>
        </p:spPr>
        <p:txBody>
          <a:bodyPr wrap="square" rtlCol="0">
            <a:normAutofit fontScale="90000"/>
          </a:bodyPr>
          <a:p>
            <a:r>
              <a:rPr lang="en-US" altLang="zh-CN" b="1" dirty="0">
                <a:solidFill>
                  <a:schemeClr val="lt1"/>
                </a:solidFill>
                <a:latin typeface="微软雅黑" panose="020B0503020204020204" charset="-122"/>
                <a:ea typeface="微软雅黑" panose="020B0503020204020204" charset="-122"/>
              </a:rPr>
              <a:t>1</a:t>
            </a:r>
            <a:endParaRPr lang="en-US" altLang="zh-CN" b="1" dirty="0">
              <a:solidFill>
                <a:schemeClr val="lt1"/>
              </a:solidFill>
              <a:latin typeface="微软雅黑" panose="020B0503020204020204" charset="-122"/>
              <a:ea typeface="微软雅黑" panose="020B0503020204020204" charset="-122"/>
            </a:endParaRPr>
          </a:p>
        </p:txBody>
      </p:sp>
      <p:sp>
        <p:nvSpPr>
          <p:cNvPr id="7" name="文本框 6"/>
          <p:cNvSpPr txBox="1"/>
          <p:nvPr>
            <p:custDataLst>
              <p:tags r:id="rId15"/>
            </p:custDataLst>
          </p:nvPr>
        </p:nvSpPr>
        <p:spPr>
          <a:xfrm>
            <a:off x="4717066" y="2436213"/>
            <a:ext cx="304468" cy="408636"/>
          </a:xfrm>
          <a:prstGeom prst="rect">
            <a:avLst/>
          </a:prstGeom>
          <a:noFill/>
        </p:spPr>
        <p:txBody>
          <a:bodyPr wrap="square" rtlCol="0">
            <a:normAutofit fontScale="90000"/>
          </a:bodyPr>
          <a:p>
            <a:r>
              <a:rPr lang="en-US" altLang="zh-CN" b="1" dirty="0">
                <a:solidFill>
                  <a:schemeClr val="lt1"/>
                </a:solidFill>
                <a:latin typeface="微软雅黑" panose="020B0503020204020204" charset="-122"/>
                <a:ea typeface="微软雅黑" panose="020B0503020204020204" charset="-122"/>
              </a:rPr>
              <a:t>2</a:t>
            </a:r>
            <a:endParaRPr lang="en-US" altLang="zh-CN" b="1" dirty="0">
              <a:solidFill>
                <a:schemeClr val="lt1"/>
              </a:solidFill>
              <a:latin typeface="微软雅黑" panose="020B0503020204020204" charset="-122"/>
              <a:ea typeface="微软雅黑" panose="020B0503020204020204" charset="-122"/>
            </a:endParaRPr>
          </a:p>
        </p:txBody>
      </p:sp>
      <p:sp>
        <p:nvSpPr>
          <p:cNvPr id="8" name="文本框 7"/>
          <p:cNvSpPr txBox="1"/>
          <p:nvPr>
            <p:custDataLst>
              <p:tags r:id="rId16"/>
            </p:custDataLst>
          </p:nvPr>
        </p:nvSpPr>
        <p:spPr>
          <a:xfrm>
            <a:off x="8014963" y="2441131"/>
            <a:ext cx="304468" cy="408636"/>
          </a:xfrm>
          <a:prstGeom prst="rect">
            <a:avLst/>
          </a:prstGeom>
          <a:noFill/>
        </p:spPr>
        <p:txBody>
          <a:bodyPr wrap="square" rtlCol="0">
            <a:normAutofit fontScale="90000"/>
          </a:bodyPr>
          <a:p>
            <a:r>
              <a:rPr lang="en-US" altLang="zh-CN" b="1" dirty="0">
                <a:solidFill>
                  <a:schemeClr val="lt1"/>
                </a:solidFill>
                <a:latin typeface="微软雅黑" panose="020B0503020204020204" charset="-122"/>
                <a:ea typeface="微软雅黑" panose="020B0503020204020204" charset="-122"/>
              </a:rPr>
              <a:t>3</a:t>
            </a:r>
            <a:endParaRPr lang="en-US" altLang="zh-CN" b="1" dirty="0">
              <a:solidFill>
                <a:schemeClr val="lt1"/>
              </a:solidFill>
              <a:latin typeface="微软雅黑" panose="020B0503020204020204" charset="-122"/>
              <a:ea typeface="微软雅黑" panose="020B0503020204020204" charset="-122"/>
            </a:endParaRPr>
          </a:p>
        </p:txBody>
      </p:sp>
    </p:spTree>
    <p:custDataLst>
      <p:tags r:id="rId17"/>
    </p:custDataLst>
  </p:cSld>
  <p:clrMapOvr>
    <a:masterClrMapping/>
  </p:clrMapOvr>
  <p:transition spd="med"/>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3" name="直接连接符 2"/>
          <p:cNvCxnSpPr/>
          <p:nvPr>
            <p:custDataLst>
              <p:tags r:id="rId3"/>
            </p:custDataLst>
          </p:nvPr>
        </p:nvCxnSpPr>
        <p:spPr>
          <a:xfrm>
            <a:off x="457204" y="914407"/>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9"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sym typeface="微软雅黑" panose="020B0503020204020204" charset="-122"/>
              </a:rPr>
              <a:t>雪国余韵，归程惜别</a:t>
            </a:r>
            <a:endParaRPr lang="zh-CN" dirty="0" err="1">
              <a:solidFill>
                <a:schemeClr val="dk1"/>
              </a:solidFill>
              <a:sym typeface="微软雅黑" panose="020B0503020204020204" charset="-122"/>
            </a:endParaRPr>
          </a:p>
        </p:txBody>
      </p:sp>
      <p:sp>
        <p:nvSpPr>
          <p:cNvPr id="11" name="Title 6"/>
          <p:cNvSpPr txBox="1"/>
          <p:nvPr>
            <p:custDataLst>
              <p:tags r:id="rId5"/>
            </p:custDataLst>
          </p:nvPr>
        </p:nvSpPr>
        <p:spPr>
          <a:xfrm>
            <a:off x="457155" y="1771634"/>
            <a:ext cx="11277678" cy="4229126"/>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李梦则去了之前看到的那家中古店，花了不少钱买了那条她心仪已久的vintage丝巾。虽然价格不菲，但她却觉得很值，毕竟这是她在北海道买到的最满意的纪念品。她还买了一些北海道特产的巧克力和饼干，准备回去送给朋友和家人。
蓉儿则独自一人去了附近的一家书店，书店里摆满了各式各样的日文书籍，有文学名著、历史传记、动漫小说等。她在书架前徘徊了许久，最终买了一本《鼠氏物语》的日文原版和几本关于日本传统文化的书籍。她还在书店里的咖啡馆点了一杯手冲咖啡，用的是北海道产的十胜咖啡豆，细细品味着咖啡的醇厚，享受着这难得的宁静时光。
萧秦则带着几个学生去了北海道开拓纪念馆，再次参观了馆内的展品。这次她没有再发表激进的言论，而是认真地听着讲解员的介绍，偶尔还会给学生们讲解一些历史知识。看到学生们认真听讲的样子，她的脸上露出了欣慰的笑容。</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Tree>
    <p:custDataLst>
      <p:tags r:id="rId6"/>
    </p:custDataLst>
  </p:cSld>
  <p:clrMapOvr>
    <a:masterClrMapping/>
  </p:clrMapOvr>
  <p:transition spd="med"/>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3" name="直接连接符 2"/>
          <p:cNvCxnSpPr/>
          <p:nvPr>
            <p:custDataLst>
              <p:tags r:id="rId3"/>
            </p:custDataLst>
          </p:nvPr>
        </p:nvCxnSpPr>
        <p:spPr>
          <a:xfrm>
            <a:off x="457204" y="914407"/>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9"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sym typeface="微软雅黑" panose="020B0503020204020204" charset="-122"/>
              </a:rPr>
              <a:t>雪国余韵，归程惜别</a:t>
            </a:r>
            <a:endParaRPr lang="zh-CN" dirty="0" err="1">
              <a:solidFill>
                <a:schemeClr val="dk1"/>
              </a:solidFill>
              <a:sym typeface="微软雅黑" panose="020B0503020204020204" charset="-122"/>
            </a:endParaRPr>
          </a:p>
        </p:txBody>
      </p:sp>
      <p:sp>
        <p:nvSpPr>
          <p:cNvPr id="2" name="矩形 1"/>
          <p:cNvSpPr/>
          <p:nvPr>
            <p:custDataLst>
              <p:tags r:id="rId5"/>
            </p:custDataLst>
          </p:nvPr>
        </p:nvSpPr>
        <p:spPr>
          <a:xfrm>
            <a:off x="1328767" y="2337283"/>
            <a:ext cx="2984550" cy="3278062"/>
          </a:xfrm>
          <a:prstGeom prst="rect">
            <a:avLst/>
          </a:prstGeom>
          <a:solidFill>
            <a:schemeClr val="lt1">
              <a:lumMod val="95000"/>
              <a:alpha val="50000"/>
            </a:schemeClr>
          </a:solidFill>
          <a:ln>
            <a:solidFill>
              <a:schemeClr val="lt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lt1"/>
              </a:solidFill>
              <a:latin typeface="微软雅黑" panose="020B0503020204020204" charset="-122"/>
              <a:ea typeface="微软雅黑" panose="020B0503020204020204" charset="-122"/>
            </a:endParaRPr>
          </a:p>
        </p:txBody>
      </p:sp>
      <p:sp>
        <p:nvSpPr>
          <p:cNvPr id="4" name="文本框 3"/>
          <p:cNvSpPr txBox="1"/>
          <p:nvPr>
            <p:custDataLst>
              <p:tags r:id="rId6"/>
            </p:custDataLst>
          </p:nvPr>
        </p:nvSpPr>
        <p:spPr>
          <a:xfrm>
            <a:off x="1453087" y="2579816"/>
            <a:ext cx="2736423" cy="2930482"/>
          </a:xfrm>
          <a:prstGeom prst="rect">
            <a:avLst/>
          </a:prstGeom>
          <a:noFill/>
        </p:spPr>
        <p:txBody>
          <a:bodyPr wrap="square" rtlCol="0" anchor="t" anchorCtr="0">
            <a:normAutofit/>
          </a:bodyPr>
          <a:p>
            <a:pPr>
              <a:lnSpc>
                <a:spcPct val="130000"/>
              </a:lnSpc>
            </a:pPr>
            <a:r>
              <a:rPr lang="zh-CN" altLang="en-US" sz="1400" spc="150">
                <a:solidFill>
                  <a:schemeClr val="dk1">
                    <a:lumMod val="85000"/>
                    <a:lumOff val="15000"/>
                  </a:schemeClr>
                </a:solidFill>
                <a:uFillTx/>
                <a:latin typeface="微软雅黑" panose="020B0503020204020204" charset="-122"/>
                <a:ea typeface="微软雅黑" panose="020B0503020204020204" charset="-122"/>
                <a:sym typeface="+mn-ea"/>
              </a:rPr>
              <a:t>四眼和牢大则去了附近的一家手作店，店里的老板是一位和蔼可亲的日本老人，专门制作式神主题的手工艺品。两人在店里挑选了许久，最终决定亲手制作一个狐狸式神挂件。老人耐心地教他们制作方法，从裁剪布料到刺绣纹样，每一个步骤都讲解得十分详细。</a:t>
            </a:r>
            <a:endParaRPr lang="zh-CN" altLang="en-US" sz="1400" spc="150">
              <a:solidFill>
                <a:schemeClr val="dk1">
                  <a:lumMod val="85000"/>
                  <a:lumOff val="15000"/>
                </a:schemeClr>
              </a:solidFill>
              <a:uFillTx/>
              <a:latin typeface="微软雅黑" panose="020B0503020204020204" charset="-122"/>
              <a:ea typeface="微软雅黑" panose="020B0503020204020204" charset="-122"/>
              <a:sym typeface="+mn-ea"/>
            </a:endParaRPr>
          </a:p>
        </p:txBody>
      </p:sp>
      <p:sp>
        <p:nvSpPr>
          <p:cNvPr id="19" name="圆角矩形 18"/>
          <p:cNvSpPr/>
          <p:nvPr>
            <p:custDataLst>
              <p:tags r:id="rId7"/>
            </p:custDataLst>
          </p:nvPr>
        </p:nvSpPr>
        <p:spPr>
          <a:xfrm>
            <a:off x="1907036" y="2128734"/>
            <a:ext cx="1828011" cy="424304"/>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60000"/>
          </a:bodyPr>
          <a:p>
            <a:pPr algn="ctr"/>
            <a:r>
              <a:rPr lang="en-US" altLang="zh-CN" sz="2000" b="1">
                <a:solidFill>
                  <a:schemeClr val="lt1"/>
                </a:solidFill>
                <a:latin typeface="微软雅黑" panose="020B0503020204020204" charset="-122"/>
                <a:ea typeface="微软雅黑" panose="020B0503020204020204" charset="-122"/>
              </a:rPr>
              <a:t>01</a:t>
            </a:r>
            <a:endParaRPr lang="en-US" altLang="zh-CN" sz="2000" b="1">
              <a:solidFill>
                <a:schemeClr val="lt1"/>
              </a:solidFill>
              <a:latin typeface="微软雅黑" panose="020B0503020204020204" charset="-122"/>
              <a:ea typeface="微软雅黑" panose="020B0503020204020204" charset="-122"/>
            </a:endParaRPr>
          </a:p>
        </p:txBody>
      </p:sp>
      <p:sp>
        <p:nvSpPr>
          <p:cNvPr id="21" name="L 形 20"/>
          <p:cNvSpPr/>
          <p:nvPr>
            <p:custDataLst>
              <p:tags r:id="rId8"/>
            </p:custDataLst>
          </p:nvPr>
        </p:nvSpPr>
        <p:spPr>
          <a:xfrm rot="5400000">
            <a:off x="1303020" y="2311536"/>
            <a:ext cx="194129" cy="194129"/>
          </a:xfrm>
          <a:prstGeom prst="corner">
            <a:avLst>
              <a:gd name="adj1" fmla="val 28116"/>
              <a:gd name="adj2" fmla="val 2732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lt1"/>
              </a:solidFill>
              <a:latin typeface="微软雅黑" panose="020B0503020204020204" charset="-122"/>
              <a:ea typeface="微软雅黑" panose="020B0503020204020204" charset="-122"/>
            </a:endParaRPr>
          </a:p>
        </p:txBody>
      </p:sp>
      <p:sp>
        <p:nvSpPr>
          <p:cNvPr id="22" name="L 形 21"/>
          <p:cNvSpPr/>
          <p:nvPr>
            <p:custDataLst>
              <p:tags r:id="rId9"/>
            </p:custDataLst>
          </p:nvPr>
        </p:nvSpPr>
        <p:spPr>
          <a:xfrm rot="16200000" flipH="1">
            <a:off x="4145449" y="2311536"/>
            <a:ext cx="194129" cy="194129"/>
          </a:xfrm>
          <a:prstGeom prst="corner">
            <a:avLst>
              <a:gd name="adj1" fmla="val 28116"/>
              <a:gd name="adj2" fmla="val 2732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lt1"/>
              </a:solidFill>
              <a:latin typeface="微软雅黑" panose="020B0503020204020204" charset="-122"/>
              <a:ea typeface="微软雅黑" panose="020B0503020204020204" charset="-122"/>
            </a:endParaRPr>
          </a:p>
        </p:txBody>
      </p:sp>
      <p:sp>
        <p:nvSpPr>
          <p:cNvPr id="24" name="L 形 23"/>
          <p:cNvSpPr/>
          <p:nvPr>
            <p:custDataLst>
              <p:tags r:id="rId10"/>
            </p:custDataLst>
          </p:nvPr>
        </p:nvSpPr>
        <p:spPr>
          <a:xfrm rot="16200000" flipV="1">
            <a:off x="1303020" y="5449536"/>
            <a:ext cx="194129" cy="194129"/>
          </a:xfrm>
          <a:prstGeom prst="corner">
            <a:avLst>
              <a:gd name="adj1" fmla="val 28116"/>
              <a:gd name="adj2" fmla="val 2732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lt1"/>
              </a:solidFill>
              <a:latin typeface="微软雅黑" panose="020B0503020204020204" charset="-122"/>
              <a:ea typeface="微软雅黑" panose="020B0503020204020204" charset="-122"/>
            </a:endParaRPr>
          </a:p>
        </p:txBody>
      </p:sp>
      <p:sp>
        <p:nvSpPr>
          <p:cNvPr id="25" name="L 形 24"/>
          <p:cNvSpPr/>
          <p:nvPr>
            <p:custDataLst>
              <p:tags r:id="rId11"/>
            </p:custDataLst>
          </p:nvPr>
        </p:nvSpPr>
        <p:spPr>
          <a:xfrm rot="5400000" flipH="1" flipV="1">
            <a:off x="4145449" y="5449536"/>
            <a:ext cx="194129" cy="194129"/>
          </a:xfrm>
          <a:prstGeom prst="corner">
            <a:avLst>
              <a:gd name="adj1" fmla="val 28116"/>
              <a:gd name="adj2" fmla="val 2732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lt1"/>
              </a:solidFill>
              <a:latin typeface="微软雅黑" panose="020B0503020204020204" charset="-122"/>
              <a:ea typeface="微软雅黑" panose="020B0503020204020204" charset="-122"/>
            </a:endParaRPr>
          </a:p>
        </p:txBody>
      </p:sp>
      <p:sp>
        <p:nvSpPr>
          <p:cNvPr id="27" name="矩形 26"/>
          <p:cNvSpPr/>
          <p:nvPr>
            <p:custDataLst>
              <p:tags r:id="rId12"/>
            </p:custDataLst>
          </p:nvPr>
        </p:nvSpPr>
        <p:spPr>
          <a:xfrm>
            <a:off x="4686128" y="2337283"/>
            <a:ext cx="2984550" cy="3278062"/>
          </a:xfrm>
          <a:prstGeom prst="rect">
            <a:avLst/>
          </a:prstGeom>
          <a:solidFill>
            <a:schemeClr val="lt1">
              <a:lumMod val="95000"/>
              <a:alpha val="50000"/>
            </a:schemeClr>
          </a:solidFill>
          <a:ln>
            <a:solidFill>
              <a:schemeClr val="lt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lt1"/>
              </a:solidFill>
              <a:latin typeface="微软雅黑" panose="020B0503020204020204" charset="-122"/>
              <a:ea typeface="微软雅黑" panose="020B0503020204020204" charset="-122"/>
            </a:endParaRPr>
          </a:p>
        </p:txBody>
      </p:sp>
      <p:sp>
        <p:nvSpPr>
          <p:cNvPr id="28" name="文本框 27"/>
          <p:cNvSpPr txBox="1"/>
          <p:nvPr>
            <p:custDataLst>
              <p:tags r:id="rId13"/>
            </p:custDataLst>
          </p:nvPr>
        </p:nvSpPr>
        <p:spPr>
          <a:xfrm>
            <a:off x="4810450" y="2579816"/>
            <a:ext cx="2736423" cy="2930482"/>
          </a:xfrm>
          <a:prstGeom prst="rect">
            <a:avLst/>
          </a:prstGeom>
          <a:noFill/>
        </p:spPr>
        <p:txBody>
          <a:bodyPr wrap="square" rtlCol="0" anchor="t" anchorCtr="0">
            <a:normAutofit/>
          </a:bodyPr>
          <a:p>
            <a:pPr>
              <a:lnSpc>
                <a:spcPct val="130000"/>
              </a:lnSpc>
            </a:pPr>
            <a:r>
              <a:rPr lang="zh-CN" altLang="en-US" sz="1400" spc="150">
                <a:solidFill>
                  <a:schemeClr val="dk1">
                    <a:lumMod val="85000"/>
                    <a:lumOff val="15000"/>
                  </a:schemeClr>
                </a:solidFill>
                <a:uFillTx/>
                <a:latin typeface="微软雅黑" panose="020B0503020204020204" charset="-122"/>
                <a:ea typeface="微软雅黑" panose="020B0503020204020204" charset="-122"/>
                <a:sym typeface="+mn-ea"/>
              </a:rPr>
              <a:t>牢大的手很巧，刺绣的狐狸式神纹样栩栩如生，四眼则在一旁帮他打下手，给布料上色、裁剪。两人配合默契，很快就完成了挂件。看着亲手制作的挂件，两人都很开心，这是他们在北海道留下的最珍贵的纪念品，承载着他们的情谊和回忆。</a:t>
            </a:r>
            <a:endParaRPr lang="zh-CN" altLang="en-US" sz="1400" spc="150">
              <a:solidFill>
                <a:schemeClr val="dk1">
                  <a:lumMod val="85000"/>
                  <a:lumOff val="15000"/>
                </a:schemeClr>
              </a:solidFill>
              <a:uFillTx/>
              <a:latin typeface="微软雅黑" panose="020B0503020204020204" charset="-122"/>
              <a:ea typeface="微软雅黑" panose="020B0503020204020204" charset="-122"/>
              <a:sym typeface="+mn-ea"/>
            </a:endParaRPr>
          </a:p>
        </p:txBody>
      </p:sp>
      <p:sp>
        <p:nvSpPr>
          <p:cNvPr id="30" name="圆角矩形 29"/>
          <p:cNvSpPr/>
          <p:nvPr>
            <p:custDataLst>
              <p:tags r:id="rId14"/>
            </p:custDataLst>
          </p:nvPr>
        </p:nvSpPr>
        <p:spPr>
          <a:xfrm>
            <a:off x="5264398" y="2128734"/>
            <a:ext cx="1828011" cy="424304"/>
          </a:xfrm>
          <a:prstGeom prst="roundRect">
            <a:avLst>
              <a:gd name="adj" fmla="val 5000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60000"/>
          </a:bodyPr>
          <a:p>
            <a:pPr algn="ctr"/>
            <a:r>
              <a:rPr lang="en-US" altLang="zh-CN" sz="2000" b="1">
                <a:solidFill>
                  <a:schemeClr val="lt1"/>
                </a:solidFill>
                <a:latin typeface="微软雅黑" panose="020B0503020204020204" charset="-122"/>
                <a:ea typeface="微软雅黑" panose="020B0503020204020204" charset="-122"/>
              </a:rPr>
              <a:t>02</a:t>
            </a:r>
            <a:endParaRPr lang="en-US" altLang="zh-CN" sz="2000" b="1">
              <a:solidFill>
                <a:schemeClr val="lt1"/>
              </a:solidFill>
              <a:latin typeface="微软雅黑" panose="020B0503020204020204" charset="-122"/>
              <a:ea typeface="微软雅黑" panose="020B0503020204020204" charset="-122"/>
            </a:endParaRPr>
          </a:p>
        </p:txBody>
      </p:sp>
      <p:sp>
        <p:nvSpPr>
          <p:cNvPr id="32" name="L 形 31"/>
          <p:cNvSpPr/>
          <p:nvPr>
            <p:custDataLst>
              <p:tags r:id="rId15"/>
            </p:custDataLst>
          </p:nvPr>
        </p:nvSpPr>
        <p:spPr>
          <a:xfrm rot="5400000">
            <a:off x="4660381" y="2311536"/>
            <a:ext cx="194129" cy="194129"/>
          </a:xfrm>
          <a:prstGeom prst="corner">
            <a:avLst>
              <a:gd name="adj1" fmla="val 28116"/>
              <a:gd name="adj2" fmla="val 2732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lt1"/>
              </a:solidFill>
              <a:latin typeface="微软雅黑" panose="020B0503020204020204" charset="-122"/>
              <a:ea typeface="微软雅黑" panose="020B0503020204020204" charset="-122"/>
            </a:endParaRPr>
          </a:p>
        </p:txBody>
      </p:sp>
      <p:sp>
        <p:nvSpPr>
          <p:cNvPr id="33" name="L 形 32"/>
          <p:cNvSpPr/>
          <p:nvPr>
            <p:custDataLst>
              <p:tags r:id="rId16"/>
            </p:custDataLst>
          </p:nvPr>
        </p:nvSpPr>
        <p:spPr>
          <a:xfrm rot="16200000" flipH="1">
            <a:off x="7502810" y="2311536"/>
            <a:ext cx="194129" cy="194129"/>
          </a:xfrm>
          <a:prstGeom prst="corner">
            <a:avLst>
              <a:gd name="adj1" fmla="val 28116"/>
              <a:gd name="adj2" fmla="val 2732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lt1"/>
              </a:solidFill>
              <a:latin typeface="微软雅黑" panose="020B0503020204020204" charset="-122"/>
              <a:ea typeface="微软雅黑" panose="020B0503020204020204" charset="-122"/>
            </a:endParaRPr>
          </a:p>
        </p:txBody>
      </p:sp>
      <p:sp>
        <p:nvSpPr>
          <p:cNvPr id="35" name="L 形 34"/>
          <p:cNvSpPr/>
          <p:nvPr>
            <p:custDataLst>
              <p:tags r:id="rId17"/>
            </p:custDataLst>
          </p:nvPr>
        </p:nvSpPr>
        <p:spPr>
          <a:xfrm rot="16200000" flipV="1">
            <a:off x="4660381" y="5449536"/>
            <a:ext cx="194129" cy="194129"/>
          </a:xfrm>
          <a:prstGeom prst="corner">
            <a:avLst>
              <a:gd name="adj1" fmla="val 28116"/>
              <a:gd name="adj2" fmla="val 2732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lt1"/>
              </a:solidFill>
              <a:latin typeface="微软雅黑" panose="020B0503020204020204" charset="-122"/>
              <a:ea typeface="微软雅黑" panose="020B0503020204020204" charset="-122"/>
            </a:endParaRPr>
          </a:p>
        </p:txBody>
      </p:sp>
      <p:sp>
        <p:nvSpPr>
          <p:cNvPr id="36" name="L 形 35"/>
          <p:cNvSpPr/>
          <p:nvPr>
            <p:custDataLst>
              <p:tags r:id="rId18"/>
            </p:custDataLst>
          </p:nvPr>
        </p:nvSpPr>
        <p:spPr>
          <a:xfrm rot="5400000" flipH="1" flipV="1">
            <a:off x="7502810" y="5449536"/>
            <a:ext cx="194129" cy="194129"/>
          </a:xfrm>
          <a:prstGeom prst="corner">
            <a:avLst>
              <a:gd name="adj1" fmla="val 28116"/>
              <a:gd name="adj2" fmla="val 2732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lt1"/>
              </a:solidFill>
              <a:latin typeface="微软雅黑" panose="020B0503020204020204" charset="-122"/>
              <a:ea typeface="微软雅黑" panose="020B0503020204020204" charset="-122"/>
            </a:endParaRPr>
          </a:p>
        </p:txBody>
      </p:sp>
      <p:sp>
        <p:nvSpPr>
          <p:cNvPr id="26" name="矩形 25"/>
          <p:cNvSpPr/>
          <p:nvPr>
            <p:custDataLst>
              <p:tags r:id="rId19"/>
            </p:custDataLst>
          </p:nvPr>
        </p:nvSpPr>
        <p:spPr>
          <a:xfrm>
            <a:off x="7878684" y="2337283"/>
            <a:ext cx="2984550" cy="3278062"/>
          </a:xfrm>
          <a:prstGeom prst="rect">
            <a:avLst/>
          </a:prstGeom>
          <a:solidFill>
            <a:schemeClr val="lt1">
              <a:lumMod val="95000"/>
              <a:alpha val="50000"/>
            </a:schemeClr>
          </a:solidFill>
          <a:ln>
            <a:solidFill>
              <a:schemeClr val="lt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lt1"/>
              </a:solidFill>
              <a:latin typeface="微软雅黑" panose="020B0503020204020204" charset="-122"/>
              <a:ea typeface="微软雅黑" panose="020B0503020204020204" charset="-122"/>
            </a:endParaRPr>
          </a:p>
        </p:txBody>
      </p:sp>
      <p:sp>
        <p:nvSpPr>
          <p:cNvPr id="29" name="文本框 28"/>
          <p:cNvSpPr txBox="1"/>
          <p:nvPr>
            <p:custDataLst>
              <p:tags r:id="rId20"/>
            </p:custDataLst>
          </p:nvPr>
        </p:nvSpPr>
        <p:spPr>
          <a:xfrm>
            <a:off x="8003006" y="2579816"/>
            <a:ext cx="2736423" cy="2930482"/>
          </a:xfrm>
          <a:prstGeom prst="rect">
            <a:avLst/>
          </a:prstGeom>
          <a:noFill/>
        </p:spPr>
        <p:txBody>
          <a:bodyPr wrap="square" rtlCol="0" anchor="t" anchorCtr="0">
            <a:normAutofit/>
          </a:bodyPr>
          <a:p>
            <a:pPr>
              <a:lnSpc>
                <a:spcPct val="130000"/>
              </a:lnSpc>
            </a:pPr>
            <a:r>
              <a:rPr lang="zh-CN" altLang="en-US" sz="1400" spc="150">
                <a:solidFill>
                  <a:schemeClr val="dk1">
                    <a:lumMod val="85000"/>
                    <a:lumOff val="15000"/>
                  </a:schemeClr>
                </a:solidFill>
                <a:uFillTx/>
                <a:latin typeface="微软雅黑" panose="020B0503020204020204" charset="-122"/>
                <a:ea typeface="微软雅黑" panose="020B0503020204020204" charset="-122"/>
                <a:sym typeface="+mn-ea"/>
              </a:rPr>
              <a:t>中午十二点，众人准时回到旅馆集合。午餐依旧是丰盛的北海道特色料理，众人吃得不亦乐乎，一边吃一边分享着上午的经历和收获。学生们纷纷展示着自己买的纪念品和亲手制作的手工艺品，脸上满是兴奋的笑容。</a:t>
            </a:r>
            <a:endParaRPr lang="zh-CN" altLang="en-US" sz="1400" spc="150">
              <a:solidFill>
                <a:schemeClr val="dk1">
                  <a:lumMod val="85000"/>
                  <a:lumOff val="15000"/>
                </a:schemeClr>
              </a:solidFill>
              <a:uFillTx/>
              <a:latin typeface="微软雅黑" panose="020B0503020204020204" charset="-122"/>
              <a:ea typeface="微软雅黑" panose="020B0503020204020204" charset="-122"/>
              <a:sym typeface="+mn-ea"/>
            </a:endParaRPr>
          </a:p>
        </p:txBody>
      </p:sp>
      <p:sp>
        <p:nvSpPr>
          <p:cNvPr id="37" name="圆角矩形 29"/>
          <p:cNvSpPr/>
          <p:nvPr>
            <p:custDataLst>
              <p:tags r:id="rId21"/>
            </p:custDataLst>
          </p:nvPr>
        </p:nvSpPr>
        <p:spPr>
          <a:xfrm>
            <a:off x="8456954" y="2128734"/>
            <a:ext cx="1828011" cy="424304"/>
          </a:xfrm>
          <a:prstGeom prst="roundRect">
            <a:avLst>
              <a:gd name="adj" fmla="val 50000"/>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60000"/>
          </a:bodyPr>
          <a:p>
            <a:pPr algn="ctr"/>
            <a:r>
              <a:rPr lang="en-US" altLang="zh-CN" sz="2000" b="1">
                <a:solidFill>
                  <a:schemeClr val="lt1"/>
                </a:solidFill>
                <a:latin typeface="微软雅黑" panose="020B0503020204020204" charset="-122"/>
                <a:ea typeface="微软雅黑" panose="020B0503020204020204" charset="-122"/>
              </a:rPr>
              <a:t>03</a:t>
            </a:r>
            <a:endParaRPr lang="en-US" altLang="zh-CN" sz="2000" b="1">
              <a:solidFill>
                <a:schemeClr val="lt1"/>
              </a:solidFill>
              <a:latin typeface="微软雅黑" panose="020B0503020204020204" charset="-122"/>
              <a:ea typeface="微软雅黑" panose="020B0503020204020204" charset="-122"/>
            </a:endParaRPr>
          </a:p>
        </p:txBody>
      </p:sp>
      <p:sp>
        <p:nvSpPr>
          <p:cNvPr id="39" name="L 形 38"/>
          <p:cNvSpPr/>
          <p:nvPr>
            <p:custDataLst>
              <p:tags r:id="rId22"/>
            </p:custDataLst>
          </p:nvPr>
        </p:nvSpPr>
        <p:spPr>
          <a:xfrm rot="5400000">
            <a:off x="7852938" y="2311536"/>
            <a:ext cx="194129" cy="194129"/>
          </a:xfrm>
          <a:prstGeom prst="corner">
            <a:avLst>
              <a:gd name="adj1" fmla="val 28116"/>
              <a:gd name="adj2" fmla="val 27320"/>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lt1"/>
              </a:solidFill>
              <a:latin typeface="微软雅黑" panose="020B0503020204020204" charset="-122"/>
              <a:ea typeface="微软雅黑" panose="020B0503020204020204" charset="-122"/>
            </a:endParaRPr>
          </a:p>
        </p:txBody>
      </p:sp>
      <p:sp>
        <p:nvSpPr>
          <p:cNvPr id="40" name="L 形 39"/>
          <p:cNvSpPr/>
          <p:nvPr>
            <p:custDataLst>
              <p:tags r:id="rId23"/>
            </p:custDataLst>
          </p:nvPr>
        </p:nvSpPr>
        <p:spPr>
          <a:xfrm rot="16200000" flipH="1">
            <a:off x="10695367" y="2311536"/>
            <a:ext cx="194129" cy="194129"/>
          </a:xfrm>
          <a:prstGeom prst="corner">
            <a:avLst>
              <a:gd name="adj1" fmla="val 28116"/>
              <a:gd name="adj2" fmla="val 27320"/>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lt1"/>
              </a:solidFill>
              <a:latin typeface="微软雅黑" panose="020B0503020204020204" charset="-122"/>
              <a:ea typeface="微软雅黑" panose="020B0503020204020204" charset="-122"/>
            </a:endParaRPr>
          </a:p>
        </p:txBody>
      </p:sp>
      <p:sp>
        <p:nvSpPr>
          <p:cNvPr id="42" name="L 形 41"/>
          <p:cNvSpPr/>
          <p:nvPr>
            <p:custDataLst>
              <p:tags r:id="rId24"/>
            </p:custDataLst>
          </p:nvPr>
        </p:nvSpPr>
        <p:spPr>
          <a:xfrm rot="16200000" flipV="1">
            <a:off x="7852938" y="5449536"/>
            <a:ext cx="194129" cy="194129"/>
          </a:xfrm>
          <a:prstGeom prst="corner">
            <a:avLst>
              <a:gd name="adj1" fmla="val 28116"/>
              <a:gd name="adj2" fmla="val 27320"/>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lt1"/>
              </a:solidFill>
              <a:latin typeface="微软雅黑" panose="020B0503020204020204" charset="-122"/>
              <a:ea typeface="微软雅黑" panose="020B0503020204020204" charset="-122"/>
            </a:endParaRPr>
          </a:p>
        </p:txBody>
      </p:sp>
      <p:sp>
        <p:nvSpPr>
          <p:cNvPr id="43" name="L 形 42"/>
          <p:cNvSpPr/>
          <p:nvPr>
            <p:custDataLst>
              <p:tags r:id="rId25"/>
            </p:custDataLst>
          </p:nvPr>
        </p:nvSpPr>
        <p:spPr>
          <a:xfrm rot="5400000" flipH="1" flipV="1">
            <a:off x="10695367" y="5449536"/>
            <a:ext cx="194129" cy="194129"/>
          </a:xfrm>
          <a:prstGeom prst="corner">
            <a:avLst>
              <a:gd name="adj1" fmla="val 28116"/>
              <a:gd name="adj2" fmla="val 27320"/>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lt1"/>
              </a:solidFill>
              <a:latin typeface="微软雅黑" panose="020B0503020204020204" charset="-122"/>
              <a:ea typeface="微软雅黑" panose="020B0503020204020204" charset="-122"/>
            </a:endParaRPr>
          </a:p>
        </p:txBody>
      </p:sp>
    </p:spTree>
    <p:custDataLst>
      <p:tags r:id="rId26"/>
    </p:custDataLst>
  </p:cSld>
  <p:clrMapOvr>
    <a:masterClrMapping/>
  </p:clrMapOvr>
  <p:transition spd="med"/>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3" name="直接连接符 2"/>
          <p:cNvCxnSpPr/>
          <p:nvPr>
            <p:custDataLst>
              <p:tags r:id="rId3"/>
            </p:custDataLst>
          </p:nvPr>
        </p:nvCxnSpPr>
        <p:spPr>
          <a:xfrm>
            <a:off x="457204" y="914407"/>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9"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sym typeface="微软雅黑" panose="020B0503020204020204" charset="-122"/>
              </a:rPr>
              <a:t>雪国余韵，归程惜别</a:t>
            </a:r>
            <a:endParaRPr lang="zh-CN" dirty="0" err="1">
              <a:solidFill>
                <a:schemeClr val="dk1"/>
              </a:solidFill>
              <a:sym typeface="微软雅黑" panose="020B0503020204020204" charset="-122"/>
            </a:endParaRPr>
          </a:p>
        </p:txBody>
      </p:sp>
      <p:sp>
        <p:nvSpPr>
          <p:cNvPr id="11" name="Title 6"/>
          <p:cNvSpPr txBox="1"/>
          <p:nvPr>
            <p:custDataLst>
              <p:tags r:id="rId5"/>
            </p:custDataLst>
          </p:nvPr>
        </p:nvSpPr>
        <p:spPr>
          <a:xfrm>
            <a:off x="457155" y="1771634"/>
            <a:ext cx="11277678" cy="4229126"/>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下午，众人开始整理行李。四眼和牢大将这次旅行的照片打印出来，小心翼翼地放进相册里，还在每张照片旁边写下了简短的文字说明。他们还将那条粉色碎花裙和亲手制作的狐狸式神挂件小心翼翼地放进背包里，这些都是他们最珍贵的回忆。
老师们也在整理行李，潘春将学生们的研学报告收集起来，认真地翻阅着，时不时在上面写下评语。张燕则将药箱里的药品整理好，准备带回去，还特意给四眼和牢大各装了几包感冒药和创可贴。
晚上的研学分享会在旅馆的和式餐厅举行，众人围坐在榻榻米上，气氛温馨而热烈。学生们纷纷发言，分享着这次北海道研学的收获和感悟。有的学生分享了自己对日本文化的理解，有的学生讲述了自己在雪祭上的所见所闻，还有的学生表达了对老师们的感谢......分享会结束后，众人各自回房休息。这是他们在北海道的最后一个夜晚，每个人的心里都充满了留恋。四眼和牢大坐在窗边，看着窗外的雪景，手里紧紧握着彼此的手。“明天就要回去了。”牢大轻声说，语气里满是不舍。</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Tree>
    <p:custDataLst>
      <p:tags r:id="rId6"/>
    </p:custDataLst>
  </p:cSld>
  <p:clrMapOvr>
    <a:masterClrMapping/>
  </p:clrMapOvr>
  <p:transition spd="med"/>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3" name="直接连接符 2"/>
          <p:cNvCxnSpPr/>
          <p:nvPr>
            <p:custDataLst>
              <p:tags r:id="rId3"/>
            </p:custDataLst>
          </p:nvPr>
        </p:nvCxnSpPr>
        <p:spPr>
          <a:xfrm>
            <a:off x="457204" y="914407"/>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9"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sym typeface="微软雅黑" panose="020B0503020204020204" charset="-122"/>
              </a:rPr>
              <a:t>雪国余韵，归程惜别</a:t>
            </a:r>
            <a:endParaRPr lang="zh-CN" dirty="0" err="1">
              <a:solidFill>
                <a:schemeClr val="dk1"/>
              </a:solidFill>
              <a:sym typeface="微软雅黑" panose="020B0503020204020204" charset="-122"/>
            </a:endParaRPr>
          </a:p>
        </p:txBody>
      </p:sp>
      <p:sp>
        <p:nvSpPr>
          <p:cNvPr id="11" name="Title 6"/>
          <p:cNvSpPr txBox="1"/>
          <p:nvPr>
            <p:custDataLst>
              <p:tags r:id="rId5"/>
            </p:custDataLst>
          </p:nvPr>
        </p:nvSpPr>
        <p:spPr>
          <a:xfrm>
            <a:off x="2436630" y="1837436"/>
            <a:ext cx="7318740" cy="4097528"/>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是啊。”四眼点点头，“但我们的回忆会永远留在这儿。以后我们还会再来的，一定会。”月光透过窗户洒进房间，照亮了两人的脸庞，也照亮了他们心中的希望。在这个雪夜，他们默默许下心愿，希望未来能永远在一起，坚守着彼此的情谊，像雪之神社的式神一样，守护着心中的那份纯粹与美好。
第二天一早，众人收拾好行李，依依不舍地离开了温泉旅馆。大巴车行驶在札幌的街道上，窗外的雪景渐渐远去，学生们纷纷拿出手机，记录下这最后的美好瞬间。四眼和牢大靠在一起，手里紧紧握着彼此的手，眼神里满是坚定。他们知道，这次北海道之旅虽然结束了，但</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Tree>
    <p:custDataLst>
      <p:tags r:id="rId6"/>
    </p:custDataLst>
  </p:cSld>
  <p:clrMapOvr>
    <a:masterClrMapping/>
  </p:clrMapOvr>
  <p:transition spd="med"/>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3" name="直接连接符 2"/>
          <p:cNvCxnSpPr/>
          <p:nvPr>
            <p:custDataLst>
              <p:tags r:id="rId3"/>
            </p:custDataLst>
          </p:nvPr>
        </p:nvCxnSpPr>
        <p:spPr>
          <a:xfrm>
            <a:off x="457204" y="914407"/>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9"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sym typeface="微软雅黑" panose="020B0503020204020204" charset="-122"/>
              </a:rPr>
              <a:t>雪国余韵，归程惜别</a:t>
            </a:r>
            <a:endParaRPr lang="zh-CN" dirty="0" err="1">
              <a:solidFill>
                <a:schemeClr val="dk1"/>
              </a:solidFill>
              <a:sym typeface="微软雅黑" panose="020B0503020204020204" charset="-122"/>
            </a:endParaRPr>
          </a:p>
        </p:txBody>
      </p:sp>
      <p:sp>
        <p:nvSpPr>
          <p:cNvPr id="2" name="矩形 1"/>
          <p:cNvSpPr/>
          <p:nvPr>
            <p:custDataLst>
              <p:tags r:id="rId5"/>
            </p:custDataLst>
          </p:nvPr>
        </p:nvSpPr>
        <p:spPr>
          <a:xfrm>
            <a:off x="1626212" y="1496376"/>
            <a:ext cx="8915978" cy="4779137"/>
          </a:xfrm>
          <a:prstGeom prst="rect">
            <a:avLst/>
          </a:pr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solidFill>
                <a:schemeClr val="lt1"/>
              </a:solidFill>
              <a:latin typeface="微软雅黑" panose="020B0503020204020204" charset="-122"/>
              <a:ea typeface="微软雅黑" panose="020B0503020204020204" charset="-122"/>
              <a:cs typeface="+mn-ea"/>
              <a:sym typeface="+mn-lt"/>
            </a:endParaRPr>
          </a:p>
        </p:txBody>
      </p:sp>
      <p:cxnSp>
        <p:nvCxnSpPr>
          <p:cNvPr id="10" name="直接连接符 9"/>
          <p:cNvCxnSpPr/>
          <p:nvPr>
            <p:custDataLst>
              <p:tags r:id="rId6"/>
            </p:custDataLst>
          </p:nvPr>
        </p:nvCxnSpPr>
        <p:spPr>
          <a:xfrm>
            <a:off x="1772264" y="1218995"/>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custDataLst>
              <p:tags r:id="rId7"/>
            </p:custDataLst>
          </p:nvPr>
        </p:nvCxnSpPr>
        <p:spPr>
          <a:xfrm>
            <a:off x="1626210" y="1287787"/>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custDataLst>
              <p:tags r:id="rId8"/>
            </p:custDataLst>
          </p:nvPr>
        </p:nvCxnSpPr>
        <p:spPr>
          <a:xfrm>
            <a:off x="10166179" y="6085167"/>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custDataLst>
              <p:tags r:id="rId9"/>
            </p:custDataLst>
          </p:nvPr>
        </p:nvCxnSpPr>
        <p:spPr>
          <a:xfrm>
            <a:off x="10020125" y="6153960"/>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itle 6"/>
          <p:cNvSpPr txBox="1"/>
          <p:nvPr>
            <p:custDataLst>
              <p:tags r:id="rId10"/>
            </p:custDataLst>
          </p:nvPr>
        </p:nvSpPr>
        <p:spPr>
          <a:xfrm>
            <a:off x="2046603" y="1977452"/>
            <a:ext cx="8075195" cy="3816983"/>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他们的情谊会永远延续下去，无论未来遇到什么困难，他们都会彼此守护，不离不弃。
飞机缓缓起飞，离开北海道的天空。四眼和牢大望着窗外渐渐变小的札幌，心里充满了留恋。他们知道，这不是结束，而是新的开始。在未来的日子里，他们会带着这次旅行的收获和感悟，勇敢地面对生活中的一切，坚守着彼此的情谊，像雪国的式神一样，永远守护着心中的那份纯粹与美好。</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Tree>
    <p:custDataLst>
      <p:tags r:id="rId11"/>
    </p:custDataLst>
  </p:cSld>
  <p:clrMapOvr>
    <a:masterClrMapping/>
  </p:clrMapOvr>
  <p:transition spd="med"/>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custDataLst>
              <p:tags r:id="rId1"/>
            </p:custDataLst>
          </p:nvPr>
        </p:nvSpPr>
        <p:spPr/>
        <p:txBody>
          <a:bodyPr>
            <a:normAutofit/>
          </a:bodyPr>
          <a:lstStyle/>
          <a:p>
            <a:r>
              <a:rPr lang="en-US" altLang="zh-CN" sz="9555">
                <a:solidFill>
                  <a:schemeClr val="accent1"/>
                </a:solidFill>
              </a:rPr>
              <a:t>谢谢</a:t>
            </a:r>
            <a:endParaRPr lang="en-US" altLang="zh-CN" sz="9555">
              <a:solidFill>
                <a:schemeClr val="accent1"/>
              </a:solidFill>
            </a:endParaRPr>
          </a:p>
        </p:txBody>
      </p:sp>
    </p:spTree>
    <p:custDataLst>
      <p:tags r:id="rId2"/>
    </p:custDataLst>
  </p:cSld>
  <p:clrMapOvr>
    <a:masterClrMapping/>
  </p:clrMapOvr>
</p:sld>
</file>

<file path=ppt/tags/tag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y*7"/>
  <p:tag name="KSO_WM_UNIT_LAYERLEVEL" val="1"/>
  <p:tag name="KSO_WM_TAG_VERSION" val="1.0"/>
  <p:tag name="KSO_WM_BEAUTIFY_FLAG" val="#wm#"/>
  <p:tag name="KSO_WM_UNIT_TYPE" val="y"/>
  <p:tag name="KSO_WM_UNIT_INDEX" val="7"/>
</p:tagLst>
</file>

<file path=ppt/tags/tag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y*1"/>
  <p:tag name="KSO_WM_UNIT_LAYERLEVEL" val="1"/>
  <p:tag name="KSO_WM_TAG_VERSION" val="1.0"/>
  <p:tag name="KSO_WM_BEAUTIFY_FLAG" val="#wm#"/>
  <p:tag name="KSO_WM_UNIT_TYPE" val="y"/>
  <p:tag name="KSO_WM_UNIT_INDEX" val="1"/>
</p:tagLst>
</file>

<file path=ppt/tags/tag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y*2"/>
  <p:tag name="KSO_WM_UNIT_LAYERLEVEL" val="1"/>
  <p:tag name="KSO_WM_TAG_VERSION" val="1.0"/>
  <p:tag name="KSO_WM_BEAUTIFY_FLAG" val="#wm#"/>
  <p:tag name="KSO_WM_UNIT_TYPE" val="y"/>
  <p:tag name="KSO_WM_UNIT_INDEX" val="2"/>
</p:tagLst>
</file>

<file path=ppt/tags/tag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y*3"/>
  <p:tag name="KSO_WM_UNIT_LAYERLEVEL" val="1"/>
  <p:tag name="KSO_WM_TAG_VERSION" val="1.0"/>
  <p:tag name="KSO_WM_BEAUTIFY_FLAG" val="#wm#"/>
  <p:tag name="KSO_WM_UNIT_TYPE" val="y"/>
  <p:tag name="KSO_WM_UNIT_INDEX" val="3"/>
</p:tagLst>
</file>

<file path=ppt/tags/tag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y*4"/>
  <p:tag name="KSO_WM_UNIT_LAYERLEVEL" val="1"/>
  <p:tag name="KSO_WM_TAG_VERSION" val="1.0"/>
  <p:tag name="KSO_WM_BEAUTIFY_FLAG" val="#wm#"/>
  <p:tag name="KSO_WM_UNIT_TYPE" val="y"/>
  <p:tag name="KSO_WM_UNIT_INDEX" val="4"/>
</p:tagLst>
</file>

<file path=ppt/tags/tag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y*5"/>
  <p:tag name="KSO_WM_UNIT_LAYERLEVEL" val="1"/>
  <p:tag name="KSO_WM_TAG_VERSION" val="1.0"/>
  <p:tag name="KSO_WM_BEAUTIFY_FLAG" val="#wm#"/>
  <p:tag name="KSO_WM_UNIT_TYPE" val="y"/>
  <p:tag name="KSO_WM_UNIT_INDEX" val="5"/>
</p:tagLst>
</file>

<file path=ppt/tags/tag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y*6"/>
  <p:tag name="KSO_WM_UNIT_LAYERLEVEL" val="1"/>
  <p:tag name="KSO_WM_TAG_VERSION" val="1.0"/>
  <p:tag name="KSO_WM_BEAUTIFY_FLAG" val="#wm#"/>
  <p:tag name="KSO_WM_UNIT_TYPE" val="y"/>
  <p:tag name="KSO_WM_UNIT_INDEX" val="6"/>
</p:tagLst>
</file>

<file path=ppt/tags/tag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3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3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4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4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4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4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4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4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4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5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5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5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5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5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5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5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5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6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6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6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6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6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6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6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6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6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6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Lst>
</file>

<file path=ppt/tags/tag7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Lst>
</file>

<file path=ppt/tags/tag7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Lst>
</file>

<file path=ppt/tags/tag7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Lst>
</file>

<file path=ppt/tags/tag7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Lst>
</file>

<file path=ppt/tags/tag7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Lst>
</file>

<file path=ppt/tags/tag7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 name="KSO_WM_SLIDE_BACKGROUND_TYPE" val="frame"/>
  <p:tag name="KSO_WM_SLIDE_BK_DARK_LIGHT" val="2"/>
  <p:tag name="KSO_WM_UNIT_BK_DARK_LIGHT" val="2"/>
</p:tagLst>
</file>

<file path=ppt/tags/tag7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_13*i*1"/>
  <p:tag name="KSO_WM_UNIT_LAYERLEVEL" val="1"/>
  <p:tag name="KSO_WM_TAG_VERSION" val="1.0"/>
  <p:tag name="KSO_WM_BEAUTIFY_FLAG" val="#wm#"/>
  <p:tag name="KSO_WM_UNIT_SUBTYPE" val="h"/>
  <p:tag name="KSO_WM_SLIDE_BACKGROUND_TYPE" val="frame"/>
  <p:tag name="KSO_WM_SLIDE_BK_DARK_LIGHT" val="2"/>
  <p:tag name="KSO_WM_UNIT_BK_DARK_LIGHT" val="2"/>
</p:tagLst>
</file>

<file path=ppt/tags/tag7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 name="KSO_WM_SLIDE_BACKGROUND_TYPE" val="frame"/>
  <p:tag name="KSO_WM_SLIDE_BK_DARK_LIGHT" val="2"/>
</p:tagLst>
</file>

<file path=ppt/tags/tag7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 name="KSO_WM_SLIDE_BACKGROUND_TYPE" val="frame"/>
  <p:tag name="KSO_WM_SLIDE_BK_DARK_LIGHT" val="2"/>
</p:tagLst>
</file>

<file path=ppt/tags/tag7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 name="KSO_WM_SLIDE_BACKGROUND_TYPE" val="frame"/>
  <p:tag name="KSO_WM_SLIDE_BK_DARK_LIGHT" val="2"/>
</p:tagLst>
</file>

<file path=ppt/tags/tag8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 name="KSO_WM_SLIDE_BACKGROUND_TYPE" val="frame"/>
  <p:tag name="KSO_WM_SLIDE_BK_DARK_LIGHT" val="2"/>
</p:tagLst>
</file>

<file path=ppt/tags/tag8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 name="KSO_WM_SLIDE_BACKGROUND_TYPE" val="frame"/>
  <p:tag name="KSO_WM_SLIDE_BK_DARK_LIGHT" val="2"/>
</p:tagLst>
</file>

<file path=ppt/tags/tag8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4*i*1"/>
  <p:tag name="KSO_WM_UNIT_LAYERLEVEL" val="1"/>
  <p:tag name="KSO_WM_TAG_VERSION" val="1.0"/>
  <p:tag name="KSO_WM_BEAUTIFY_FLAG" val="#wm#"/>
  <p:tag name="KSO_WM_UNIT_TYPE" val="i"/>
  <p:tag name="KSO_WM_UNIT_INDEX" val="1"/>
  <p:tag name="KSO_WM_UNIT_SUBTYPE" val="h"/>
  <p:tag name="KSO_WM_SLIDE_BACKGROUND_TYPE" val="leftRight"/>
  <p:tag name="KSO_WM_SLIDE_BK_DARK_LIGHT" val="2"/>
  <p:tag name="KSO_WM_UNIT_BK_DARK_LIGHT" val="2"/>
</p:tagLst>
</file>

<file path=ppt/tags/tag83.xml><?xml version="1.0" encoding="utf-8"?>
<p:tagLst xmlns:p="http://schemas.openxmlformats.org/presentationml/2006/main">
  <p:tag name="KSO_WM_SLIDE_BACKGROUND_TYPE" val="leftRight"/>
  <p:tag name="KSO_WM_SLIDE_BK_DARK_LIGHT" val="2"/>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Lst>
</file>

<file path=ppt/tags/tag84.xml><?xml version="1.0" encoding="utf-8"?>
<p:tagLst xmlns:p="http://schemas.openxmlformats.org/presentationml/2006/main">
  <p:tag name="KSO_WM_SLIDE_BACKGROUND_TYPE" val="leftRight"/>
  <p:tag name="KSO_WM_SLIDE_BK_DARK_LIGHT" val="2"/>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Lst>
</file>

<file path=ppt/tags/tag8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ACKGROUND_TYPE" val="leftRight"/>
  <p:tag name="KSO_WM_SLIDE_BK_DARK_LIGHT" val="2"/>
</p:tagLst>
</file>

<file path=ppt/tags/tag8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ACKGROUND_TYPE" val="leftRight"/>
  <p:tag name="KSO_WM_SLIDE_BK_DARK_LIGHT" val="2"/>
</p:tagLst>
</file>

<file path=ppt/tags/tag8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ACKGROUND_TYPE" val="leftRight"/>
  <p:tag name="KSO_WM_SLIDE_BK_DARK_LIGHT" val="2"/>
</p:tagLst>
</file>

<file path=ppt/tags/tag8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ACKGROUND_TYPE" val="leftRight"/>
  <p:tag name="KSO_WM_SLIDE_BK_DARK_LIGHT" val="2"/>
</p:tagLst>
</file>

<file path=ppt/tags/tag8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ACKGROUND_TYPE" val="leftRight"/>
  <p:tag name="KSO_WM_SLIDE_BK_DARK_LIGHT" val="2"/>
</p:tagLst>
</file>

<file path=ppt/tags/tag9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ACKGROUND_TYPE" val="leftRight"/>
  <p:tag name="KSO_WM_SLIDE_BK_DARK_LIGHT" val="2"/>
</p:tagLst>
</file>

<file path=ppt/tags/tag9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5*i*1"/>
  <p:tag name="KSO_WM_UNIT_LAYERLEVEL" val="1"/>
  <p:tag name="KSO_WM_TAG_VERSION" val="1.0"/>
  <p:tag name="KSO_WM_BEAUTIFY_FLAG" val="#wm#"/>
  <p:tag name="KSO_WM_UNIT_TYPE" val="i"/>
  <p:tag name="KSO_WM_UNIT_INDEX" val="1"/>
  <p:tag name="KSO_WM_UNIT_SUBTYPE" val="h"/>
  <p:tag name="KSO_WM_SLIDE_BACKGROUND_TYPE" val="topBottom"/>
  <p:tag name="KSO_WM_SLIDE_BK_DARK_LIGHT" val="2"/>
  <p:tag name="KSO_WM_UNIT_BK_DARK_LIGHT" val="2"/>
</p:tagLst>
</file>

<file path=ppt/tags/tag92.xml><?xml version="1.0" encoding="utf-8"?>
<p:tagLst xmlns:p="http://schemas.openxmlformats.org/presentationml/2006/main">
  <p:tag name="KSO_WM_SLIDE_BACKGROUND_TYPE" val="topBottom"/>
  <p:tag name="KSO_WM_SLIDE_BK_DARK_LIGHT" val="2"/>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Lst>
</file>

<file path=ppt/tags/tag93.xml><?xml version="1.0" encoding="utf-8"?>
<p:tagLst xmlns:p="http://schemas.openxmlformats.org/presentationml/2006/main">
  <p:tag name="KSO_WM_SLIDE_BACKGROUND_TYPE" val="topBottom"/>
  <p:tag name="KSO_WM_SLIDE_BK_DARK_LIGHT" val="2"/>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Lst>
</file>

<file path=ppt/tags/tag9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 name="KSO_WM_SLIDE_BK_DARK_LIGHT" val="2"/>
</p:tagLst>
</file>

<file path=ppt/tags/tag9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 name="KSO_WM_SLIDE_BK_DARK_LIGHT" val="2"/>
</p:tagLst>
</file>

<file path=ppt/tags/tag9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 name="KSO_WM_SLIDE_BK_DARK_LIGHT" val="2"/>
</p:tagLst>
</file>

<file path=ppt/tags/tag9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 name="KSO_WM_SLIDE_BK_DARK_LIGHT" val="2"/>
</p:tagLst>
</file>

<file path=ppt/tags/tag9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 name="KSO_WM_SLIDE_BK_DARK_LIGHT" val="2"/>
</p:tagLst>
</file>

<file path=ppt/tags/tag9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 name="KSO_WM_SLIDE_BK_DARK_LIGHT" val="2"/>
</p:tagLst>
</file>

<file path=ppt/tags/tag10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6*i*1"/>
  <p:tag name="KSO_WM_UNIT_LAYERLEVEL" val="1"/>
  <p:tag name="KSO_WM_TAG_VERSION" val="1.0"/>
  <p:tag name="KSO_WM_BEAUTIFY_FLAG" val="#wm#"/>
  <p:tag name="KSO_WM_UNIT_TYPE" val="i"/>
  <p:tag name="KSO_WM_UNIT_INDEX" val="1"/>
  <p:tag name="KSO_WM_UNIT_SUBTYPE" val="h"/>
  <p:tag name="KSO_WM_SLIDE_BACKGROUND_TYPE" val="bottomTop"/>
  <p:tag name="KSO_WM_SLIDE_BK_DARK_LIGHT" val="2"/>
  <p:tag name="KSO_WM_UNIT_BK_DARK_LIGHT" val="2"/>
</p:tagLst>
</file>

<file path=ppt/tags/tag101.xml><?xml version="1.0" encoding="utf-8"?>
<p:tagLst xmlns:p="http://schemas.openxmlformats.org/presentationml/2006/main">
  <p:tag name="KSO_WM_SLIDE_BACKGROUND_TYPE" val="bottomTop"/>
  <p:tag name="KSO_WM_SLIDE_BK_DARK_LIGHT" val="2"/>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Lst>
</file>

<file path=ppt/tags/tag10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SLIDE_BACKGROUND_TYPE" val="bottomTop"/>
  <p:tag name="KSO_WM_SLIDE_BK_DARK_LIGHT" val="2"/>
</p:tagLst>
</file>

<file path=ppt/tags/tag10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SLIDE_BACKGROUND_TYPE" val="bottomTop"/>
  <p:tag name="KSO_WM_SLIDE_BK_DARK_LIGHT" val="2"/>
</p:tagLst>
</file>

<file path=ppt/tags/tag10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SLIDE_BACKGROUND_TYPE" val="bottomTop"/>
  <p:tag name="KSO_WM_SLIDE_BK_DARK_LIGHT" val="2"/>
</p:tagLst>
</file>

<file path=ppt/tags/tag10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SLIDE_BACKGROUND_TYPE" val="bottomTop"/>
  <p:tag name="KSO_WM_SLIDE_BK_DARK_LIGHT" val="2"/>
</p:tagLst>
</file>

<file path=ppt/tags/tag10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SLIDE_BACKGROUND_TYPE" val="bottomTop"/>
  <p:tag name="KSO_WM_SLIDE_BK_DARK_LIGHT" val="2"/>
</p:tagLst>
</file>

<file path=ppt/tags/tag10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SLIDE_BACKGROUND_TYPE" val="bottomTop"/>
  <p:tag name="KSO_WM_SLIDE_BK_DARK_LIGHT" val="2"/>
</p:tagLst>
</file>

<file path=ppt/tags/tag10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7*i*1"/>
  <p:tag name="KSO_WM_UNIT_LAYERLEVEL" val="1"/>
  <p:tag name="KSO_WM_TAG_VERSION" val="1.0"/>
  <p:tag name="KSO_WM_BEAUTIFY_FLAG" val="#wm#"/>
  <p:tag name="KSO_WM_UNIT_TYPE" val="i"/>
  <p:tag name="KSO_WM_UNIT_INDEX" val="1"/>
  <p:tag name="KSO_WM_UNIT_SUBTYPE" val="h"/>
  <p:tag name="KSO_WM_SLIDE_BACKGROUND_TYPE" val="navigation"/>
  <p:tag name="KSO_WM_SLIDE_BK_DARK_LIGHT" val="2"/>
  <p:tag name="KSO_WM_UNIT_BK_DARK_LIGHT" val="2"/>
</p:tagLst>
</file>

<file path=ppt/tags/tag10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1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1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1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1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1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1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1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1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8*i*1"/>
  <p:tag name="KSO_WM_UNIT_LAYERLEVEL" val="1"/>
  <p:tag name="KSO_WM_TAG_VERSION" val="1.0"/>
  <p:tag name="KSO_WM_BEAUTIFY_FLAG" val="#wm#"/>
  <p:tag name="KSO_WM_UNIT_TYPE" val="i"/>
  <p:tag name="KSO_WM_UNIT_INDEX" val="1"/>
  <p:tag name="KSO_WM_UNIT_SUBTYPE" val="h"/>
  <p:tag name="KSO_WM_SLIDE_BACKGROUND_TYPE" val="belt"/>
  <p:tag name="KSO_WM_SLIDE_BK_DARK_LIGHT" val="2"/>
  <p:tag name="KSO_WM_UNIT_BK_DARK_LIGHT" val="2"/>
</p:tagLst>
</file>

<file path=ppt/tags/tag1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 name="KSO_WM_SLIDE_BACKGROUND_TYPE" val="belt"/>
  <p:tag name="KSO_WM_SLIDE_BK_DARK_LIGHT" val="2"/>
</p:tagLst>
</file>

<file path=ppt/tags/tag1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 name="KSO_WM_SLIDE_BACKGROUND_TYPE" val="belt"/>
  <p:tag name="KSO_WM_SLIDE_BK_DARK_LIGHT" val="2"/>
</p:tagLst>
</file>

<file path=ppt/tags/tag1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 name="KSO_WM_SLIDE_BACKGROUND_TYPE" val="belt"/>
  <p:tag name="KSO_WM_SLIDE_BK_DARK_LIGHT" val="2"/>
</p:tagLst>
</file>

<file path=ppt/tags/tag1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 name="KSO_WM_SLIDE_BACKGROUND_TYPE" val="belt"/>
  <p:tag name="KSO_WM_SLIDE_BK_DARK_LIGHT" val="2"/>
</p:tagLst>
</file>

<file path=ppt/tags/tag1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 name="KSO_WM_SLIDE_BACKGROUND_TYPE" val="belt"/>
  <p:tag name="KSO_WM_SLIDE_BK_DARK_LIGHT" val="2"/>
</p:tagLst>
</file>

<file path=ppt/tags/tag1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6915"/>
</p:tagLst>
</file>

<file path=ppt/tags/tag1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6915"/>
</p:tagLst>
</file>

<file path=ppt/tags/tag1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1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1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128.xml><?xml version="1.0" encoding="utf-8"?>
<p:tagLst xmlns:p="http://schemas.openxmlformats.org/presentationml/2006/main">
  <p:tag name="KSO_WM_TEMPLATE_SUBCATEGORY" val="0"/>
  <p:tag name="KSO_WM_TEMPLATE_MASTER_TYPE" val="1"/>
  <p:tag name="KSO_WM_TEMPLATE_COLOR_TYPE" val="1"/>
  <p:tag name="KSO_WM_TAG_VERSION" val="1.0"/>
  <p:tag name="KSO_WM_BEAUTIFY_FLAG" val="#wm#"/>
  <p:tag name="KSO_WM_TEMPLATE_CATEGORY" val="custom"/>
  <p:tag name="KSO_WM_TEMPLATE_INDEX" val="20206915"/>
  <p:tag name="KSO_WM_TEMPLATE_MASTER_THUMB_INDEX" val="12"/>
  <p:tag name="KSO_WM_TEMPLATE_THUMBS_INDEX" val="1、4、7、8、10、11、12、13、15"/>
</p:tagLst>
</file>

<file path=ppt/tags/tag129.xml><?xml version="1.0" encoding="utf-8"?>
<p:tagLst xmlns:p="http://schemas.openxmlformats.org/presentationml/2006/main">
  <p:tag name="KSO_WM_UNIT_ISCONTENTSTITLE" val="0"/>
  <p:tag name="KSO_WM_UNIT_ISNUMDGMTITLE" val="0"/>
  <p:tag name="KSO_WM_UNIT_NOCLEAR" val="0"/>
  <p:tag name="KSO_WM_UNIT_VALUE" val="11"/>
  <p:tag name="KSO_WM_UNIT_HIGHLIGHT" val="0"/>
  <p:tag name="KSO_WM_UNIT_COMPATIBLE" val="0"/>
  <p:tag name="KSO_WM_UNIT_DIAGRAM_ISNUMVISUAL" val="0"/>
  <p:tag name="KSO_WM_UNIT_DIAGRAM_ISREFERUNIT" val="0"/>
  <p:tag name="KSO_WM_UNIT_TYPE" val="a"/>
  <p:tag name="KSO_WM_UNIT_INDEX" val="1"/>
  <p:tag name="KSO_WM_UNIT_ID" val="custom20206915_1*a*1"/>
  <p:tag name="KSO_WM_TEMPLATE_CATEGORY" val="custom"/>
  <p:tag name="KSO_WM_TEMPLATE_INDEX" val="20206915"/>
  <p:tag name="KSO_WM_UNIT_LAYERLEVEL" val="1"/>
  <p:tag name="KSO_WM_TAG_VERSION" val="1.0"/>
  <p:tag name="KSO_WM_BEAUTIFY_FLAG" val="#wm#"/>
  <p:tag name="KSO_WM_UNIT_PRESET_TEXT" val="空白演示经典风格"/>
  <p:tag name="KSO_WM_UNIT_TEXT_FILL_FORE_SCHEMECOLOR_INDEX_BRIGHTNESS" val="0"/>
  <p:tag name="KSO_WM_UNIT_TEXT_FILL_FORE_SCHEMECOLOR_INDEX" val="5"/>
  <p:tag name="KSO_WM_UNIT_TEXT_FILL_TYPE" val="1"/>
</p:tagLst>
</file>

<file path=ppt/tags/tag130.xml><?xml version="1.0" encoding="utf-8"?>
<p:tagLst xmlns:p="http://schemas.openxmlformats.org/presentationml/2006/main">
  <p:tag name="KSO_WM_UNIT_NOCLEAR" val="0"/>
  <p:tag name="KSO_WM_UNIT_VALUE" val="10"/>
  <p:tag name="KSO_WM_UNIT_HIGHLIGHT" val="0"/>
  <p:tag name="KSO_WM_UNIT_COMPATIBLE" val="0"/>
  <p:tag name="KSO_WM_UNIT_DIAGRAM_ISNUMVISUAL" val="0"/>
  <p:tag name="KSO_WM_UNIT_DIAGRAM_ISREFERUNIT" val="0"/>
  <p:tag name="KSO_WM_UNIT_TYPE" val="f"/>
  <p:tag name="KSO_WM_UNIT_INDEX" val="1"/>
  <p:tag name="KSO_WM_UNIT_ID" val="custom20206915_1*f*1"/>
  <p:tag name="KSO_WM_TEMPLATE_CATEGORY" val="custom"/>
  <p:tag name="KSO_WM_TEMPLATE_INDEX" val="20206915"/>
  <p:tag name="KSO_WM_UNIT_LAYERLEVEL" val="1"/>
  <p:tag name="KSO_WM_TAG_VERSION" val="1.0"/>
  <p:tag name="KSO_WM_BEAUTIFY_FLAG" val="#wm#"/>
  <p:tag name="KSO_WM_UNIT_ISCONTENTSTITLE" val="0"/>
  <p:tag name="KSO_WM_UNIT_ISNUMDGMTITLE" val="0"/>
  <p:tag name="KSO_WM_UNIT_PRESET_TEXT" val="演讲者："/>
  <p:tag name="KSO_WM_UNIT_SUBTYPE" val="b"/>
  <p:tag name="KSO_WM_UNIT_TEXT_FILL_FORE_SCHEMECOLOR_INDEX_BRIGHTNESS" val="0"/>
  <p:tag name="KSO_WM_UNIT_TEXT_FILL_FORE_SCHEMECOLOR_INDEX" val="5"/>
  <p:tag name="KSO_WM_UNIT_TEXT_FILL_TYPE" val="1"/>
</p:tagLst>
</file>

<file path=ppt/tags/tag131.xml><?xml version="1.0" encoding="utf-8"?>
<p:tagLst xmlns:p="http://schemas.openxmlformats.org/presentationml/2006/main">
  <p:tag name="KSO_WM_SLIDE_ID" val="custom20206915_1"/>
  <p:tag name="KSO_WM_TEMPLATE_SUBCATEGORY" val="0"/>
  <p:tag name="KSO_WM_TEMPLATE_MASTER_TYPE" val="1"/>
  <p:tag name="KSO_WM_TEMPLATE_COLOR_TYPE" val="1"/>
  <p:tag name="KSO_WM_SLIDE_TYPE" val="title"/>
  <p:tag name="KSO_WM_SLIDE_SUBTYPE" val="pureTxt"/>
  <p:tag name="KSO_WM_SLIDE_ITEM_CNT" val="0"/>
  <p:tag name="KSO_WM_SLIDE_INDEX" val="1"/>
  <p:tag name="KSO_WM_TAG_VERSION" val="1.0"/>
  <p:tag name="KSO_WM_BEAUTIFY_FLAG" val="#wm#"/>
  <p:tag name="KSO_WM_TEMPLATE_CATEGORY" val="custom"/>
  <p:tag name="KSO_WM_TEMPLATE_INDEX" val="20206915"/>
  <p:tag name="KSO_WM_SLIDE_LAYOUT" val="a_b_f"/>
  <p:tag name="KSO_WM_SLIDE_LAYOUT_CNT" val="1_1_1"/>
  <p:tag name="KSO_WM_TEMPLATE_MASTER_THUMB_INDEX" val="12"/>
  <p:tag name="KSO_WM_TEMPLATE_THUMBS_INDEX" val="1、4、7、8、10、11、12、13、15"/>
</p:tagLst>
</file>

<file path=ppt/tags/tag132.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i"/>
  <p:tag name="KSO_WM_UNIT_INDEX" val="1"/>
  <p:tag name="KSO_WM_UNIT_ID" val="custom20206915_2*i*1"/>
  <p:tag name="KSO_WM_TEMPLATE_CATEGORY" val="custom"/>
  <p:tag name="KSO_WM_TEMPLATE_INDEX" val="20206915"/>
  <p:tag name="KSO_WM_UNIT_LAYERLEVEL" val="1"/>
  <p:tag name="KSO_WM_TAG_VERSION" val="1.0"/>
  <p:tag name="KSO_WM_BEAUTIFY_FLAG" val="#wm#"/>
  <p:tag name="KSO_WM_UNIT_FILL_FORE_SCHEMECOLOR_INDEX_BRIGHTNESS" val="0"/>
  <p:tag name="KSO_WM_UNIT_FILL_FORE_SCHEMECOLOR_INDEX" val="15"/>
  <p:tag name="KSO_WM_UNIT_FILL_TYPE" val="1"/>
  <p:tag name="KSO_WM_UNIT_TEXT_FILL_FORE_SCHEMECOLOR_INDEX_BRIGHTNESS" val="0"/>
  <p:tag name="KSO_WM_UNIT_TEXT_FILL_FORE_SCHEMECOLOR_INDEX" val="2"/>
  <p:tag name="KSO_WM_UNIT_TEXT_FILL_TYPE" val="1"/>
</p:tagLst>
</file>

<file path=ppt/tags/tag133.xml><?xml version="1.0" encoding="utf-8"?>
<p:tagLst xmlns:p="http://schemas.openxmlformats.org/presentationml/2006/main">
  <p:tag name="KSO_WM_UNIT_SUBTYPE" val="a"/>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1_1"/>
  <p:tag name="KSO_WM_UNIT_ID" val="custom20206915_2*l_h_f*1_1_1"/>
  <p:tag name="KSO_WM_TEMPLATE_CATEGORY" val="custom"/>
  <p:tag name="KSO_WM_TEMPLATE_INDEX" val="20206915"/>
  <p:tag name="KSO_WM_UNIT_LAYERLEVEL" val="1_1_1"/>
  <p:tag name="KSO_WM_TAG_VERSION" val="1.0"/>
  <p:tag name="KSO_WM_BEAUTIFY_FLAG" val="#wm#"/>
  <p:tag name="KSO_WM_UNIT_PRESET_TEXT" val="请言简意赅的阐述您的观点。"/>
  <p:tag name="KSO_WM_UNIT_TEXT_FILL_FORE_SCHEMECOLOR_INDEX_BRIGHTNESS" val="0.25"/>
  <p:tag name="KSO_WM_UNIT_TEXT_FILL_FORE_SCHEMECOLOR_INDEX" val="13"/>
  <p:tag name="KSO_WM_UNIT_TEXT_FILL_TYPE" val="1"/>
</p:tagLst>
</file>

<file path=ppt/tags/tag134.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1_1"/>
  <p:tag name="KSO_WM_UNIT_ID" val="custom20206915_2*l_h_i*1_1_1"/>
  <p:tag name="KSO_WM_TEMPLATE_CATEGORY" val="custom"/>
  <p:tag name="KSO_WM_TEMPLATE_INDEX" val="20206915"/>
  <p:tag name="KSO_WM_UNIT_LAYERLEVEL" val="1_1_1"/>
  <p:tag name="KSO_WM_TAG_VERSION" val="1.0"/>
  <p:tag name="KSO_WM_BEAUTIFY_FLAG" val="#wm#"/>
  <p:tag name="KSO_WM_UNIT_TEXT_FILL_FORE_SCHEMECOLOR_INDEX_BRIGHTNESS" val="0"/>
  <p:tag name="KSO_WM_UNIT_TEXT_FILL_FORE_SCHEMECOLOR_INDEX" val="5"/>
  <p:tag name="KSO_WM_UNIT_TEXT_FILL_TYPE" val="1"/>
</p:tagLst>
</file>

<file path=ppt/tags/tag135.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1_2"/>
  <p:tag name="KSO_WM_UNIT_ID" val="custom20206915_2*l_h_i*1_1_2"/>
  <p:tag name="KSO_WM_TEMPLATE_CATEGORY" val="custom"/>
  <p:tag name="KSO_WM_TEMPLATE_INDEX" val="20206915"/>
  <p:tag name="KSO_WM_UNIT_LAYERLEVEL" val="1_1_1"/>
  <p:tag name="KSO_WM_TAG_VERSION" val="1.0"/>
  <p:tag name="KSO_WM_BEAUTIFY_FLAG" val="#wm#"/>
  <p:tag name="KSO_WM_UNIT_LINE_FORE_SCHEMECOLOR_INDEX_BRIGHTNESS" val="-0.15"/>
  <p:tag name="KSO_WM_UNIT_LINE_FORE_SCHEMECOLOR_INDEX" val="14"/>
  <p:tag name="KSO_WM_UNIT_LINE_FILL_TYPE" val="2"/>
</p:tagLst>
</file>

<file path=ppt/tags/tag136.xml><?xml version="1.0" encoding="utf-8"?>
<p:tagLst xmlns:p="http://schemas.openxmlformats.org/presentationml/2006/main">
  <p:tag name="KSO_WM_UNIT_SUBTYPE" val="a"/>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2_1"/>
  <p:tag name="KSO_WM_UNIT_ID" val="custom20206915_2*l_h_f*1_2_1"/>
  <p:tag name="KSO_WM_TEMPLATE_CATEGORY" val="custom"/>
  <p:tag name="KSO_WM_TEMPLATE_INDEX" val="20206915"/>
  <p:tag name="KSO_WM_UNIT_LAYERLEVEL" val="1_1_1"/>
  <p:tag name="KSO_WM_TAG_VERSION" val="1.0"/>
  <p:tag name="KSO_WM_BEAUTIFY_FLAG" val="#wm#"/>
  <p:tag name="KSO_WM_UNIT_PRESET_TEXT" val="请言简意赅的阐述您的观点。"/>
  <p:tag name="KSO_WM_UNIT_TEXT_FILL_FORE_SCHEMECOLOR_INDEX_BRIGHTNESS" val="0.25"/>
  <p:tag name="KSO_WM_UNIT_TEXT_FILL_FORE_SCHEMECOLOR_INDEX" val="13"/>
  <p:tag name="KSO_WM_UNIT_TEXT_FILL_TYPE" val="1"/>
</p:tagLst>
</file>

<file path=ppt/tags/tag137.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2_1"/>
  <p:tag name="KSO_WM_UNIT_ID" val="custom20206915_2*l_h_i*1_2_1"/>
  <p:tag name="KSO_WM_TEMPLATE_CATEGORY" val="custom"/>
  <p:tag name="KSO_WM_TEMPLATE_INDEX" val="20206915"/>
  <p:tag name="KSO_WM_UNIT_LAYERLEVEL" val="1_1_1"/>
  <p:tag name="KSO_WM_TAG_VERSION" val="1.0"/>
  <p:tag name="KSO_WM_BEAUTIFY_FLAG" val="#wm#"/>
  <p:tag name="KSO_WM_UNIT_TEXT_FILL_FORE_SCHEMECOLOR_INDEX_BRIGHTNESS" val="0"/>
  <p:tag name="KSO_WM_UNIT_TEXT_FILL_FORE_SCHEMECOLOR_INDEX" val="5"/>
  <p:tag name="KSO_WM_UNIT_TEXT_FILL_TYPE" val="1"/>
</p:tagLst>
</file>

<file path=ppt/tags/tag138.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2_2"/>
  <p:tag name="KSO_WM_UNIT_ID" val="custom20206915_2*l_h_i*1_2_2"/>
  <p:tag name="KSO_WM_TEMPLATE_CATEGORY" val="custom"/>
  <p:tag name="KSO_WM_TEMPLATE_INDEX" val="20206915"/>
  <p:tag name="KSO_WM_UNIT_LAYERLEVEL" val="1_1_1"/>
  <p:tag name="KSO_WM_TAG_VERSION" val="1.0"/>
  <p:tag name="KSO_WM_BEAUTIFY_FLAG" val="#wm#"/>
  <p:tag name="KSO_WM_UNIT_LINE_FORE_SCHEMECOLOR_INDEX_BRIGHTNESS" val="-0.15"/>
  <p:tag name="KSO_WM_UNIT_LINE_FORE_SCHEMECOLOR_INDEX" val="14"/>
  <p:tag name="KSO_WM_UNIT_LINE_FILL_TYPE" val="2"/>
</p:tagLst>
</file>

<file path=ppt/tags/tag139.xml><?xml version="1.0" encoding="utf-8"?>
<p:tagLst xmlns:p="http://schemas.openxmlformats.org/presentationml/2006/main">
  <p:tag name="KSO_WM_UNIT_ISCONTENTSTITLE" val="1"/>
  <p:tag name="KSO_WM_UNIT_ISNUMDGMTITLE" val="0"/>
  <p:tag name="KSO_WM_UNIT_PRESET_TEXT" val="目录"/>
  <p:tag name="KSO_WM_UNIT_NOCLEAR" val="0"/>
  <p:tag name="KSO_WM_UNIT_VALUE" val="4"/>
  <p:tag name="KSO_WM_UNIT_HIGHLIGHT" val="0"/>
  <p:tag name="KSO_WM_UNIT_COMPATIBLE" val="0"/>
  <p:tag name="KSO_WM_UNIT_DIAGRAM_ISNUMVISUAL" val="0"/>
  <p:tag name="KSO_WM_UNIT_DIAGRAM_ISREFERUNIT" val="0"/>
  <p:tag name="KSO_WM_DIAGRAM_GROUP_CODE" val="l1-1"/>
  <p:tag name="KSO_WM_UNIT_TYPE" val="a"/>
  <p:tag name="KSO_WM_UNIT_INDEX" val="1"/>
  <p:tag name="KSO_WM_UNIT_ID" val="custom20206915_2*a*1"/>
  <p:tag name="KSO_WM_TEMPLATE_CATEGORY" val="custom"/>
  <p:tag name="KSO_WM_TEMPLATE_INDEX" val="20206915"/>
  <p:tag name="KSO_WM_UNIT_LAYERLEVEL" val="1"/>
  <p:tag name="KSO_WM_TAG_VERSION" val="1.0"/>
  <p:tag name="KSO_WM_BEAUTIFY_FLAG" val="#wm#"/>
  <p:tag name="KSO_WM_UNIT_FILL_FORE_SCHEMECOLOR_INDEX_BRIGHTNESS" val="0"/>
  <p:tag name="KSO_WM_UNIT_FILL_FORE_SCHEMECOLOR_INDEX" val="5"/>
  <p:tag name="KSO_WM_UNIT_FILL_TYPE" val="1"/>
  <p:tag name="KSO_WM_UNIT_TEXT_FILL_FORE_SCHEMECOLOR_INDEX_BRIGHTNESS" val="0"/>
  <p:tag name="KSO_WM_UNIT_TEXT_FILL_FORE_SCHEMECOLOR_INDEX" val="14"/>
  <p:tag name="KSO_WM_UNIT_TEXT_FILL_TYPE" val="1"/>
</p:tagLst>
</file>

<file path=ppt/tags/tag140.xml><?xml version="1.0" encoding="utf-8"?>
<p:tagLst xmlns:p="http://schemas.openxmlformats.org/presentationml/2006/main">
  <p:tag name="KSO_WM_BEAUTIFY_FLAG" val="#wm#"/>
  <p:tag name="KSO_WM_TEMPLATE_CATEGORY" val="custom"/>
  <p:tag name="KSO_WM_TEMPLATE_INDEX" val="20206915"/>
  <p:tag name="KSO_WM_SLIDE_ID" val="custom20206915_2"/>
  <p:tag name="KSO_WM_TEMPLATE_SUBCATEGORY" val="0"/>
  <p:tag name="KSO_WM_TEMPLATE_MASTER_TYPE" val="1"/>
  <p:tag name="KSO_WM_TEMPLATE_COLOR_TYPE" val="1"/>
  <p:tag name="KSO_WM_SLIDE_TYPE" val="contents"/>
  <p:tag name="KSO_WM_SLIDE_SUBTYPE" val="diag"/>
  <p:tag name="KSO_WM_SLIDE_ITEM_CNT" val="2"/>
  <p:tag name="KSO_WM_SLIDE_INDEX" val="2"/>
  <p:tag name="KSO_WM_DIAGRAM_GROUP_CODE" val="l1-1"/>
  <p:tag name="KSO_WM_SLIDE_DIAGTYPE" val="l"/>
  <p:tag name="KSO_WM_TAG_VERSION" val="1.0"/>
  <p:tag name="KSO_WM_SLIDE_LAYOUT" val="a_l"/>
  <p:tag name="KSO_WM_SLIDE_LAYOUT_CNT" val="1_1"/>
</p:tagLst>
</file>

<file path=ppt/tags/tag14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14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14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20058_1*i*1"/>
  <p:tag name="KSO_WM_TEMPLATE_CATEGORY" val="diagram"/>
  <p:tag name="KSO_WM_TEMPLATE_INDEX" val="20220058"/>
  <p:tag name="KSO_WM_UNIT_LAYERLEVEL" val="1"/>
  <p:tag name="KSO_WM_TAG_VERSION" val="1.0"/>
  <p:tag name="KSO_WM_BEAUTIFY_FLAG" val="#wm#"/>
  <p:tag name="KSO_WM_UNIT_BLOCK" val="0"/>
  <p:tag name="KSO_WM_UNIT_SM_LIMIT_TYPE" val="0"/>
  <p:tag name="KSO_WM_UNIT_DEC_AREA_ID" val="401453a90b9f4fd5b1215058b8a2f2e8"/>
  <p:tag name="KSO_WM_UNIT_DECORATE_INFO" val="{&quot;ReferentInfo&quot;:{&quot;Id&quot;:&quot;2d2094633d9c481aa0d84a95a0159686&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144.xml><?xml version="1.0" encoding="utf-8"?>
<p:tagLst xmlns:p="http://schemas.openxmlformats.org/presentationml/2006/main">
  <p:tag name="KSO_WM_UNIT_ISCONTENTSTITLE" val="0"/>
  <p:tag name="KSO_WM_UNIT_ISNUMDGMTITLE" val="0"/>
  <p:tag name="KSO_WM_UNIT_PRESET_TEXT" val="线型上下导航版"/>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diagram20220058_1*a*1"/>
  <p:tag name="KSO_WM_TEMPLATE_CATEGORY" val="diagram"/>
  <p:tag name="KSO_WM_TEMPLATE_INDEX" val="20220058"/>
  <p:tag name="KSO_WM_UNIT_LAYERLEVEL" val="1"/>
  <p:tag name="KSO_WM_TAG_VERSION" val="1.0"/>
  <p:tag name="KSO_WM_BEAUTIFY_FLAG" val="#wm#"/>
  <p:tag name="KSO_WM_UNIT_VALUE" val="27"/>
  <p:tag name="KSO_WM_UNIT_BLOCK" val="0"/>
  <p:tag name="KSO_WM_UNIT_SM_LIMIT_TYPE" val="2"/>
  <p:tag name="KSO_WM_UNIT_DEC_AREA_ID" val="2d2094633d9c481aa0d84a95a015968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145.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7315_1*f*1"/>
  <p:tag name="KSO_WM_TEMPLATE_CATEGORY" val="diagram"/>
  <p:tag name="KSO_WM_TEMPLATE_INDEX" val="20207315"/>
  <p:tag name="KSO_WM_UNIT_LAYERLEVEL" val="1"/>
  <p:tag name="KSO_WM_TAG_VERSION" val="1.0"/>
  <p:tag name="KSO_WM_BEAUTIFY_FLAG" val="#wm#"/>
  <p:tag name="KSO_WM_UNIT_DEFAULT_FONT" val="14;20;2"/>
  <p:tag name="KSO_WM_UNIT_BLOCK" val="0"/>
  <p:tag name="KSO_WM_UNIT_VALUE" val="290"/>
  <p:tag name="KSO_WM_UNIT_SHOW_EDIT_AREA_INDICATION" val="1"/>
  <p:tag name="KSO_WM_CHIP_GROUPID" val="5e6b05596848fb12bee65ac8"/>
  <p:tag name="KSO_WM_CHIP_XID" val="5e6b05596848fb12bee65aca"/>
  <p:tag name="KSO_WM_UNIT_DEC_AREA_ID" val="3462bde237c543c58b90892aede91ea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dc8ab5172452436899286f2808371cac"/>
  <p:tag name="KSO_WM_UNIT_TEXT_FILL_FORE_SCHEMECOLOR_INDEX_BRIGHTNESS" val="0.25"/>
  <p:tag name="KSO_WM_UNIT_TEXT_FILL_FORE_SCHEMECOLOR_INDEX" val="13"/>
  <p:tag name="KSO_WM_UNIT_TEXT_FILL_TYPE" val="1"/>
  <p:tag name="KSO_WM_TEMPLATE_ASSEMBLE_XID" val="6130c4e08b5cc6c91112a571"/>
  <p:tag name="KSO_WM_TEMPLATE_ASSEMBLE_GROUPID" val="6130c4e08b5cc6c91112a571"/>
  <p:tag name="WM_BEAUTIFY_ZORDER_FLAG_TAG" val="4"/>
</p:tagLst>
</file>

<file path=ppt/tags/tag146.xml><?xml version="1.0" encoding="utf-8"?>
<p:tagLst xmlns:p="http://schemas.openxmlformats.org/presentationml/2006/main">
  <p:tag name="KSO_WM_SLIDE_ID" val="diagram20220058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8"/>
  <p:tag name="KSO_WM_SLIDE_LAYOUT" val="a_d"/>
  <p:tag name="KSO_WM_SLIDE_LAYOUT_CNT" val="1_1"/>
  <p:tag name="KSO_WM_SLIDE_TYPE" val="text"/>
  <p:tag name="KSO_WM_SLIDE_SUBTYPE" val="picTxt"/>
  <p:tag name="KSO_WM_SLIDE_LAYOUTTYPE" val="topbottom"/>
  <p:tag name="KSO_WM_SLIDE_SIZE" val="888*504"/>
  <p:tag name="KSO_WM_SLIDE_POSITION" val="36*12"/>
  <p:tag name="KSO_WM_SLIDE_LAYOUT_INFO" val="{&quot;backgroundInfo&quot;:[{&quot;bottom&quot;:0,&quot;bottomAbs&quot;:false,&quot;left&quot;:0,&quot;leftAbs&quot;:false,&quot;right&quot;:0,&quot;rightAbs&quot;:false,&quot;top&quot;:0,&quot;topAbs&quot;:false,&quot;type&quot;:&quot;general&quot;}],&quot;id&quot;:&quot;2026-01-13T21:08:24&quot;,&quot;maxSize&quot;:{&quot;size1&quot;:20},&quot;minSize&quot;:{&quot;size1&quot;:11.2},&quot;normalSize&quot;:{&quot;size1&quot;:11.2},&quot;subLayout&quot;:[{&quot;id&quot;:&quot;2026-01-13T21:08:24&quot;,&quot;margin&quot;:{&quot;bottom&quot;:0.025999998673796654,&quot;left&quot;:1.2699999809265137,&quot;right&quot;:1.2699999809265137,&quot;top&quot;:0.4230000376701355},&quot;type&quot;:0},{&quot;id&quot;:&quot;2026-01-13T21:08:24&quot;,&quot;margin&quot;:{&quot;bottom&quot;:0.847000002861023,&quot;left&quot;:1.2699999809265137,&quot;right&quot;:1.2699999809265137,&quot;top&quot;:1.2699999809265137},&quot;type&quot;:0}],&quot;type&quot;:0}"/>
  <p:tag name="KSO_WM_SLIDE_RATIO" val="1.777778"/>
  <p:tag name="KSO_WM_SLIDE_BACKGROUND" val="[&quot;general&quot;]"/>
  <p:tag name="KSO_WM_SLIDE_BACKGROUND_TYPE" val="general"/>
</p:tagLst>
</file>

<file path=ppt/tags/tag14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14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14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20058_1*i*1"/>
  <p:tag name="KSO_WM_TEMPLATE_CATEGORY" val="diagram"/>
  <p:tag name="KSO_WM_TEMPLATE_INDEX" val="20220058"/>
  <p:tag name="KSO_WM_UNIT_LAYERLEVEL" val="1"/>
  <p:tag name="KSO_WM_TAG_VERSION" val="1.0"/>
  <p:tag name="KSO_WM_BEAUTIFY_FLAG" val="#wm#"/>
  <p:tag name="KSO_WM_UNIT_BLOCK" val="0"/>
  <p:tag name="KSO_WM_UNIT_SM_LIMIT_TYPE" val="0"/>
  <p:tag name="KSO_WM_UNIT_DEC_AREA_ID" val="401453a90b9f4fd5b1215058b8a2f2e8"/>
  <p:tag name="KSO_WM_UNIT_DECORATE_INFO" val="{&quot;ReferentInfo&quot;:{&quot;Id&quot;:&quot;2d2094633d9c481aa0d84a95a0159686&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150.xml><?xml version="1.0" encoding="utf-8"?>
<p:tagLst xmlns:p="http://schemas.openxmlformats.org/presentationml/2006/main">
  <p:tag name="KSO_WM_UNIT_ISCONTENTSTITLE" val="0"/>
  <p:tag name="KSO_WM_UNIT_ISNUMDGMTITLE" val="0"/>
  <p:tag name="KSO_WM_UNIT_PRESET_TEXT" val="线型上下导航版"/>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diagram20220058_1*a*1"/>
  <p:tag name="KSO_WM_TEMPLATE_CATEGORY" val="diagram"/>
  <p:tag name="KSO_WM_TEMPLATE_INDEX" val="20220058"/>
  <p:tag name="KSO_WM_UNIT_LAYERLEVEL" val="1"/>
  <p:tag name="KSO_WM_TAG_VERSION" val="1.0"/>
  <p:tag name="KSO_WM_BEAUTIFY_FLAG" val="#wm#"/>
  <p:tag name="KSO_WM_UNIT_VALUE" val="27"/>
  <p:tag name="KSO_WM_UNIT_BLOCK" val="0"/>
  <p:tag name="KSO_WM_UNIT_SM_LIMIT_TYPE" val="2"/>
  <p:tag name="KSO_WM_UNIT_DEC_AREA_ID" val="2d2094633d9c481aa0d84a95a015968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151.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7315_1*f*1"/>
  <p:tag name="KSO_WM_TEMPLATE_CATEGORY" val="diagram"/>
  <p:tag name="KSO_WM_TEMPLATE_INDEX" val="20207315"/>
  <p:tag name="KSO_WM_UNIT_LAYERLEVEL" val="1"/>
  <p:tag name="KSO_WM_TAG_VERSION" val="1.0"/>
  <p:tag name="KSO_WM_BEAUTIFY_FLAG" val="#wm#"/>
  <p:tag name="KSO_WM_UNIT_DEFAULT_FONT" val="14;20;2"/>
  <p:tag name="KSO_WM_UNIT_BLOCK" val="0"/>
  <p:tag name="KSO_WM_UNIT_VALUE" val="290"/>
  <p:tag name="KSO_WM_UNIT_SHOW_EDIT_AREA_INDICATION" val="1"/>
  <p:tag name="KSO_WM_CHIP_GROUPID" val="5e6b05596848fb12bee65ac8"/>
  <p:tag name="KSO_WM_CHIP_XID" val="5e6b05596848fb12bee65aca"/>
  <p:tag name="KSO_WM_UNIT_DEC_AREA_ID" val="3462bde237c543c58b90892aede91ea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dc8ab5172452436899286f2808371cac"/>
  <p:tag name="KSO_WM_UNIT_TEXT_FILL_FORE_SCHEMECOLOR_INDEX_BRIGHTNESS" val="0.25"/>
  <p:tag name="KSO_WM_UNIT_TEXT_FILL_FORE_SCHEMECOLOR_INDEX" val="13"/>
  <p:tag name="KSO_WM_UNIT_TEXT_FILL_TYPE" val="1"/>
  <p:tag name="KSO_WM_TEMPLATE_ASSEMBLE_XID" val="6130c4e08b5cc6c91112a571"/>
  <p:tag name="KSO_WM_TEMPLATE_ASSEMBLE_GROUPID" val="6130c4e08b5cc6c91112a571"/>
  <p:tag name="WM_BEAUTIFY_ZORDER_FLAG_TAG" val="4"/>
</p:tagLst>
</file>

<file path=ppt/tags/tag152.xml><?xml version="1.0" encoding="utf-8"?>
<p:tagLst xmlns:p="http://schemas.openxmlformats.org/presentationml/2006/main">
  <p:tag name="KSO_WM_SLIDE_ID" val="diagram20220058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8"/>
  <p:tag name="KSO_WM_SLIDE_LAYOUT" val="a_d"/>
  <p:tag name="KSO_WM_SLIDE_LAYOUT_CNT" val="1_1"/>
  <p:tag name="KSO_WM_SLIDE_TYPE" val="text"/>
  <p:tag name="KSO_WM_SLIDE_SUBTYPE" val="picTxt"/>
  <p:tag name="KSO_WM_SLIDE_LAYOUTTYPE" val="topbottom"/>
  <p:tag name="KSO_WM_SLIDE_SIZE" val="888*504"/>
  <p:tag name="KSO_WM_SLIDE_POSITION" val="36*12"/>
  <p:tag name="KSO_WM_SLIDE_LAYOUT_INFO" val="{&quot;backgroundInfo&quot;:[{&quot;bottom&quot;:0,&quot;bottomAbs&quot;:false,&quot;left&quot;:0,&quot;leftAbs&quot;:false,&quot;right&quot;:0,&quot;rightAbs&quot;:false,&quot;top&quot;:0,&quot;topAbs&quot;:false,&quot;type&quot;:&quot;general&quot;}],&quot;id&quot;:&quot;2026-01-13T21:08:24&quot;,&quot;maxSize&quot;:{&quot;size1&quot;:20},&quot;minSize&quot;:{&quot;size1&quot;:11.2},&quot;normalSize&quot;:{&quot;size1&quot;:11.2},&quot;subLayout&quot;:[{&quot;id&quot;:&quot;2026-01-13T21:08:24&quot;,&quot;margin&quot;:{&quot;bottom&quot;:0.025999998673796654,&quot;left&quot;:1.2699999809265137,&quot;right&quot;:1.2699999809265137,&quot;top&quot;:0.4230000376701355},&quot;type&quot;:0},{&quot;id&quot;:&quot;2026-01-13T21:08:24&quot;,&quot;margin&quot;:{&quot;bottom&quot;:0.847000002861023,&quot;left&quot;:1.2699999809265137,&quot;right&quot;:1.2699999809265137,&quot;top&quot;:1.2699999809265137},&quot;type&quot;:0}],&quot;type&quot;:0}"/>
  <p:tag name="KSO_WM_SLIDE_RATIO" val="1.777778"/>
  <p:tag name="KSO_WM_SLIDE_BACKGROUND" val="[&quot;general&quot;]"/>
  <p:tag name="KSO_WM_SLIDE_BACKGROUND_TYPE" val="general"/>
</p:tagLst>
</file>

<file path=ppt/tags/tag15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15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15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20058_1*i*1"/>
  <p:tag name="KSO_WM_TEMPLATE_CATEGORY" val="diagram"/>
  <p:tag name="KSO_WM_TEMPLATE_INDEX" val="20220058"/>
  <p:tag name="KSO_WM_UNIT_LAYERLEVEL" val="1"/>
  <p:tag name="KSO_WM_TAG_VERSION" val="1.0"/>
  <p:tag name="KSO_WM_BEAUTIFY_FLAG" val="#wm#"/>
  <p:tag name="KSO_WM_UNIT_BLOCK" val="0"/>
  <p:tag name="KSO_WM_UNIT_SM_LIMIT_TYPE" val="0"/>
  <p:tag name="KSO_WM_UNIT_DEC_AREA_ID" val="401453a90b9f4fd5b1215058b8a2f2e8"/>
  <p:tag name="KSO_WM_UNIT_DECORATE_INFO" val="{&quot;ReferentInfo&quot;:{&quot;Id&quot;:&quot;2d2094633d9c481aa0d84a95a0159686&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156.xml><?xml version="1.0" encoding="utf-8"?>
<p:tagLst xmlns:p="http://schemas.openxmlformats.org/presentationml/2006/main">
  <p:tag name="KSO_WM_UNIT_ISCONTENTSTITLE" val="0"/>
  <p:tag name="KSO_WM_UNIT_ISNUMDGMTITLE" val="0"/>
  <p:tag name="KSO_WM_UNIT_PRESET_TEXT" val="线型上下导航版"/>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diagram20220058_1*a*1"/>
  <p:tag name="KSO_WM_TEMPLATE_CATEGORY" val="diagram"/>
  <p:tag name="KSO_WM_TEMPLATE_INDEX" val="20220058"/>
  <p:tag name="KSO_WM_UNIT_LAYERLEVEL" val="1"/>
  <p:tag name="KSO_WM_TAG_VERSION" val="1.0"/>
  <p:tag name="KSO_WM_BEAUTIFY_FLAG" val="#wm#"/>
  <p:tag name="KSO_WM_UNIT_VALUE" val="27"/>
  <p:tag name="KSO_WM_UNIT_BLOCK" val="0"/>
  <p:tag name="KSO_WM_UNIT_SM_LIMIT_TYPE" val="2"/>
  <p:tag name="KSO_WM_UNIT_DEC_AREA_ID" val="2d2094633d9c481aa0d84a95a015968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157.xml><?xml version="1.0" encoding="utf-8"?>
<p:tagLst xmlns:p="http://schemas.openxmlformats.org/presentationml/2006/main">
  <p:tag name="KSO_WM_TAG_VERSION" val="1.0"/>
  <p:tag name="KSO_WM_BEAUTIFY_FLAG" val="#wm#"/>
  <p:tag name="KSO_WM_UNIT_TYPE" val="i"/>
  <p:tag name="KSO_WM_UNIT_ID" val="diagram20208604_1*i*1"/>
  <p:tag name="KSO_WM_TEMPLATE_CATEGORY" val="diagram"/>
  <p:tag name="KSO_WM_TEMPLATE_INDEX" val="20208604"/>
  <p:tag name="KSO_WM_UNIT_INDEX" val="1"/>
  <p:tag name="KSO_WM_UNIT_HIGHLIGHT" val="0"/>
  <p:tag name="KSO_WM_UNIT_COMPATIBLE" val="0"/>
  <p:tag name="KSO_WM_UNIT_DIAGRAM_ISNUMVISUAL" val="0"/>
  <p:tag name="KSO_WM_UNIT_DIAGRAM_ISREFERUNIT" val="0"/>
  <p:tag name="KSO_WM_UNIT_LAYERLEVEL" val="1"/>
  <p:tag name="KSO_WM_UNIT_BLOCK" val="0"/>
  <p:tag name="KSO_WM_UNIT_SM_LIMIT_TYPE" val="2"/>
  <p:tag name="KSO_WM_UNIT_DEC_AREA_ID" val="e352ecb8f5b840f19a3cb857467d0e4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UNIT_TEXT_FILL_FORE_SCHEMECOLOR_INDEX_BRIGHTNESS" val="0"/>
  <p:tag name="KSO_WM_UNIT_TEXT_FILL_FORE_SCHEMECOLOR_INDEX" val="2"/>
  <p:tag name="KSO_WM_UNIT_TEXT_FILL_TYPE" val="1"/>
  <p:tag name="KSO_WM_UNIT_VALUE" val="864"/>
  <p:tag name="KSO_WM_TEMPLATE_ASSEMBLE_XID" val="60656e7a4054ed1e2fb7f9a0"/>
  <p:tag name="KSO_WM_TEMPLATE_ASSEMBLE_GROUPID" val="60656e7a4054ed1e2fb7f9a0"/>
  <p:tag name="WM_BEAUTIFY_ZORDER_FLAG_TAG" val="3"/>
</p:tagLst>
</file>

<file path=ppt/tags/tag158.xml><?xml version="1.0" encoding="utf-8"?>
<p:tagLst xmlns:p="http://schemas.openxmlformats.org/presentationml/2006/main">
  <p:tag name="KSO_WM_TAG_VERSION" val="1.0"/>
  <p:tag name="KSO_WM_BEAUTIFY_FLAG" val="#wm#"/>
  <p:tag name="KSO_WM_UNIT_TYPE" val="i"/>
  <p:tag name="KSO_WM_UNIT_ID" val="diagram20208604_1*i*2"/>
  <p:tag name="KSO_WM_TEMPLATE_CATEGORY" val="diagram"/>
  <p:tag name="KSO_WM_TEMPLATE_INDEX" val="20208604"/>
  <p:tag name="KSO_WM_UNIT_INDEX" val="2"/>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65248d0e2eac4a16859a1c0559d33ac9"/>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4"/>
</p:tagLst>
</file>

<file path=ppt/tags/tag159.xml><?xml version="1.0" encoding="utf-8"?>
<p:tagLst xmlns:p="http://schemas.openxmlformats.org/presentationml/2006/main">
  <p:tag name="KSO_WM_TAG_VERSION" val="1.0"/>
  <p:tag name="KSO_WM_BEAUTIFY_FLAG" val="#wm#"/>
  <p:tag name="KSO_WM_UNIT_TYPE" val="i"/>
  <p:tag name="KSO_WM_UNIT_ID" val="diagram20208604_1*i*3"/>
  <p:tag name="KSO_WM_TEMPLATE_CATEGORY" val="diagram"/>
  <p:tag name="KSO_WM_TEMPLATE_INDEX" val="20208604"/>
  <p:tag name="KSO_WM_UNIT_INDEX" val="3"/>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d26b32aaa4d84b0dbd1030a6cabd7a68"/>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5"/>
</p:tagLst>
</file>

<file path=ppt/tags/tag160.xml><?xml version="1.0" encoding="utf-8"?>
<p:tagLst xmlns:p="http://schemas.openxmlformats.org/presentationml/2006/main">
  <p:tag name="KSO_WM_TAG_VERSION" val="1.0"/>
  <p:tag name="KSO_WM_BEAUTIFY_FLAG" val="#wm#"/>
  <p:tag name="KSO_WM_UNIT_TYPE" val="i"/>
  <p:tag name="KSO_WM_UNIT_ID" val="diagram20208604_1*i*4"/>
  <p:tag name="KSO_WM_TEMPLATE_CATEGORY" val="diagram"/>
  <p:tag name="KSO_WM_TEMPLATE_INDEX" val="20208604"/>
  <p:tag name="KSO_WM_UNIT_INDEX" val="4"/>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808fb1adb4d744cc9d369074d0507e4f"/>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6"/>
</p:tagLst>
</file>

<file path=ppt/tags/tag161.xml><?xml version="1.0" encoding="utf-8"?>
<p:tagLst xmlns:p="http://schemas.openxmlformats.org/presentationml/2006/main">
  <p:tag name="KSO_WM_TAG_VERSION" val="1.0"/>
  <p:tag name="KSO_WM_BEAUTIFY_FLAG" val="#wm#"/>
  <p:tag name="KSO_WM_UNIT_TYPE" val="i"/>
  <p:tag name="KSO_WM_UNIT_ID" val="diagram20208604_1*i*5"/>
  <p:tag name="KSO_WM_TEMPLATE_CATEGORY" val="diagram"/>
  <p:tag name="KSO_WM_TEMPLATE_INDEX" val="20208604"/>
  <p:tag name="KSO_WM_UNIT_INDEX" val="5"/>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060ccbb9a83241f2a52575c4e4f76136"/>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7"/>
</p:tagLst>
</file>

<file path=ppt/tags/tag162.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需要用更多的文字来表述；但请您尽可能提炼思想的精髓。"/>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8604_1*f*1"/>
  <p:tag name="KSO_WM_TEMPLATE_CATEGORY" val="diagram"/>
  <p:tag name="KSO_WM_TEMPLATE_INDEX" val="20208604"/>
  <p:tag name="KSO_WM_UNIT_LAYERLEVEL" val="1"/>
  <p:tag name="KSO_WM_TAG_VERSION" val="1.0"/>
  <p:tag name="KSO_WM_BEAUTIFY_FLAG" val="#wm#"/>
  <p:tag name="KSO_WM_UNIT_DEFAULT_FONT" val="14;20;2"/>
  <p:tag name="KSO_WM_UNIT_BLOCK" val="0"/>
  <p:tag name="KSO_WM_UNIT_VALUE" val="588"/>
  <p:tag name="KSO_WM_UNIT_SHOW_EDIT_AREA_INDICATION" val="1"/>
  <p:tag name="KSO_WM_CHIP_GROUPID" val="5e6b05596848fb12bee65ac8"/>
  <p:tag name="KSO_WM_CHIP_XID" val="5e6b05596848fb12bee65aca"/>
  <p:tag name="KSO_WM_UNIT_DEC_AREA_ID" val="5557aaf2e9bc4b2499ccf5d271336ab4"/>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ff7d2160ef064691979e787d147d2e4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e7a4054ed1e2fb7f9a0"/>
  <p:tag name="KSO_WM_TEMPLATE_ASSEMBLE_GROUPID" val="60656e7a4054ed1e2fb7f9a0"/>
  <p:tag name="WM_BEAUTIFY_ZORDER_FLAG_TAG" val="8"/>
</p:tagLst>
</file>

<file path=ppt/tags/tag163.xml><?xml version="1.0" encoding="utf-8"?>
<p:tagLst xmlns:p="http://schemas.openxmlformats.org/presentationml/2006/main">
  <p:tag name="KSO_WM_SLIDE_ID" val="diagram20220058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8"/>
  <p:tag name="KSO_WM_SLIDE_LAYOUT" val="a_d"/>
  <p:tag name="KSO_WM_SLIDE_LAYOUT_CNT" val="1_1"/>
  <p:tag name="KSO_WM_SLIDE_TYPE" val="text"/>
  <p:tag name="KSO_WM_SLIDE_SUBTYPE" val="picTxt"/>
  <p:tag name="KSO_WM_SLIDE_LAYOUTTYPE" val="topbottom"/>
  <p:tag name="KSO_WM_SLIDE_SIZE" val="888*504"/>
  <p:tag name="KSO_WM_SLIDE_POSITION" val="36*12"/>
  <p:tag name="KSO_WM_SLIDE_LAYOUT_INFO" val="{&quot;backgroundInfo&quot;:[{&quot;bottom&quot;:0,&quot;bottomAbs&quot;:false,&quot;left&quot;:0,&quot;leftAbs&quot;:false,&quot;right&quot;:0,&quot;rightAbs&quot;:false,&quot;top&quot;:0,&quot;topAbs&quot;:false,&quot;type&quot;:&quot;general&quot;}],&quot;id&quot;:&quot;2026-01-13T21:08:24&quot;,&quot;maxSize&quot;:{&quot;size1&quot;:20},&quot;minSize&quot;:{&quot;size1&quot;:11.2},&quot;normalSize&quot;:{&quot;size1&quot;:11.2},&quot;subLayout&quot;:[{&quot;id&quot;:&quot;2026-01-13T21:08:24&quot;,&quot;margin&quot;:{&quot;bottom&quot;:0.025999998673796654,&quot;left&quot;:1.2699999809265137,&quot;right&quot;:1.2699999809265137,&quot;top&quot;:0.4230000376701355},&quot;type&quot;:0},{&quot;id&quot;:&quot;2026-01-13T21:08:24&quot;,&quot;margin&quot;:{&quot;bottom&quot;:0.847000002861023,&quot;left&quot;:1.2699999809265137,&quot;right&quot;:1.2699999809265137,&quot;top&quot;:1.2699999809265137},&quot;type&quot;:0}],&quot;type&quot;:0}"/>
  <p:tag name="KSO_WM_SLIDE_RATIO" val="1.777778"/>
  <p:tag name="KSO_WM_SLIDE_BACKGROUND" val="[&quot;general&quot;]"/>
  <p:tag name="KSO_WM_SLIDE_BACKGROUND_TYPE" val="general"/>
</p:tagLst>
</file>

<file path=ppt/tags/tag16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16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16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20058_1*i*1"/>
  <p:tag name="KSO_WM_TEMPLATE_CATEGORY" val="diagram"/>
  <p:tag name="KSO_WM_TEMPLATE_INDEX" val="20220058"/>
  <p:tag name="KSO_WM_UNIT_LAYERLEVEL" val="1"/>
  <p:tag name="KSO_WM_TAG_VERSION" val="1.0"/>
  <p:tag name="KSO_WM_BEAUTIFY_FLAG" val="#wm#"/>
  <p:tag name="KSO_WM_UNIT_BLOCK" val="0"/>
  <p:tag name="KSO_WM_UNIT_SM_LIMIT_TYPE" val="0"/>
  <p:tag name="KSO_WM_UNIT_DEC_AREA_ID" val="401453a90b9f4fd5b1215058b8a2f2e8"/>
  <p:tag name="KSO_WM_UNIT_DECORATE_INFO" val="{&quot;ReferentInfo&quot;:{&quot;Id&quot;:&quot;2d2094633d9c481aa0d84a95a0159686&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167.xml><?xml version="1.0" encoding="utf-8"?>
<p:tagLst xmlns:p="http://schemas.openxmlformats.org/presentationml/2006/main">
  <p:tag name="KSO_WM_UNIT_ISCONTENTSTITLE" val="0"/>
  <p:tag name="KSO_WM_UNIT_ISNUMDGMTITLE" val="0"/>
  <p:tag name="KSO_WM_UNIT_PRESET_TEXT" val="线型上下导航版"/>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diagram20220058_1*a*1"/>
  <p:tag name="KSO_WM_TEMPLATE_CATEGORY" val="diagram"/>
  <p:tag name="KSO_WM_TEMPLATE_INDEX" val="20220058"/>
  <p:tag name="KSO_WM_UNIT_LAYERLEVEL" val="1"/>
  <p:tag name="KSO_WM_TAG_VERSION" val="1.0"/>
  <p:tag name="KSO_WM_BEAUTIFY_FLAG" val="#wm#"/>
  <p:tag name="KSO_WM_UNIT_VALUE" val="27"/>
  <p:tag name="KSO_WM_UNIT_BLOCK" val="0"/>
  <p:tag name="KSO_WM_UNIT_SM_LIMIT_TYPE" val="2"/>
  <p:tag name="KSO_WM_UNIT_DEC_AREA_ID" val="2d2094633d9c481aa0d84a95a015968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168.xml><?xml version="1.0" encoding="utf-8"?>
<p:tagLst xmlns:p="http://schemas.openxmlformats.org/presentationml/2006/main">
  <p:tag name="KSO_WM_TAG_VERSION" val="1.0"/>
  <p:tag name="KSO_WM_BEAUTIFY_FLAG" val="#wm#"/>
  <p:tag name="KSO_WM_UNIT_TYPE" val="i"/>
  <p:tag name="KSO_WM_UNIT_ID" val="diagram20208604_1*i*1"/>
  <p:tag name="KSO_WM_TEMPLATE_CATEGORY" val="diagram"/>
  <p:tag name="KSO_WM_TEMPLATE_INDEX" val="20208604"/>
  <p:tag name="KSO_WM_UNIT_INDEX" val="1"/>
  <p:tag name="KSO_WM_UNIT_HIGHLIGHT" val="0"/>
  <p:tag name="KSO_WM_UNIT_COMPATIBLE" val="0"/>
  <p:tag name="KSO_WM_UNIT_DIAGRAM_ISNUMVISUAL" val="0"/>
  <p:tag name="KSO_WM_UNIT_DIAGRAM_ISREFERUNIT" val="0"/>
  <p:tag name="KSO_WM_UNIT_LAYERLEVEL" val="1"/>
  <p:tag name="KSO_WM_UNIT_BLOCK" val="0"/>
  <p:tag name="KSO_WM_UNIT_SM_LIMIT_TYPE" val="2"/>
  <p:tag name="KSO_WM_UNIT_DEC_AREA_ID" val="e352ecb8f5b840f19a3cb857467d0e4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UNIT_TEXT_FILL_FORE_SCHEMECOLOR_INDEX_BRIGHTNESS" val="0"/>
  <p:tag name="KSO_WM_UNIT_TEXT_FILL_FORE_SCHEMECOLOR_INDEX" val="2"/>
  <p:tag name="KSO_WM_UNIT_TEXT_FILL_TYPE" val="1"/>
  <p:tag name="KSO_WM_UNIT_VALUE" val="864"/>
  <p:tag name="KSO_WM_TEMPLATE_ASSEMBLE_XID" val="60656e7a4054ed1e2fb7f9a0"/>
  <p:tag name="KSO_WM_TEMPLATE_ASSEMBLE_GROUPID" val="60656e7a4054ed1e2fb7f9a0"/>
  <p:tag name="WM_BEAUTIFY_ZORDER_FLAG_TAG" val="3"/>
</p:tagLst>
</file>

<file path=ppt/tags/tag169.xml><?xml version="1.0" encoding="utf-8"?>
<p:tagLst xmlns:p="http://schemas.openxmlformats.org/presentationml/2006/main">
  <p:tag name="KSO_WM_TAG_VERSION" val="1.0"/>
  <p:tag name="KSO_WM_BEAUTIFY_FLAG" val="#wm#"/>
  <p:tag name="KSO_WM_UNIT_TYPE" val="i"/>
  <p:tag name="KSO_WM_UNIT_ID" val="diagram20208604_1*i*2"/>
  <p:tag name="KSO_WM_TEMPLATE_CATEGORY" val="diagram"/>
  <p:tag name="KSO_WM_TEMPLATE_INDEX" val="20208604"/>
  <p:tag name="KSO_WM_UNIT_INDEX" val="2"/>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65248d0e2eac4a16859a1c0559d33ac9"/>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4"/>
</p:tagLst>
</file>

<file path=ppt/tags/tag170.xml><?xml version="1.0" encoding="utf-8"?>
<p:tagLst xmlns:p="http://schemas.openxmlformats.org/presentationml/2006/main">
  <p:tag name="KSO_WM_TAG_VERSION" val="1.0"/>
  <p:tag name="KSO_WM_BEAUTIFY_FLAG" val="#wm#"/>
  <p:tag name="KSO_WM_UNIT_TYPE" val="i"/>
  <p:tag name="KSO_WM_UNIT_ID" val="diagram20208604_1*i*3"/>
  <p:tag name="KSO_WM_TEMPLATE_CATEGORY" val="diagram"/>
  <p:tag name="KSO_WM_TEMPLATE_INDEX" val="20208604"/>
  <p:tag name="KSO_WM_UNIT_INDEX" val="3"/>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d26b32aaa4d84b0dbd1030a6cabd7a68"/>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5"/>
</p:tagLst>
</file>

<file path=ppt/tags/tag171.xml><?xml version="1.0" encoding="utf-8"?>
<p:tagLst xmlns:p="http://schemas.openxmlformats.org/presentationml/2006/main">
  <p:tag name="KSO_WM_TAG_VERSION" val="1.0"/>
  <p:tag name="KSO_WM_BEAUTIFY_FLAG" val="#wm#"/>
  <p:tag name="KSO_WM_UNIT_TYPE" val="i"/>
  <p:tag name="KSO_WM_UNIT_ID" val="diagram20208604_1*i*4"/>
  <p:tag name="KSO_WM_TEMPLATE_CATEGORY" val="diagram"/>
  <p:tag name="KSO_WM_TEMPLATE_INDEX" val="20208604"/>
  <p:tag name="KSO_WM_UNIT_INDEX" val="4"/>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808fb1adb4d744cc9d369074d0507e4f"/>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6"/>
</p:tagLst>
</file>

<file path=ppt/tags/tag172.xml><?xml version="1.0" encoding="utf-8"?>
<p:tagLst xmlns:p="http://schemas.openxmlformats.org/presentationml/2006/main">
  <p:tag name="KSO_WM_TAG_VERSION" val="1.0"/>
  <p:tag name="KSO_WM_BEAUTIFY_FLAG" val="#wm#"/>
  <p:tag name="KSO_WM_UNIT_TYPE" val="i"/>
  <p:tag name="KSO_WM_UNIT_ID" val="diagram20208604_1*i*5"/>
  <p:tag name="KSO_WM_TEMPLATE_CATEGORY" val="diagram"/>
  <p:tag name="KSO_WM_TEMPLATE_INDEX" val="20208604"/>
  <p:tag name="KSO_WM_UNIT_INDEX" val="5"/>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060ccbb9a83241f2a52575c4e4f76136"/>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7"/>
</p:tagLst>
</file>

<file path=ppt/tags/tag173.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需要用更多的文字来表述；但请您尽可能提炼思想的精髓。"/>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8604_1*f*1"/>
  <p:tag name="KSO_WM_TEMPLATE_CATEGORY" val="diagram"/>
  <p:tag name="KSO_WM_TEMPLATE_INDEX" val="20208604"/>
  <p:tag name="KSO_WM_UNIT_LAYERLEVEL" val="1"/>
  <p:tag name="KSO_WM_TAG_VERSION" val="1.0"/>
  <p:tag name="KSO_WM_BEAUTIFY_FLAG" val="#wm#"/>
  <p:tag name="KSO_WM_UNIT_DEFAULT_FONT" val="14;20;2"/>
  <p:tag name="KSO_WM_UNIT_BLOCK" val="0"/>
  <p:tag name="KSO_WM_UNIT_VALUE" val="588"/>
  <p:tag name="KSO_WM_UNIT_SHOW_EDIT_AREA_INDICATION" val="1"/>
  <p:tag name="KSO_WM_CHIP_GROUPID" val="5e6b05596848fb12bee65ac8"/>
  <p:tag name="KSO_WM_CHIP_XID" val="5e6b05596848fb12bee65aca"/>
  <p:tag name="KSO_WM_UNIT_DEC_AREA_ID" val="5557aaf2e9bc4b2499ccf5d271336ab4"/>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ff7d2160ef064691979e787d147d2e4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e7a4054ed1e2fb7f9a0"/>
  <p:tag name="KSO_WM_TEMPLATE_ASSEMBLE_GROUPID" val="60656e7a4054ed1e2fb7f9a0"/>
  <p:tag name="WM_BEAUTIFY_ZORDER_FLAG_TAG" val="8"/>
</p:tagLst>
</file>

<file path=ppt/tags/tag174.xml><?xml version="1.0" encoding="utf-8"?>
<p:tagLst xmlns:p="http://schemas.openxmlformats.org/presentationml/2006/main">
  <p:tag name="KSO_WM_SLIDE_ID" val="diagram20220058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8"/>
  <p:tag name="KSO_WM_SLIDE_LAYOUT" val="a_d"/>
  <p:tag name="KSO_WM_SLIDE_LAYOUT_CNT" val="1_1"/>
  <p:tag name="KSO_WM_SLIDE_TYPE" val="text"/>
  <p:tag name="KSO_WM_SLIDE_SUBTYPE" val="picTxt"/>
  <p:tag name="KSO_WM_SLIDE_LAYOUTTYPE" val="topbottom"/>
  <p:tag name="KSO_WM_SLIDE_SIZE" val="888*504"/>
  <p:tag name="KSO_WM_SLIDE_POSITION" val="36*12"/>
  <p:tag name="KSO_WM_SLIDE_LAYOUT_INFO" val="{&quot;backgroundInfo&quot;:[{&quot;bottom&quot;:0,&quot;bottomAbs&quot;:false,&quot;left&quot;:0,&quot;leftAbs&quot;:false,&quot;right&quot;:0,&quot;rightAbs&quot;:false,&quot;top&quot;:0,&quot;topAbs&quot;:false,&quot;type&quot;:&quot;general&quot;}],&quot;id&quot;:&quot;2026-01-13T21:08:24&quot;,&quot;maxSize&quot;:{&quot;size1&quot;:20},&quot;minSize&quot;:{&quot;size1&quot;:11.2},&quot;normalSize&quot;:{&quot;size1&quot;:11.2},&quot;subLayout&quot;:[{&quot;id&quot;:&quot;2026-01-13T21:08:24&quot;,&quot;margin&quot;:{&quot;bottom&quot;:0.025999998673796654,&quot;left&quot;:1.2699999809265137,&quot;right&quot;:1.2699999809265137,&quot;top&quot;:0.4230000376701355},&quot;type&quot;:0},{&quot;id&quot;:&quot;2026-01-13T21:08:24&quot;,&quot;margin&quot;:{&quot;bottom&quot;:0.847000002861023,&quot;left&quot;:1.2699999809265137,&quot;right&quot;:1.2699999809265137,&quot;top&quot;:1.2699999809265137},&quot;type&quot;:0}],&quot;type&quot;:0}"/>
  <p:tag name="KSO_WM_SLIDE_RATIO" val="1.777778"/>
  <p:tag name="KSO_WM_SLIDE_BACKGROUND" val="[&quot;general&quot;]"/>
  <p:tag name="KSO_WM_SLIDE_BACKGROUND_TYPE" val="general"/>
</p:tagLst>
</file>

<file path=ppt/tags/tag17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17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17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20058_1*i*1"/>
  <p:tag name="KSO_WM_TEMPLATE_CATEGORY" val="diagram"/>
  <p:tag name="KSO_WM_TEMPLATE_INDEX" val="20220058"/>
  <p:tag name="KSO_WM_UNIT_LAYERLEVEL" val="1"/>
  <p:tag name="KSO_WM_TAG_VERSION" val="1.0"/>
  <p:tag name="KSO_WM_BEAUTIFY_FLAG" val="#wm#"/>
  <p:tag name="KSO_WM_UNIT_BLOCK" val="0"/>
  <p:tag name="KSO_WM_UNIT_SM_LIMIT_TYPE" val="0"/>
  <p:tag name="KSO_WM_UNIT_DEC_AREA_ID" val="401453a90b9f4fd5b1215058b8a2f2e8"/>
  <p:tag name="KSO_WM_UNIT_DECORATE_INFO" val="{&quot;ReferentInfo&quot;:{&quot;Id&quot;:&quot;2d2094633d9c481aa0d84a95a0159686&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178.xml><?xml version="1.0" encoding="utf-8"?>
<p:tagLst xmlns:p="http://schemas.openxmlformats.org/presentationml/2006/main">
  <p:tag name="KSO_WM_UNIT_ISCONTENTSTITLE" val="0"/>
  <p:tag name="KSO_WM_UNIT_ISNUMDGMTITLE" val="0"/>
  <p:tag name="KSO_WM_UNIT_PRESET_TEXT" val="线型上下导航版"/>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diagram20220058_1*a*1"/>
  <p:tag name="KSO_WM_TEMPLATE_CATEGORY" val="diagram"/>
  <p:tag name="KSO_WM_TEMPLATE_INDEX" val="20220058"/>
  <p:tag name="KSO_WM_UNIT_LAYERLEVEL" val="1"/>
  <p:tag name="KSO_WM_TAG_VERSION" val="1.0"/>
  <p:tag name="KSO_WM_BEAUTIFY_FLAG" val="#wm#"/>
  <p:tag name="KSO_WM_UNIT_VALUE" val="27"/>
  <p:tag name="KSO_WM_UNIT_BLOCK" val="0"/>
  <p:tag name="KSO_WM_UNIT_SM_LIMIT_TYPE" val="2"/>
  <p:tag name="KSO_WM_UNIT_DEC_AREA_ID" val="2d2094633d9c481aa0d84a95a015968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179.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7315_1*f*1"/>
  <p:tag name="KSO_WM_TEMPLATE_CATEGORY" val="diagram"/>
  <p:tag name="KSO_WM_TEMPLATE_INDEX" val="20207315"/>
  <p:tag name="KSO_WM_UNIT_LAYERLEVEL" val="1"/>
  <p:tag name="KSO_WM_TAG_VERSION" val="1.0"/>
  <p:tag name="KSO_WM_BEAUTIFY_FLAG" val="#wm#"/>
  <p:tag name="KSO_WM_UNIT_DEFAULT_FONT" val="14;20;2"/>
  <p:tag name="KSO_WM_UNIT_BLOCK" val="0"/>
  <p:tag name="KSO_WM_UNIT_VALUE" val="290"/>
  <p:tag name="KSO_WM_UNIT_SHOW_EDIT_AREA_INDICATION" val="1"/>
  <p:tag name="KSO_WM_CHIP_GROUPID" val="5e6b05596848fb12bee65ac8"/>
  <p:tag name="KSO_WM_CHIP_XID" val="5e6b05596848fb12bee65aca"/>
  <p:tag name="KSO_WM_UNIT_DEC_AREA_ID" val="3462bde237c543c58b90892aede91ea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dc8ab5172452436899286f2808371cac"/>
  <p:tag name="KSO_WM_UNIT_TEXT_FILL_FORE_SCHEMECOLOR_INDEX_BRIGHTNESS" val="0.25"/>
  <p:tag name="KSO_WM_UNIT_TEXT_FILL_FORE_SCHEMECOLOR_INDEX" val="13"/>
  <p:tag name="KSO_WM_UNIT_TEXT_FILL_TYPE" val="1"/>
  <p:tag name="KSO_WM_TEMPLATE_ASSEMBLE_XID" val="6130c4e08b5cc6c91112a571"/>
  <p:tag name="KSO_WM_TEMPLATE_ASSEMBLE_GROUPID" val="6130c4e08b5cc6c91112a571"/>
  <p:tag name="WM_BEAUTIFY_ZORDER_FLAG_TAG" val="4"/>
</p:tagLst>
</file>

<file path=ppt/tags/tag180.xml><?xml version="1.0" encoding="utf-8"?>
<p:tagLst xmlns:p="http://schemas.openxmlformats.org/presentationml/2006/main">
  <p:tag name="KSO_WM_SLIDE_ID" val="diagram20220058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8"/>
  <p:tag name="KSO_WM_SLIDE_LAYOUT" val="a_d"/>
  <p:tag name="KSO_WM_SLIDE_LAYOUT_CNT" val="1_1"/>
  <p:tag name="KSO_WM_SLIDE_TYPE" val="text"/>
  <p:tag name="KSO_WM_SLIDE_SUBTYPE" val="picTxt"/>
  <p:tag name="KSO_WM_SLIDE_LAYOUTTYPE" val="topbottom"/>
  <p:tag name="KSO_WM_SLIDE_SIZE" val="888*504"/>
  <p:tag name="KSO_WM_SLIDE_POSITION" val="36*12"/>
  <p:tag name="KSO_WM_SLIDE_LAYOUT_INFO" val="{&quot;backgroundInfo&quot;:[{&quot;bottom&quot;:0,&quot;bottomAbs&quot;:false,&quot;left&quot;:0,&quot;leftAbs&quot;:false,&quot;right&quot;:0,&quot;rightAbs&quot;:false,&quot;top&quot;:0,&quot;topAbs&quot;:false,&quot;type&quot;:&quot;general&quot;}],&quot;id&quot;:&quot;2026-01-13T21:08:24&quot;,&quot;maxSize&quot;:{&quot;size1&quot;:20},&quot;minSize&quot;:{&quot;size1&quot;:11.2},&quot;normalSize&quot;:{&quot;size1&quot;:11.2},&quot;subLayout&quot;:[{&quot;id&quot;:&quot;2026-01-13T21:08:24&quot;,&quot;margin&quot;:{&quot;bottom&quot;:0.025999998673796654,&quot;left&quot;:1.2699999809265137,&quot;right&quot;:1.2699999809265137,&quot;top&quot;:0.4230000376701355},&quot;type&quot;:0},{&quot;id&quot;:&quot;2026-01-13T21:08:24&quot;,&quot;margin&quot;:{&quot;bottom&quot;:0.847000002861023,&quot;left&quot;:1.2699999809265137,&quot;right&quot;:1.2699999809265137,&quot;top&quot;:1.2699999809265137},&quot;type&quot;:0}],&quot;type&quot;:0}"/>
  <p:tag name="KSO_WM_SLIDE_RATIO" val="1.777778"/>
  <p:tag name="KSO_WM_SLIDE_BACKGROUND" val="[&quot;general&quot;]"/>
  <p:tag name="KSO_WM_SLIDE_BACKGROUND_TYPE" val="general"/>
</p:tagLst>
</file>

<file path=ppt/tags/tag18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18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18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20058_1*i*1"/>
  <p:tag name="KSO_WM_TEMPLATE_CATEGORY" val="diagram"/>
  <p:tag name="KSO_WM_TEMPLATE_INDEX" val="20220058"/>
  <p:tag name="KSO_WM_UNIT_LAYERLEVEL" val="1"/>
  <p:tag name="KSO_WM_TAG_VERSION" val="1.0"/>
  <p:tag name="KSO_WM_BEAUTIFY_FLAG" val="#wm#"/>
  <p:tag name="KSO_WM_UNIT_BLOCK" val="0"/>
  <p:tag name="KSO_WM_UNIT_SM_LIMIT_TYPE" val="0"/>
  <p:tag name="KSO_WM_UNIT_DEC_AREA_ID" val="401453a90b9f4fd5b1215058b8a2f2e8"/>
  <p:tag name="KSO_WM_UNIT_DECORATE_INFO" val="{&quot;ReferentInfo&quot;:{&quot;Id&quot;:&quot;2d2094633d9c481aa0d84a95a0159686&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184.xml><?xml version="1.0" encoding="utf-8"?>
<p:tagLst xmlns:p="http://schemas.openxmlformats.org/presentationml/2006/main">
  <p:tag name="KSO_WM_UNIT_ISCONTENTSTITLE" val="0"/>
  <p:tag name="KSO_WM_UNIT_ISNUMDGMTITLE" val="0"/>
  <p:tag name="KSO_WM_UNIT_PRESET_TEXT" val="线型上下导航版"/>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diagram20220058_1*a*1"/>
  <p:tag name="KSO_WM_TEMPLATE_CATEGORY" val="diagram"/>
  <p:tag name="KSO_WM_TEMPLATE_INDEX" val="20220058"/>
  <p:tag name="KSO_WM_UNIT_LAYERLEVEL" val="1"/>
  <p:tag name="KSO_WM_TAG_VERSION" val="1.0"/>
  <p:tag name="KSO_WM_BEAUTIFY_FLAG" val="#wm#"/>
  <p:tag name="KSO_WM_UNIT_VALUE" val="27"/>
  <p:tag name="KSO_WM_UNIT_BLOCK" val="0"/>
  <p:tag name="KSO_WM_UNIT_SM_LIMIT_TYPE" val="2"/>
  <p:tag name="KSO_WM_UNIT_DEC_AREA_ID" val="2d2094633d9c481aa0d84a95a015968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185.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2843_1*f*1"/>
  <p:tag name="KSO_WM_TEMPLATE_CATEGORY" val="diagram"/>
  <p:tag name="KSO_WM_TEMPLATE_INDEX" val="20212843"/>
  <p:tag name="KSO_WM_UNIT_LAYERLEVEL" val="1"/>
  <p:tag name="KSO_WM_TAG_VERSION" val="1.0"/>
  <p:tag name="KSO_WM_BEAUTIFY_FLAG" val="#wm#"/>
  <p:tag name="KSO_WM_UNIT_DEFAULT_FONT" val="14;20;2"/>
  <p:tag name="KSO_WM_UNIT_BLOCK" val="0"/>
  <p:tag name="KSO_WM_UNIT_VALUE" val="576"/>
  <p:tag name="KSO_WM_UNIT_SHOW_EDIT_AREA_INDICATION" val="1"/>
  <p:tag name="KSO_WM_CHIP_GROUPID" val="5e6b05596848fb12bee65ac8"/>
  <p:tag name="KSO_WM_CHIP_XID" val="5e6b05596848fb12bee65aca"/>
  <p:tag name="KSO_WM_UNIT_DEC_AREA_ID" val="8cb1ccbfd41a4f08aa021a2337e676da"/>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53f115901fe44f3787d5c3752471e8b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f644054ed1e2fb8092e"/>
  <p:tag name="KSO_WM_TEMPLATE_ASSEMBLE_GROUPID" val="60656f644054ed1e2fb8092e"/>
  <p:tag name="WM_BEAUTIFY_ZORDER_FLAG_TAG" val="3"/>
</p:tagLst>
</file>

<file path=ppt/tags/tag186.xml><?xml version="1.0" encoding="utf-8"?>
<p:tagLst xmlns:p="http://schemas.openxmlformats.org/presentationml/2006/main">
  <p:tag name="KSO_WM_SLIDE_ID" val="diagram20220058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8"/>
  <p:tag name="KSO_WM_SLIDE_LAYOUT" val="a_d"/>
  <p:tag name="KSO_WM_SLIDE_LAYOUT_CNT" val="1_1"/>
  <p:tag name="KSO_WM_SLIDE_TYPE" val="text"/>
  <p:tag name="KSO_WM_SLIDE_SUBTYPE" val="picTxt"/>
  <p:tag name="KSO_WM_SLIDE_LAYOUTTYPE" val="topbottom"/>
  <p:tag name="KSO_WM_SLIDE_SIZE" val="888*504"/>
  <p:tag name="KSO_WM_SLIDE_POSITION" val="36*12"/>
  <p:tag name="KSO_WM_SLIDE_LAYOUT_INFO" val="{&quot;backgroundInfo&quot;:[{&quot;bottom&quot;:0,&quot;bottomAbs&quot;:false,&quot;left&quot;:0,&quot;leftAbs&quot;:false,&quot;right&quot;:0,&quot;rightAbs&quot;:false,&quot;top&quot;:0,&quot;topAbs&quot;:false,&quot;type&quot;:&quot;general&quot;}],&quot;id&quot;:&quot;2026-01-13T21:08:24&quot;,&quot;maxSize&quot;:{&quot;size1&quot;:20},&quot;minSize&quot;:{&quot;size1&quot;:11.2},&quot;normalSize&quot;:{&quot;size1&quot;:11.2},&quot;subLayout&quot;:[{&quot;id&quot;:&quot;2026-01-13T21:08:24&quot;,&quot;margin&quot;:{&quot;bottom&quot;:0.025999998673796654,&quot;left&quot;:1.2699999809265137,&quot;right&quot;:1.2699999809265137,&quot;top&quot;:0.4230000376701355},&quot;type&quot;:0},{&quot;id&quot;:&quot;2026-01-13T21:08:24&quot;,&quot;margin&quot;:{&quot;bottom&quot;:0.847000002861023,&quot;left&quot;:1.2699999809265137,&quot;right&quot;:1.2699999809265137,&quot;top&quot;:1.2699999809265137},&quot;type&quot;:0}],&quot;type&quot;:0}"/>
  <p:tag name="KSO_WM_SLIDE_RATIO" val="1.777778"/>
  <p:tag name="KSO_WM_SLIDE_BACKGROUND" val="[&quot;general&quot;]"/>
  <p:tag name="KSO_WM_SLIDE_BACKGROUND_TYPE" val="general"/>
</p:tagLst>
</file>

<file path=ppt/tags/tag18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18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18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20058_1*i*1"/>
  <p:tag name="KSO_WM_TEMPLATE_CATEGORY" val="diagram"/>
  <p:tag name="KSO_WM_TEMPLATE_INDEX" val="20220058"/>
  <p:tag name="KSO_WM_UNIT_LAYERLEVEL" val="1"/>
  <p:tag name="KSO_WM_TAG_VERSION" val="1.0"/>
  <p:tag name="KSO_WM_BEAUTIFY_FLAG" val="#wm#"/>
  <p:tag name="KSO_WM_UNIT_BLOCK" val="0"/>
  <p:tag name="KSO_WM_UNIT_SM_LIMIT_TYPE" val="0"/>
  <p:tag name="KSO_WM_UNIT_DEC_AREA_ID" val="401453a90b9f4fd5b1215058b8a2f2e8"/>
  <p:tag name="KSO_WM_UNIT_DECORATE_INFO" val="{&quot;ReferentInfo&quot;:{&quot;Id&quot;:&quot;2d2094633d9c481aa0d84a95a0159686&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190.xml><?xml version="1.0" encoding="utf-8"?>
<p:tagLst xmlns:p="http://schemas.openxmlformats.org/presentationml/2006/main">
  <p:tag name="KSO_WM_UNIT_ISCONTENTSTITLE" val="0"/>
  <p:tag name="KSO_WM_UNIT_ISNUMDGMTITLE" val="0"/>
  <p:tag name="KSO_WM_UNIT_PRESET_TEXT" val="线型上下导航版"/>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diagram20220058_1*a*1"/>
  <p:tag name="KSO_WM_TEMPLATE_CATEGORY" val="diagram"/>
  <p:tag name="KSO_WM_TEMPLATE_INDEX" val="20220058"/>
  <p:tag name="KSO_WM_UNIT_LAYERLEVEL" val="1"/>
  <p:tag name="KSO_WM_TAG_VERSION" val="1.0"/>
  <p:tag name="KSO_WM_BEAUTIFY_FLAG" val="#wm#"/>
  <p:tag name="KSO_WM_UNIT_VALUE" val="27"/>
  <p:tag name="KSO_WM_UNIT_BLOCK" val="0"/>
  <p:tag name="KSO_WM_UNIT_SM_LIMIT_TYPE" val="2"/>
  <p:tag name="KSO_WM_UNIT_DEC_AREA_ID" val="2d2094633d9c481aa0d84a95a015968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191.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2843_1*f*1"/>
  <p:tag name="KSO_WM_TEMPLATE_CATEGORY" val="diagram"/>
  <p:tag name="KSO_WM_TEMPLATE_INDEX" val="20212843"/>
  <p:tag name="KSO_WM_UNIT_LAYERLEVEL" val="1"/>
  <p:tag name="KSO_WM_TAG_VERSION" val="1.0"/>
  <p:tag name="KSO_WM_BEAUTIFY_FLAG" val="#wm#"/>
  <p:tag name="KSO_WM_UNIT_DEFAULT_FONT" val="14;20;2"/>
  <p:tag name="KSO_WM_UNIT_BLOCK" val="0"/>
  <p:tag name="KSO_WM_UNIT_VALUE" val="576"/>
  <p:tag name="KSO_WM_UNIT_SHOW_EDIT_AREA_INDICATION" val="1"/>
  <p:tag name="KSO_WM_CHIP_GROUPID" val="5e6b05596848fb12bee65ac8"/>
  <p:tag name="KSO_WM_CHIP_XID" val="5e6b05596848fb12bee65aca"/>
  <p:tag name="KSO_WM_UNIT_DEC_AREA_ID" val="8cb1ccbfd41a4f08aa021a2337e676da"/>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53f115901fe44f3787d5c3752471e8b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f644054ed1e2fb8092e"/>
  <p:tag name="KSO_WM_TEMPLATE_ASSEMBLE_GROUPID" val="60656f644054ed1e2fb8092e"/>
  <p:tag name="WM_BEAUTIFY_ZORDER_FLAG_TAG" val="3"/>
</p:tagLst>
</file>

<file path=ppt/tags/tag192.xml><?xml version="1.0" encoding="utf-8"?>
<p:tagLst xmlns:p="http://schemas.openxmlformats.org/presentationml/2006/main">
  <p:tag name="KSO_WM_SLIDE_ID" val="diagram20220058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8"/>
  <p:tag name="KSO_WM_SLIDE_LAYOUT" val="a_d"/>
  <p:tag name="KSO_WM_SLIDE_LAYOUT_CNT" val="1_1"/>
  <p:tag name="KSO_WM_SLIDE_TYPE" val="text"/>
  <p:tag name="KSO_WM_SLIDE_SUBTYPE" val="picTxt"/>
  <p:tag name="KSO_WM_SLIDE_LAYOUTTYPE" val="topbottom"/>
  <p:tag name="KSO_WM_SLIDE_SIZE" val="888*504"/>
  <p:tag name="KSO_WM_SLIDE_POSITION" val="36*12"/>
  <p:tag name="KSO_WM_SLIDE_LAYOUT_INFO" val="{&quot;backgroundInfo&quot;:[{&quot;bottom&quot;:0,&quot;bottomAbs&quot;:false,&quot;left&quot;:0,&quot;leftAbs&quot;:false,&quot;right&quot;:0,&quot;rightAbs&quot;:false,&quot;top&quot;:0,&quot;topAbs&quot;:false,&quot;type&quot;:&quot;general&quot;}],&quot;id&quot;:&quot;2026-01-13T21:08:24&quot;,&quot;maxSize&quot;:{&quot;size1&quot;:20},&quot;minSize&quot;:{&quot;size1&quot;:11.2},&quot;normalSize&quot;:{&quot;size1&quot;:11.2},&quot;subLayout&quot;:[{&quot;id&quot;:&quot;2026-01-13T21:08:24&quot;,&quot;margin&quot;:{&quot;bottom&quot;:0.025999998673796654,&quot;left&quot;:1.2699999809265137,&quot;right&quot;:1.2699999809265137,&quot;top&quot;:0.4230000376701355},&quot;type&quot;:0},{&quot;id&quot;:&quot;2026-01-13T21:08:24&quot;,&quot;margin&quot;:{&quot;bottom&quot;:0.847000002861023,&quot;left&quot;:1.2699999809265137,&quot;right&quot;:1.2699999809265137,&quot;top&quot;:1.2699999809265137},&quot;type&quot;:0}],&quot;type&quot;:0}"/>
  <p:tag name="KSO_WM_SLIDE_RATIO" val="1.777778"/>
  <p:tag name="KSO_WM_SLIDE_BACKGROUND" val="[&quot;general&quot;]"/>
  <p:tag name="KSO_WM_SLIDE_BACKGROUND_TYPE" val="general"/>
</p:tagLst>
</file>

<file path=ppt/tags/tag19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19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19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20058_1*i*1"/>
  <p:tag name="KSO_WM_TEMPLATE_CATEGORY" val="diagram"/>
  <p:tag name="KSO_WM_TEMPLATE_INDEX" val="20220058"/>
  <p:tag name="KSO_WM_UNIT_LAYERLEVEL" val="1"/>
  <p:tag name="KSO_WM_TAG_VERSION" val="1.0"/>
  <p:tag name="KSO_WM_BEAUTIFY_FLAG" val="#wm#"/>
  <p:tag name="KSO_WM_UNIT_BLOCK" val="0"/>
  <p:tag name="KSO_WM_UNIT_SM_LIMIT_TYPE" val="0"/>
  <p:tag name="KSO_WM_UNIT_DEC_AREA_ID" val="401453a90b9f4fd5b1215058b8a2f2e8"/>
  <p:tag name="KSO_WM_UNIT_DECORATE_INFO" val="{&quot;ReferentInfo&quot;:{&quot;Id&quot;:&quot;2d2094633d9c481aa0d84a95a0159686&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196.xml><?xml version="1.0" encoding="utf-8"?>
<p:tagLst xmlns:p="http://schemas.openxmlformats.org/presentationml/2006/main">
  <p:tag name="KSO_WM_UNIT_ISCONTENTSTITLE" val="0"/>
  <p:tag name="KSO_WM_UNIT_ISNUMDGMTITLE" val="0"/>
  <p:tag name="KSO_WM_UNIT_PRESET_TEXT" val="线型上下导航版"/>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diagram20220058_1*a*1"/>
  <p:tag name="KSO_WM_TEMPLATE_CATEGORY" val="diagram"/>
  <p:tag name="KSO_WM_TEMPLATE_INDEX" val="20220058"/>
  <p:tag name="KSO_WM_UNIT_LAYERLEVEL" val="1"/>
  <p:tag name="KSO_WM_TAG_VERSION" val="1.0"/>
  <p:tag name="KSO_WM_BEAUTIFY_FLAG" val="#wm#"/>
  <p:tag name="KSO_WM_UNIT_VALUE" val="27"/>
  <p:tag name="KSO_WM_UNIT_BLOCK" val="0"/>
  <p:tag name="KSO_WM_UNIT_SM_LIMIT_TYPE" val="2"/>
  <p:tag name="KSO_WM_UNIT_DEC_AREA_ID" val="2d2094633d9c481aa0d84a95a015968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197.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2843_1*f*1"/>
  <p:tag name="KSO_WM_TEMPLATE_CATEGORY" val="diagram"/>
  <p:tag name="KSO_WM_TEMPLATE_INDEX" val="20212843"/>
  <p:tag name="KSO_WM_UNIT_LAYERLEVEL" val="1"/>
  <p:tag name="KSO_WM_TAG_VERSION" val="1.0"/>
  <p:tag name="KSO_WM_BEAUTIFY_FLAG" val="#wm#"/>
  <p:tag name="KSO_WM_UNIT_DEFAULT_FONT" val="14;20;2"/>
  <p:tag name="KSO_WM_UNIT_BLOCK" val="0"/>
  <p:tag name="KSO_WM_UNIT_VALUE" val="576"/>
  <p:tag name="KSO_WM_UNIT_SHOW_EDIT_AREA_INDICATION" val="1"/>
  <p:tag name="KSO_WM_CHIP_GROUPID" val="5e6b05596848fb12bee65ac8"/>
  <p:tag name="KSO_WM_CHIP_XID" val="5e6b05596848fb12bee65aca"/>
  <p:tag name="KSO_WM_UNIT_DEC_AREA_ID" val="8cb1ccbfd41a4f08aa021a2337e676da"/>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53f115901fe44f3787d5c3752471e8b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f644054ed1e2fb8092e"/>
  <p:tag name="KSO_WM_TEMPLATE_ASSEMBLE_GROUPID" val="60656f644054ed1e2fb8092e"/>
  <p:tag name="WM_BEAUTIFY_ZORDER_FLAG_TAG" val="3"/>
</p:tagLst>
</file>

<file path=ppt/tags/tag198.xml><?xml version="1.0" encoding="utf-8"?>
<p:tagLst xmlns:p="http://schemas.openxmlformats.org/presentationml/2006/main">
  <p:tag name="KSO_WM_SLIDE_ID" val="diagram20220058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8"/>
  <p:tag name="KSO_WM_SLIDE_LAYOUT" val="a_d"/>
  <p:tag name="KSO_WM_SLIDE_LAYOUT_CNT" val="1_1"/>
  <p:tag name="KSO_WM_SLIDE_TYPE" val="text"/>
  <p:tag name="KSO_WM_SLIDE_SUBTYPE" val="picTxt"/>
  <p:tag name="KSO_WM_SLIDE_LAYOUTTYPE" val="topbottom"/>
  <p:tag name="KSO_WM_SLIDE_SIZE" val="888*504"/>
  <p:tag name="KSO_WM_SLIDE_POSITION" val="36*12"/>
  <p:tag name="KSO_WM_SLIDE_LAYOUT_INFO" val="{&quot;backgroundInfo&quot;:[{&quot;bottom&quot;:0,&quot;bottomAbs&quot;:false,&quot;left&quot;:0,&quot;leftAbs&quot;:false,&quot;right&quot;:0,&quot;rightAbs&quot;:false,&quot;top&quot;:0,&quot;topAbs&quot;:false,&quot;type&quot;:&quot;general&quot;}],&quot;id&quot;:&quot;2026-01-13T21:08:24&quot;,&quot;maxSize&quot;:{&quot;size1&quot;:20},&quot;minSize&quot;:{&quot;size1&quot;:11.2},&quot;normalSize&quot;:{&quot;size1&quot;:11.2},&quot;subLayout&quot;:[{&quot;id&quot;:&quot;2026-01-13T21:08:24&quot;,&quot;margin&quot;:{&quot;bottom&quot;:0.025999998673796654,&quot;left&quot;:1.2699999809265137,&quot;right&quot;:1.2699999809265137,&quot;top&quot;:0.4230000376701355},&quot;type&quot;:0},{&quot;id&quot;:&quot;2026-01-13T21:08:24&quot;,&quot;margin&quot;:{&quot;bottom&quot;:0.847000002861023,&quot;left&quot;:1.2699999809265137,&quot;right&quot;:1.2699999809265137,&quot;top&quot;:1.2699999809265137},&quot;type&quot;:0}],&quot;type&quot;:0}"/>
  <p:tag name="KSO_WM_SLIDE_RATIO" val="1.777778"/>
  <p:tag name="KSO_WM_SLIDE_BACKGROUND" val="[&quot;general&quot;]"/>
  <p:tag name="KSO_WM_SLIDE_BACKGROUND_TYPE" val="general"/>
</p:tagLst>
</file>

<file path=ppt/tags/tag19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20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20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20058_1*i*1"/>
  <p:tag name="KSO_WM_TEMPLATE_CATEGORY" val="diagram"/>
  <p:tag name="KSO_WM_TEMPLATE_INDEX" val="20220058"/>
  <p:tag name="KSO_WM_UNIT_LAYERLEVEL" val="1"/>
  <p:tag name="KSO_WM_TAG_VERSION" val="1.0"/>
  <p:tag name="KSO_WM_BEAUTIFY_FLAG" val="#wm#"/>
  <p:tag name="KSO_WM_UNIT_BLOCK" val="0"/>
  <p:tag name="KSO_WM_UNIT_SM_LIMIT_TYPE" val="0"/>
  <p:tag name="KSO_WM_UNIT_DEC_AREA_ID" val="401453a90b9f4fd5b1215058b8a2f2e8"/>
  <p:tag name="KSO_WM_UNIT_DECORATE_INFO" val="{&quot;ReferentInfo&quot;:{&quot;Id&quot;:&quot;2d2094633d9c481aa0d84a95a0159686&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202.xml><?xml version="1.0" encoding="utf-8"?>
<p:tagLst xmlns:p="http://schemas.openxmlformats.org/presentationml/2006/main">
  <p:tag name="KSO_WM_UNIT_ISCONTENTSTITLE" val="0"/>
  <p:tag name="KSO_WM_UNIT_ISNUMDGMTITLE" val="0"/>
  <p:tag name="KSO_WM_UNIT_PRESET_TEXT" val="线型上下导航版"/>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diagram20220058_1*a*1"/>
  <p:tag name="KSO_WM_TEMPLATE_CATEGORY" val="diagram"/>
  <p:tag name="KSO_WM_TEMPLATE_INDEX" val="20220058"/>
  <p:tag name="KSO_WM_UNIT_LAYERLEVEL" val="1"/>
  <p:tag name="KSO_WM_TAG_VERSION" val="1.0"/>
  <p:tag name="KSO_WM_BEAUTIFY_FLAG" val="#wm#"/>
  <p:tag name="KSO_WM_UNIT_VALUE" val="27"/>
  <p:tag name="KSO_WM_UNIT_BLOCK" val="0"/>
  <p:tag name="KSO_WM_UNIT_SM_LIMIT_TYPE" val="2"/>
  <p:tag name="KSO_WM_UNIT_DEC_AREA_ID" val="2d2094633d9c481aa0d84a95a015968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203.xml><?xml version="1.0" encoding="utf-8"?>
<p:tagLst xmlns:p="http://schemas.openxmlformats.org/presentationml/2006/main">
  <p:tag name="KSO_WM_TAG_VERSION" val="1.0"/>
  <p:tag name="KSO_WM_BEAUTIFY_FLAG" val="#wm#"/>
  <p:tag name="KSO_WM_UNIT_TYPE" val="i"/>
  <p:tag name="KSO_WM_UNIT_ID" val="diagram20208604_1*i*1"/>
  <p:tag name="KSO_WM_TEMPLATE_CATEGORY" val="diagram"/>
  <p:tag name="KSO_WM_TEMPLATE_INDEX" val="20208604"/>
  <p:tag name="KSO_WM_UNIT_INDEX" val="1"/>
  <p:tag name="KSO_WM_UNIT_HIGHLIGHT" val="0"/>
  <p:tag name="KSO_WM_UNIT_COMPATIBLE" val="0"/>
  <p:tag name="KSO_WM_UNIT_DIAGRAM_ISNUMVISUAL" val="0"/>
  <p:tag name="KSO_WM_UNIT_DIAGRAM_ISREFERUNIT" val="0"/>
  <p:tag name="KSO_WM_UNIT_LAYERLEVEL" val="1"/>
  <p:tag name="KSO_WM_UNIT_BLOCK" val="0"/>
  <p:tag name="KSO_WM_UNIT_SM_LIMIT_TYPE" val="2"/>
  <p:tag name="KSO_WM_UNIT_DEC_AREA_ID" val="e352ecb8f5b840f19a3cb857467d0e4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UNIT_TEXT_FILL_FORE_SCHEMECOLOR_INDEX_BRIGHTNESS" val="0"/>
  <p:tag name="KSO_WM_UNIT_TEXT_FILL_FORE_SCHEMECOLOR_INDEX" val="2"/>
  <p:tag name="KSO_WM_UNIT_TEXT_FILL_TYPE" val="1"/>
  <p:tag name="KSO_WM_UNIT_VALUE" val="864"/>
  <p:tag name="KSO_WM_TEMPLATE_ASSEMBLE_XID" val="60656e7a4054ed1e2fb7f9a0"/>
  <p:tag name="KSO_WM_TEMPLATE_ASSEMBLE_GROUPID" val="60656e7a4054ed1e2fb7f9a0"/>
  <p:tag name="WM_BEAUTIFY_ZORDER_FLAG_TAG" val="3"/>
</p:tagLst>
</file>

<file path=ppt/tags/tag204.xml><?xml version="1.0" encoding="utf-8"?>
<p:tagLst xmlns:p="http://schemas.openxmlformats.org/presentationml/2006/main">
  <p:tag name="KSO_WM_TAG_VERSION" val="1.0"/>
  <p:tag name="KSO_WM_BEAUTIFY_FLAG" val="#wm#"/>
  <p:tag name="KSO_WM_UNIT_TYPE" val="i"/>
  <p:tag name="KSO_WM_UNIT_ID" val="diagram20208604_1*i*2"/>
  <p:tag name="KSO_WM_TEMPLATE_CATEGORY" val="diagram"/>
  <p:tag name="KSO_WM_TEMPLATE_INDEX" val="20208604"/>
  <p:tag name="KSO_WM_UNIT_INDEX" val="2"/>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65248d0e2eac4a16859a1c0559d33ac9"/>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4"/>
</p:tagLst>
</file>

<file path=ppt/tags/tag205.xml><?xml version="1.0" encoding="utf-8"?>
<p:tagLst xmlns:p="http://schemas.openxmlformats.org/presentationml/2006/main">
  <p:tag name="KSO_WM_TAG_VERSION" val="1.0"/>
  <p:tag name="KSO_WM_BEAUTIFY_FLAG" val="#wm#"/>
  <p:tag name="KSO_WM_UNIT_TYPE" val="i"/>
  <p:tag name="KSO_WM_UNIT_ID" val="diagram20208604_1*i*3"/>
  <p:tag name="KSO_WM_TEMPLATE_CATEGORY" val="diagram"/>
  <p:tag name="KSO_WM_TEMPLATE_INDEX" val="20208604"/>
  <p:tag name="KSO_WM_UNIT_INDEX" val="3"/>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d26b32aaa4d84b0dbd1030a6cabd7a68"/>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5"/>
</p:tagLst>
</file>

<file path=ppt/tags/tag206.xml><?xml version="1.0" encoding="utf-8"?>
<p:tagLst xmlns:p="http://schemas.openxmlformats.org/presentationml/2006/main">
  <p:tag name="KSO_WM_TAG_VERSION" val="1.0"/>
  <p:tag name="KSO_WM_BEAUTIFY_FLAG" val="#wm#"/>
  <p:tag name="KSO_WM_UNIT_TYPE" val="i"/>
  <p:tag name="KSO_WM_UNIT_ID" val="diagram20208604_1*i*4"/>
  <p:tag name="KSO_WM_TEMPLATE_CATEGORY" val="diagram"/>
  <p:tag name="KSO_WM_TEMPLATE_INDEX" val="20208604"/>
  <p:tag name="KSO_WM_UNIT_INDEX" val="4"/>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808fb1adb4d744cc9d369074d0507e4f"/>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6"/>
</p:tagLst>
</file>

<file path=ppt/tags/tag207.xml><?xml version="1.0" encoding="utf-8"?>
<p:tagLst xmlns:p="http://schemas.openxmlformats.org/presentationml/2006/main">
  <p:tag name="KSO_WM_TAG_VERSION" val="1.0"/>
  <p:tag name="KSO_WM_BEAUTIFY_FLAG" val="#wm#"/>
  <p:tag name="KSO_WM_UNIT_TYPE" val="i"/>
  <p:tag name="KSO_WM_UNIT_ID" val="diagram20208604_1*i*5"/>
  <p:tag name="KSO_WM_TEMPLATE_CATEGORY" val="diagram"/>
  <p:tag name="KSO_WM_TEMPLATE_INDEX" val="20208604"/>
  <p:tag name="KSO_WM_UNIT_INDEX" val="5"/>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060ccbb9a83241f2a52575c4e4f76136"/>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7"/>
</p:tagLst>
</file>

<file path=ppt/tags/tag208.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需要用更多的文字来表述；但请您尽可能提炼思想的精髓。"/>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8604_1*f*1"/>
  <p:tag name="KSO_WM_TEMPLATE_CATEGORY" val="diagram"/>
  <p:tag name="KSO_WM_TEMPLATE_INDEX" val="20208604"/>
  <p:tag name="KSO_WM_UNIT_LAYERLEVEL" val="1"/>
  <p:tag name="KSO_WM_TAG_VERSION" val="1.0"/>
  <p:tag name="KSO_WM_BEAUTIFY_FLAG" val="#wm#"/>
  <p:tag name="KSO_WM_UNIT_DEFAULT_FONT" val="14;20;2"/>
  <p:tag name="KSO_WM_UNIT_BLOCK" val="0"/>
  <p:tag name="KSO_WM_UNIT_VALUE" val="588"/>
  <p:tag name="KSO_WM_UNIT_SHOW_EDIT_AREA_INDICATION" val="1"/>
  <p:tag name="KSO_WM_CHIP_GROUPID" val="5e6b05596848fb12bee65ac8"/>
  <p:tag name="KSO_WM_CHIP_XID" val="5e6b05596848fb12bee65aca"/>
  <p:tag name="KSO_WM_UNIT_DEC_AREA_ID" val="5557aaf2e9bc4b2499ccf5d271336ab4"/>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ff7d2160ef064691979e787d147d2e4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e7a4054ed1e2fb7f9a0"/>
  <p:tag name="KSO_WM_TEMPLATE_ASSEMBLE_GROUPID" val="60656e7a4054ed1e2fb7f9a0"/>
  <p:tag name="WM_BEAUTIFY_ZORDER_FLAG_TAG" val="8"/>
</p:tagLst>
</file>

<file path=ppt/tags/tag209.xml><?xml version="1.0" encoding="utf-8"?>
<p:tagLst xmlns:p="http://schemas.openxmlformats.org/presentationml/2006/main">
  <p:tag name="KSO_WM_SLIDE_ID" val="diagram20220058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8"/>
  <p:tag name="KSO_WM_SLIDE_LAYOUT" val="a_d"/>
  <p:tag name="KSO_WM_SLIDE_LAYOUT_CNT" val="1_1"/>
  <p:tag name="KSO_WM_SLIDE_TYPE" val="text"/>
  <p:tag name="KSO_WM_SLIDE_SUBTYPE" val="picTxt"/>
  <p:tag name="KSO_WM_SLIDE_LAYOUTTYPE" val="topbottom"/>
  <p:tag name="KSO_WM_SLIDE_SIZE" val="888*504"/>
  <p:tag name="KSO_WM_SLIDE_POSITION" val="36*12"/>
  <p:tag name="KSO_WM_SLIDE_LAYOUT_INFO" val="{&quot;backgroundInfo&quot;:[{&quot;bottom&quot;:0,&quot;bottomAbs&quot;:false,&quot;left&quot;:0,&quot;leftAbs&quot;:false,&quot;right&quot;:0,&quot;rightAbs&quot;:false,&quot;top&quot;:0,&quot;topAbs&quot;:false,&quot;type&quot;:&quot;general&quot;}],&quot;id&quot;:&quot;2026-01-13T21:08:24&quot;,&quot;maxSize&quot;:{&quot;size1&quot;:20},&quot;minSize&quot;:{&quot;size1&quot;:11.2},&quot;normalSize&quot;:{&quot;size1&quot;:11.2},&quot;subLayout&quot;:[{&quot;id&quot;:&quot;2026-01-13T21:08:24&quot;,&quot;margin&quot;:{&quot;bottom&quot;:0.025999998673796654,&quot;left&quot;:1.2699999809265137,&quot;right&quot;:1.2699999809265137,&quot;top&quot;:0.4230000376701355},&quot;type&quot;:0},{&quot;id&quot;:&quot;2026-01-13T21:08:24&quot;,&quot;margin&quot;:{&quot;bottom&quot;:0.847000002861023,&quot;left&quot;:1.2699999809265137,&quot;right&quot;:1.2699999809265137,&quot;top&quot;:1.2699999809265137},&quot;type&quot;:0}],&quot;type&quot;:0}"/>
  <p:tag name="KSO_WM_SLIDE_RATIO" val="1.777778"/>
  <p:tag name="KSO_WM_SLIDE_BACKGROUND" val="[&quot;general&quot;]"/>
  <p:tag name="KSO_WM_SLIDE_BACKGROUND_TYPE" val="general"/>
</p:tagLst>
</file>

<file path=ppt/tags/tag2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2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2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20058_1*i*1"/>
  <p:tag name="KSO_WM_TEMPLATE_CATEGORY" val="diagram"/>
  <p:tag name="KSO_WM_TEMPLATE_INDEX" val="20220058"/>
  <p:tag name="KSO_WM_UNIT_LAYERLEVEL" val="1"/>
  <p:tag name="KSO_WM_TAG_VERSION" val="1.0"/>
  <p:tag name="KSO_WM_BEAUTIFY_FLAG" val="#wm#"/>
  <p:tag name="KSO_WM_UNIT_BLOCK" val="0"/>
  <p:tag name="KSO_WM_UNIT_SM_LIMIT_TYPE" val="0"/>
  <p:tag name="KSO_WM_UNIT_DEC_AREA_ID" val="401453a90b9f4fd5b1215058b8a2f2e8"/>
  <p:tag name="KSO_WM_UNIT_DECORATE_INFO" val="{&quot;ReferentInfo&quot;:{&quot;Id&quot;:&quot;2d2094633d9c481aa0d84a95a0159686&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213.xml><?xml version="1.0" encoding="utf-8"?>
<p:tagLst xmlns:p="http://schemas.openxmlformats.org/presentationml/2006/main">
  <p:tag name="KSO_WM_UNIT_ISCONTENTSTITLE" val="0"/>
  <p:tag name="KSO_WM_UNIT_ISNUMDGMTITLE" val="0"/>
  <p:tag name="KSO_WM_UNIT_PRESET_TEXT" val="线型上下导航版"/>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diagram20220058_1*a*1"/>
  <p:tag name="KSO_WM_TEMPLATE_CATEGORY" val="diagram"/>
  <p:tag name="KSO_WM_TEMPLATE_INDEX" val="20220058"/>
  <p:tag name="KSO_WM_UNIT_LAYERLEVEL" val="1"/>
  <p:tag name="KSO_WM_TAG_VERSION" val="1.0"/>
  <p:tag name="KSO_WM_BEAUTIFY_FLAG" val="#wm#"/>
  <p:tag name="KSO_WM_UNIT_VALUE" val="27"/>
  <p:tag name="KSO_WM_UNIT_BLOCK" val="0"/>
  <p:tag name="KSO_WM_UNIT_SM_LIMIT_TYPE" val="2"/>
  <p:tag name="KSO_WM_UNIT_DEC_AREA_ID" val="2d2094633d9c481aa0d84a95a015968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214.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2843_1*f*1"/>
  <p:tag name="KSO_WM_TEMPLATE_CATEGORY" val="diagram"/>
  <p:tag name="KSO_WM_TEMPLATE_INDEX" val="20212843"/>
  <p:tag name="KSO_WM_UNIT_LAYERLEVEL" val="1"/>
  <p:tag name="KSO_WM_TAG_VERSION" val="1.0"/>
  <p:tag name="KSO_WM_BEAUTIFY_FLAG" val="#wm#"/>
  <p:tag name="KSO_WM_UNIT_DEFAULT_FONT" val="14;20;2"/>
  <p:tag name="KSO_WM_UNIT_BLOCK" val="0"/>
  <p:tag name="KSO_WM_UNIT_VALUE" val="576"/>
  <p:tag name="KSO_WM_UNIT_SHOW_EDIT_AREA_INDICATION" val="1"/>
  <p:tag name="KSO_WM_CHIP_GROUPID" val="5e6b05596848fb12bee65ac8"/>
  <p:tag name="KSO_WM_CHIP_XID" val="5e6b05596848fb12bee65aca"/>
  <p:tag name="KSO_WM_UNIT_DEC_AREA_ID" val="8cb1ccbfd41a4f08aa021a2337e676da"/>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53f115901fe44f3787d5c3752471e8b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f644054ed1e2fb8092e"/>
  <p:tag name="KSO_WM_TEMPLATE_ASSEMBLE_GROUPID" val="60656f644054ed1e2fb8092e"/>
  <p:tag name="WM_BEAUTIFY_ZORDER_FLAG_TAG" val="3"/>
</p:tagLst>
</file>

<file path=ppt/tags/tag215.xml><?xml version="1.0" encoding="utf-8"?>
<p:tagLst xmlns:p="http://schemas.openxmlformats.org/presentationml/2006/main">
  <p:tag name="KSO_WM_SLIDE_ID" val="diagram20220058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8"/>
  <p:tag name="KSO_WM_SLIDE_LAYOUT" val="a_d"/>
  <p:tag name="KSO_WM_SLIDE_LAYOUT_CNT" val="1_1"/>
  <p:tag name="KSO_WM_SLIDE_TYPE" val="text"/>
  <p:tag name="KSO_WM_SLIDE_SUBTYPE" val="picTxt"/>
  <p:tag name="KSO_WM_SLIDE_LAYOUTTYPE" val="topbottom"/>
  <p:tag name="KSO_WM_SLIDE_SIZE" val="888*504"/>
  <p:tag name="KSO_WM_SLIDE_POSITION" val="36*12"/>
  <p:tag name="KSO_WM_SLIDE_LAYOUT_INFO" val="{&quot;backgroundInfo&quot;:[{&quot;bottom&quot;:0,&quot;bottomAbs&quot;:false,&quot;left&quot;:0,&quot;leftAbs&quot;:false,&quot;right&quot;:0,&quot;rightAbs&quot;:false,&quot;top&quot;:0,&quot;topAbs&quot;:false,&quot;type&quot;:&quot;general&quot;}],&quot;id&quot;:&quot;2026-01-13T21:08:24&quot;,&quot;maxSize&quot;:{&quot;size1&quot;:20},&quot;minSize&quot;:{&quot;size1&quot;:11.2},&quot;normalSize&quot;:{&quot;size1&quot;:11.2},&quot;subLayout&quot;:[{&quot;id&quot;:&quot;2026-01-13T21:08:24&quot;,&quot;margin&quot;:{&quot;bottom&quot;:0.025999998673796654,&quot;left&quot;:1.2699999809265137,&quot;right&quot;:1.2699999809265137,&quot;top&quot;:0.4230000376701355},&quot;type&quot;:0},{&quot;id&quot;:&quot;2026-01-13T21:08:24&quot;,&quot;margin&quot;:{&quot;bottom&quot;:0.847000002861023,&quot;left&quot;:1.2699999809265137,&quot;right&quot;:1.2699999809265137,&quot;top&quot;:1.2699999809265137},&quot;type&quot;:0}],&quot;type&quot;:0}"/>
  <p:tag name="KSO_WM_SLIDE_RATIO" val="1.777778"/>
  <p:tag name="KSO_WM_SLIDE_BACKGROUND" val="[&quot;general&quot;]"/>
  <p:tag name="KSO_WM_SLIDE_BACKGROUND_TYPE" val="general"/>
</p:tagLst>
</file>

<file path=ppt/tags/tag2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2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2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20058_1*i*1"/>
  <p:tag name="KSO_WM_TEMPLATE_CATEGORY" val="diagram"/>
  <p:tag name="KSO_WM_TEMPLATE_INDEX" val="20220058"/>
  <p:tag name="KSO_WM_UNIT_LAYERLEVEL" val="1"/>
  <p:tag name="KSO_WM_TAG_VERSION" val="1.0"/>
  <p:tag name="KSO_WM_BEAUTIFY_FLAG" val="#wm#"/>
  <p:tag name="KSO_WM_UNIT_BLOCK" val="0"/>
  <p:tag name="KSO_WM_UNIT_SM_LIMIT_TYPE" val="0"/>
  <p:tag name="KSO_WM_UNIT_DEC_AREA_ID" val="401453a90b9f4fd5b1215058b8a2f2e8"/>
  <p:tag name="KSO_WM_UNIT_DECORATE_INFO" val="{&quot;ReferentInfo&quot;:{&quot;Id&quot;:&quot;2d2094633d9c481aa0d84a95a0159686&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219.xml><?xml version="1.0" encoding="utf-8"?>
<p:tagLst xmlns:p="http://schemas.openxmlformats.org/presentationml/2006/main">
  <p:tag name="KSO_WM_UNIT_ISCONTENTSTITLE" val="0"/>
  <p:tag name="KSO_WM_UNIT_ISNUMDGMTITLE" val="0"/>
  <p:tag name="KSO_WM_UNIT_PRESET_TEXT" val="线型上下导航版"/>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diagram20220058_1*a*1"/>
  <p:tag name="KSO_WM_TEMPLATE_CATEGORY" val="diagram"/>
  <p:tag name="KSO_WM_TEMPLATE_INDEX" val="20220058"/>
  <p:tag name="KSO_WM_UNIT_LAYERLEVEL" val="1"/>
  <p:tag name="KSO_WM_TAG_VERSION" val="1.0"/>
  <p:tag name="KSO_WM_BEAUTIFY_FLAG" val="#wm#"/>
  <p:tag name="KSO_WM_UNIT_VALUE" val="27"/>
  <p:tag name="KSO_WM_UNIT_BLOCK" val="0"/>
  <p:tag name="KSO_WM_UNIT_SM_LIMIT_TYPE" val="2"/>
  <p:tag name="KSO_WM_UNIT_DEC_AREA_ID" val="2d2094633d9c481aa0d84a95a015968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220.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7315_1*f*1"/>
  <p:tag name="KSO_WM_TEMPLATE_CATEGORY" val="diagram"/>
  <p:tag name="KSO_WM_TEMPLATE_INDEX" val="20207315"/>
  <p:tag name="KSO_WM_UNIT_LAYERLEVEL" val="1"/>
  <p:tag name="KSO_WM_TAG_VERSION" val="1.0"/>
  <p:tag name="KSO_WM_BEAUTIFY_FLAG" val="#wm#"/>
  <p:tag name="KSO_WM_UNIT_DEFAULT_FONT" val="14;20;2"/>
  <p:tag name="KSO_WM_UNIT_BLOCK" val="0"/>
  <p:tag name="KSO_WM_UNIT_VALUE" val="290"/>
  <p:tag name="KSO_WM_UNIT_SHOW_EDIT_AREA_INDICATION" val="1"/>
  <p:tag name="KSO_WM_CHIP_GROUPID" val="5e6b05596848fb12bee65ac8"/>
  <p:tag name="KSO_WM_CHIP_XID" val="5e6b05596848fb12bee65aca"/>
  <p:tag name="KSO_WM_UNIT_DEC_AREA_ID" val="3462bde237c543c58b90892aede91ea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dc8ab5172452436899286f2808371cac"/>
  <p:tag name="KSO_WM_UNIT_TEXT_FILL_FORE_SCHEMECOLOR_INDEX_BRIGHTNESS" val="0.25"/>
  <p:tag name="KSO_WM_UNIT_TEXT_FILL_FORE_SCHEMECOLOR_INDEX" val="13"/>
  <p:tag name="KSO_WM_UNIT_TEXT_FILL_TYPE" val="1"/>
  <p:tag name="KSO_WM_TEMPLATE_ASSEMBLE_XID" val="6130c4e08b5cc6c91112a571"/>
  <p:tag name="KSO_WM_TEMPLATE_ASSEMBLE_GROUPID" val="6130c4e08b5cc6c91112a571"/>
  <p:tag name="WM_BEAUTIFY_ZORDER_FLAG_TAG" val="4"/>
</p:tagLst>
</file>

<file path=ppt/tags/tag221.xml><?xml version="1.0" encoding="utf-8"?>
<p:tagLst xmlns:p="http://schemas.openxmlformats.org/presentationml/2006/main">
  <p:tag name="KSO_WM_SLIDE_ID" val="diagram20220058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8"/>
  <p:tag name="KSO_WM_SLIDE_LAYOUT" val="a_d"/>
  <p:tag name="KSO_WM_SLIDE_LAYOUT_CNT" val="1_1"/>
  <p:tag name="KSO_WM_SLIDE_TYPE" val="text"/>
  <p:tag name="KSO_WM_SLIDE_SUBTYPE" val="picTxt"/>
  <p:tag name="KSO_WM_SLIDE_LAYOUTTYPE" val="topbottom"/>
  <p:tag name="KSO_WM_SLIDE_SIZE" val="888*504"/>
  <p:tag name="KSO_WM_SLIDE_POSITION" val="36*12"/>
  <p:tag name="KSO_WM_SLIDE_LAYOUT_INFO" val="{&quot;backgroundInfo&quot;:[{&quot;bottom&quot;:0,&quot;bottomAbs&quot;:false,&quot;left&quot;:0,&quot;leftAbs&quot;:false,&quot;right&quot;:0,&quot;rightAbs&quot;:false,&quot;top&quot;:0,&quot;topAbs&quot;:false,&quot;type&quot;:&quot;general&quot;}],&quot;id&quot;:&quot;2026-01-13T21:08:24&quot;,&quot;maxSize&quot;:{&quot;size1&quot;:20},&quot;minSize&quot;:{&quot;size1&quot;:11.2},&quot;normalSize&quot;:{&quot;size1&quot;:11.2},&quot;subLayout&quot;:[{&quot;id&quot;:&quot;2026-01-13T21:08:24&quot;,&quot;margin&quot;:{&quot;bottom&quot;:0.025999998673796654,&quot;left&quot;:1.2699999809265137,&quot;right&quot;:1.2699999809265137,&quot;top&quot;:0.4230000376701355},&quot;type&quot;:0},{&quot;id&quot;:&quot;2026-01-13T21:08:24&quot;,&quot;margin&quot;:{&quot;bottom&quot;:0.847000002861023,&quot;left&quot;:1.2699999809265137,&quot;right&quot;:1.2699999809265137,&quot;top&quot;:1.2699999809265137},&quot;type&quot;:0}],&quot;type&quot;:0}"/>
  <p:tag name="KSO_WM_SLIDE_RATIO" val="1.777778"/>
  <p:tag name="KSO_WM_SLIDE_BACKGROUND" val="[&quot;general&quot;]"/>
  <p:tag name="KSO_WM_SLIDE_BACKGROUND_TYPE" val="general"/>
</p:tagLst>
</file>

<file path=ppt/tags/tag2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2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2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20058_1*i*1"/>
  <p:tag name="KSO_WM_TEMPLATE_CATEGORY" val="diagram"/>
  <p:tag name="KSO_WM_TEMPLATE_INDEX" val="20220058"/>
  <p:tag name="KSO_WM_UNIT_LAYERLEVEL" val="1"/>
  <p:tag name="KSO_WM_TAG_VERSION" val="1.0"/>
  <p:tag name="KSO_WM_BEAUTIFY_FLAG" val="#wm#"/>
  <p:tag name="KSO_WM_UNIT_BLOCK" val="0"/>
  <p:tag name="KSO_WM_UNIT_SM_LIMIT_TYPE" val="0"/>
  <p:tag name="KSO_WM_UNIT_DEC_AREA_ID" val="401453a90b9f4fd5b1215058b8a2f2e8"/>
  <p:tag name="KSO_WM_UNIT_DECORATE_INFO" val="{&quot;ReferentInfo&quot;:{&quot;Id&quot;:&quot;2d2094633d9c481aa0d84a95a0159686&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225.xml><?xml version="1.0" encoding="utf-8"?>
<p:tagLst xmlns:p="http://schemas.openxmlformats.org/presentationml/2006/main">
  <p:tag name="KSO_WM_UNIT_ISCONTENTSTITLE" val="0"/>
  <p:tag name="KSO_WM_UNIT_ISNUMDGMTITLE" val="0"/>
  <p:tag name="KSO_WM_UNIT_PRESET_TEXT" val="线型上下导航版"/>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diagram20220058_1*a*1"/>
  <p:tag name="KSO_WM_TEMPLATE_CATEGORY" val="diagram"/>
  <p:tag name="KSO_WM_TEMPLATE_INDEX" val="20220058"/>
  <p:tag name="KSO_WM_UNIT_LAYERLEVEL" val="1"/>
  <p:tag name="KSO_WM_TAG_VERSION" val="1.0"/>
  <p:tag name="KSO_WM_BEAUTIFY_FLAG" val="#wm#"/>
  <p:tag name="KSO_WM_UNIT_VALUE" val="27"/>
  <p:tag name="KSO_WM_UNIT_BLOCK" val="0"/>
  <p:tag name="KSO_WM_UNIT_SM_LIMIT_TYPE" val="2"/>
  <p:tag name="KSO_WM_UNIT_DEC_AREA_ID" val="2d2094633d9c481aa0d84a95a015968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226.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2843_1*f*1"/>
  <p:tag name="KSO_WM_TEMPLATE_CATEGORY" val="diagram"/>
  <p:tag name="KSO_WM_TEMPLATE_INDEX" val="20212843"/>
  <p:tag name="KSO_WM_UNIT_LAYERLEVEL" val="1"/>
  <p:tag name="KSO_WM_TAG_VERSION" val="1.0"/>
  <p:tag name="KSO_WM_BEAUTIFY_FLAG" val="#wm#"/>
  <p:tag name="KSO_WM_UNIT_DEFAULT_FONT" val="14;20;2"/>
  <p:tag name="KSO_WM_UNIT_BLOCK" val="0"/>
  <p:tag name="KSO_WM_UNIT_VALUE" val="576"/>
  <p:tag name="KSO_WM_UNIT_SHOW_EDIT_AREA_INDICATION" val="1"/>
  <p:tag name="KSO_WM_CHIP_GROUPID" val="5e6b05596848fb12bee65ac8"/>
  <p:tag name="KSO_WM_CHIP_XID" val="5e6b05596848fb12bee65aca"/>
  <p:tag name="KSO_WM_UNIT_DEC_AREA_ID" val="8cb1ccbfd41a4f08aa021a2337e676da"/>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53f115901fe44f3787d5c3752471e8b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f644054ed1e2fb8092e"/>
  <p:tag name="KSO_WM_TEMPLATE_ASSEMBLE_GROUPID" val="60656f644054ed1e2fb8092e"/>
  <p:tag name="WM_BEAUTIFY_ZORDER_FLAG_TAG" val="3"/>
</p:tagLst>
</file>

<file path=ppt/tags/tag227.xml><?xml version="1.0" encoding="utf-8"?>
<p:tagLst xmlns:p="http://schemas.openxmlformats.org/presentationml/2006/main">
  <p:tag name="KSO_WM_SLIDE_ID" val="diagram20220058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8"/>
  <p:tag name="KSO_WM_SLIDE_LAYOUT" val="a_d"/>
  <p:tag name="KSO_WM_SLIDE_LAYOUT_CNT" val="1_1"/>
  <p:tag name="KSO_WM_SLIDE_TYPE" val="text"/>
  <p:tag name="KSO_WM_SLIDE_SUBTYPE" val="picTxt"/>
  <p:tag name="KSO_WM_SLIDE_LAYOUTTYPE" val="topbottom"/>
  <p:tag name="KSO_WM_SLIDE_SIZE" val="888*504"/>
  <p:tag name="KSO_WM_SLIDE_POSITION" val="36*12"/>
  <p:tag name="KSO_WM_SLIDE_LAYOUT_INFO" val="{&quot;backgroundInfo&quot;:[{&quot;bottom&quot;:0,&quot;bottomAbs&quot;:false,&quot;left&quot;:0,&quot;leftAbs&quot;:false,&quot;right&quot;:0,&quot;rightAbs&quot;:false,&quot;top&quot;:0,&quot;topAbs&quot;:false,&quot;type&quot;:&quot;general&quot;}],&quot;id&quot;:&quot;2026-01-13T21:08:24&quot;,&quot;maxSize&quot;:{&quot;size1&quot;:20},&quot;minSize&quot;:{&quot;size1&quot;:11.2},&quot;normalSize&quot;:{&quot;size1&quot;:11.2},&quot;subLayout&quot;:[{&quot;id&quot;:&quot;2026-01-13T21:08:24&quot;,&quot;margin&quot;:{&quot;bottom&quot;:0.025999998673796654,&quot;left&quot;:1.2699999809265137,&quot;right&quot;:1.2699999809265137,&quot;top&quot;:0.4230000376701355},&quot;type&quot;:0},{&quot;id&quot;:&quot;2026-01-13T21:08:24&quot;,&quot;margin&quot;:{&quot;bottom&quot;:0.847000002861023,&quot;left&quot;:1.2699999809265137,&quot;right&quot;:1.2699999809265137,&quot;top&quot;:1.2699999809265137},&quot;type&quot;:0}],&quot;type&quot;:0}"/>
  <p:tag name="KSO_WM_SLIDE_RATIO" val="1.777778"/>
  <p:tag name="KSO_WM_SLIDE_BACKGROUND" val="[&quot;general&quot;]"/>
  <p:tag name="KSO_WM_SLIDE_BACKGROUND_TYPE" val="general"/>
</p:tagLst>
</file>

<file path=ppt/tags/tag2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2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23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20058_1*i*1"/>
  <p:tag name="KSO_WM_TEMPLATE_CATEGORY" val="diagram"/>
  <p:tag name="KSO_WM_TEMPLATE_INDEX" val="20220058"/>
  <p:tag name="KSO_WM_UNIT_LAYERLEVEL" val="1"/>
  <p:tag name="KSO_WM_TAG_VERSION" val="1.0"/>
  <p:tag name="KSO_WM_BEAUTIFY_FLAG" val="#wm#"/>
  <p:tag name="KSO_WM_UNIT_BLOCK" val="0"/>
  <p:tag name="KSO_WM_UNIT_SM_LIMIT_TYPE" val="0"/>
  <p:tag name="KSO_WM_UNIT_DEC_AREA_ID" val="401453a90b9f4fd5b1215058b8a2f2e8"/>
  <p:tag name="KSO_WM_UNIT_DECORATE_INFO" val="{&quot;ReferentInfo&quot;:{&quot;Id&quot;:&quot;2d2094633d9c481aa0d84a95a0159686&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231.xml><?xml version="1.0" encoding="utf-8"?>
<p:tagLst xmlns:p="http://schemas.openxmlformats.org/presentationml/2006/main">
  <p:tag name="KSO_WM_UNIT_ISCONTENTSTITLE" val="0"/>
  <p:tag name="KSO_WM_UNIT_ISNUMDGMTITLE" val="0"/>
  <p:tag name="KSO_WM_UNIT_PRESET_TEXT" val="线型上下导航版"/>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diagram20220058_1*a*1"/>
  <p:tag name="KSO_WM_TEMPLATE_CATEGORY" val="diagram"/>
  <p:tag name="KSO_WM_TEMPLATE_INDEX" val="20220058"/>
  <p:tag name="KSO_WM_UNIT_LAYERLEVEL" val="1"/>
  <p:tag name="KSO_WM_TAG_VERSION" val="1.0"/>
  <p:tag name="KSO_WM_BEAUTIFY_FLAG" val="#wm#"/>
  <p:tag name="KSO_WM_UNIT_VALUE" val="27"/>
  <p:tag name="KSO_WM_UNIT_BLOCK" val="0"/>
  <p:tag name="KSO_WM_UNIT_SM_LIMIT_TYPE" val="2"/>
  <p:tag name="KSO_WM_UNIT_DEC_AREA_ID" val="2d2094633d9c481aa0d84a95a015968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232.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2843_1*f*1"/>
  <p:tag name="KSO_WM_TEMPLATE_CATEGORY" val="diagram"/>
  <p:tag name="KSO_WM_TEMPLATE_INDEX" val="20212843"/>
  <p:tag name="KSO_WM_UNIT_LAYERLEVEL" val="1"/>
  <p:tag name="KSO_WM_TAG_VERSION" val="1.0"/>
  <p:tag name="KSO_WM_BEAUTIFY_FLAG" val="#wm#"/>
  <p:tag name="KSO_WM_UNIT_DEFAULT_FONT" val="14;20;2"/>
  <p:tag name="KSO_WM_UNIT_BLOCK" val="0"/>
  <p:tag name="KSO_WM_UNIT_VALUE" val="576"/>
  <p:tag name="KSO_WM_UNIT_SHOW_EDIT_AREA_INDICATION" val="1"/>
  <p:tag name="KSO_WM_CHIP_GROUPID" val="5e6b05596848fb12bee65ac8"/>
  <p:tag name="KSO_WM_CHIP_XID" val="5e6b05596848fb12bee65aca"/>
  <p:tag name="KSO_WM_UNIT_DEC_AREA_ID" val="8cb1ccbfd41a4f08aa021a2337e676da"/>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53f115901fe44f3787d5c3752471e8b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f644054ed1e2fb8092e"/>
  <p:tag name="KSO_WM_TEMPLATE_ASSEMBLE_GROUPID" val="60656f644054ed1e2fb8092e"/>
  <p:tag name="WM_BEAUTIFY_ZORDER_FLAG_TAG" val="3"/>
</p:tagLst>
</file>

<file path=ppt/tags/tag233.xml><?xml version="1.0" encoding="utf-8"?>
<p:tagLst xmlns:p="http://schemas.openxmlformats.org/presentationml/2006/main">
  <p:tag name="KSO_WM_SLIDE_ID" val="diagram20220058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8"/>
  <p:tag name="KSO_WM_SLIDE_LAYOUT" val="a_d"/>
  <p:tag name="KSO_WM_SLIDE_LAYOUT_CNT" val="1_1"/>
  <p:tag name="KSO_WM_SLIDE_TYPE" val="text"/>
  <p:tag name="KSO_WM_SLIDE_SUBTYPE" val="picTxt"/>
  <p:tag name="KSO_WM_SLIDE_LAYOUTTYPE" val="topbottom"/>
  <p:tag name="KSO_WM_SLIDE_SIZE" val="888*504"/>
  <p:tag name="KSO_WM_SLIDE_POSITION" val="36*12"/>
  <p:tag name="KSO_WM_SLIDE_LAYOUT_INFO" val="{&quot;backgroundInfo&quot;:[{&quot;bottom&quot;:0,&quot;bottomAbs&quot;:false,&quot;left&quot;:0,&quot;leftAbs&quot;:false,&quot;right&quot;:0,&quot;rightAbs&quot;:false,&quot;top&quot;:0,&quot;topAbs&quot;:false,&quot;type&quot;:&quot;general&quot;}],&quot;id&quot;:&quot;2026-01-13T21:08:24&quot;,&quot;maxSize&quot;:{&quot;size1&quot;:20},&quot;minSize&quot;:{&quot;size1&quot;:11.2},&quot;normalSize&quot;:{&quot;size1&quot;:11.2},&quot;subLayout&quot;:[{&quot;id&quot;:&quot;2026-01-13T21:08:24&quot;,&quot;margin&quot;:{&quot;bottom&quot;:0.025999998673796654,&quot;left&quot;:1.2699999809265137,&quot;right&quot;:1.2699999809265137,&quot;top&quot;:0.4230000376701355},&quot;type&quot;:0},{&quot;id&quot;:&quot;2026-01-13T21:08:24&quot;,&quot;margin&quot;:{&quot;bottom&quot;:0.847000002861023,&quot;left&quot;:1.2699999809265137,&quot;right&quot;:1.2699999809265137,&quot;top&quot;:1.2699999809265137},&quot;type&quot;:0}],&quot;type&quot;:0}"/>
  <p:tag name="KSO_WM_SLIDE_RATIO" val="1.777778"/>
  <p:tag name="KSO_WM_SLIDE_BACKGROUND" val="[&quot;general&quot;]"/>
  <p:tag name="KSO_WM_SLIDE_BACKGROUND_TYPE" val="general"/>
</p:tagLst>
</file>

<file path=ppt/tags/tag23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23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23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20058_1*i*1"/>
  <p:tag name="KSO_WM_TEMPLATE_CATEGORY" val="diagram"/>
  <p:tag name="KSO_WM_TEMPLATE_INDEX" val="20220058"/>
  <p:tag name="KSO_WM_UNIT_LAYERLEVEL" val="1"/>
  <p:tag name="KSO_WM_TAG_VERSION" val="1.0"/>
  <p:tag name="KSO_WM_BEAUTIFY_FLAG" val="#wm#"/>
  <p:tag name="KSO_WM_UNIT_BLOCK" val="0"/>
  <p:tag name="KSO_WM_UNIT_SM_LIMIT_TYPE" val="0"/>
  <p:tag name="KSO_WM_UNIT_DEC_AREA_ID" val="401453a90b9f4fd5b1215058b8a2f2e8"/>
  <p:tag name="KSO_WM_UNIT_DECORATE_INFO" val="{&quot;ReferentInfo&quot;:{&quot;Id&quot;:&quot;2d2094633d9c481aa0d84a95a0159686&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237.xml><?xml version="1.0" encoding="utf-8"?>
<p:tagLst xmlns:p="http://schemas.openxmlformats.org/presentationml/2006/main">
  <p:tag name="KSO_WM_UNIT_ISCONTENTSTITLE" val="0"/>
  <p:tag name="KSO_WM_UNIT_ISNUMDGMTITLE" val="0"/>
  <p:tag name="KSO_WM_UNIT_PRESET_TEXT" val="线型上下导航版"/>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diagram20220058_1*a*1"/>
  <p:tag name="KSO_WM_TEMPLATE_CATEGORY" val="diagram"/>
  <p:tag name="KSO_WM_TEMPLATE_INDEX" val="20220058"/>
  <p:tag name="KSO_WM_UNIT_LAYERLEVEL" val="1"/>
  <p:tag name="KSO_WM_TAG_VERSION" val="1.0"/>
  <p:tag name="KSO_WM_BEAUTIFY_FLAG" val="#wm#"/>
  <p:tag name="KSO_WM_UNIT_VALUE" val="27"/>
  <p:tag name="KSO_WM_UNIT_BLOCK" val="0"/>
  <p:tag name="KSO_WM_UNIT_SM_LIMIT_TYPE" val="2"/>
  <p:tag name="KSO_WM_UNIT_DEC_AREA_ID" val="2d2094633d9c481aa0d84a95a015968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238.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2843_1*f*1"/>
  <p:tag name="KSO_WM_TEMPLATE_CATEGORY" val="diagram"/>
  <p:tag name="KSO_WM_TEMPLATE_INDEX" val="20212843"/>
  <p:tag name="KSO_WM_UNIT_LAYERLEVEL" val="1"/>
  <p:tag name="KSO_WM_TAG_VERSION" val="1.0"/>
  <p:tag name="KSO_WM_BEAUTIFY_FLAG" val="#wm#"/>
  <p:tag name="KSO_WM_UNIT_DEFAULT_FONT" val="14;20;2"/>
  <p:tag name="KSO_WM_UNIT_BLOCK" val="0"/>
  <p:tag name="KSO_WM_UNIT_VALUE" val="576"/>
  <p:tag name="KSO_WM_UNIT_SHOW_EDIT_AREA_INDICATION" val="1"/>
  <p:tag name="KSO_WM_CHIP_GROUPID" val="5e6b05596848fb12bee65ac8"/>
  <p:tag name="KSO_WM_CHIP_XID" val="5e6b05596848fb12bee65aca"/>
  <p:tag name="KSO_WM_UNIT_DEC_AREA_ID" val="8cb1ccbfd41a4f08aa021a2337e676da"/>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53f115901fe44f3787d5c3752471e8b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f644054ed1e2fb8092e"/>
  <p:tag name="KSO_WM_TEMPLATE_ASSEMBLE_GROUPID" val="60656f644054ed1e2fb8092e"/>
  <p:tag name="WM_BEAUTIFY_ZORDER_FLAG_TAG" val="3"/>
</p:tagLst>
</file>

<file path=ppt/tags/tag239.xml><?xml version="1.0" encoding="utf-8"?>
<p:tagLst xmlns:p="http://schemas.openxmlformats.org/presentationml/2006/main">
  <p:tag name="KSO_WM_SLIDE_ID" val="diagram20220058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8"/>
  <p:tag name="KSO_WM_SLIDE_LAYOUT" val="a_d"/>
  <p:tag name="KSO_WM_SLIDE_LAYOUT_CNT" val="1_1"/>
  <p:tag name="KSO_WM_SLIDE_TYPE" val="text"/>
  <p:tag name="KSO_WM_SLIDE_SUBTYPE" val="picTxt"/>
  <p:tag name="KSO_WM_SLIDE_LAYOUTTYPE" val="topbottom"/>
  <p:tag name="KSO_WM_SLIDE_SIZE" val="888*504"/>
  <p:tag name="KSO_WM_SLIDE_POSITION" val="36*12"/>
  <p:tag name="KSO_WM_SLIDE_LAYOUT_INFO" val="{&quot;backgroundInfo&quot;:[{&quot;bottom&quot;:0,&quot;bottomAbs&quot;:false,&quot;left&quot;:0,&quot;leftAbs&quot;:false,&quot;right&quot;:0,&quot;rightAbs&quot;:false,&quot;top&quot;:0,&quot;topAbs&quot;:false,&quot;type&quot;:&quot;general&quot;}],&quot;id&quot;:&quot;2026-01-13T21:08:24&quot;,&quot;maxSize&quot;:{&quot;size1&quot;:20},&quot;minSize&quot;:{&quot;size1&quot;:11.2},&quot;normalSize&quot;:{&quot;size1&quot;:11.2},&quot;subLayout&quot;:[{&quot;id&quot;:&quot;2026-01-13T21:08:24&quot;,&quot;margin&quot;:{&quot;bottom&quot;:0.025999998673796654,&quot;left&quot;:1.2699999809265137,&quot;right&quot;:1.2699999809265137,&quot;top&quot;:0.4230000376701355},&quot;type&quot;:0},{&quot;id&quot;:&quot;2026-01-13T21:08:24&quot;,&quot;margin&quot;:{&quot;bottom&quot;:0.847000002861023,&quot;left&quot;:1.2699999809265137,&quot;right&quot;:1.2699999809265137,&quot;top&quot;:1.2699999809265137},&quot;type&quot;:0}],&quot;type&quot;:0}"/>
  <p:tag name="KSO_WM_SLIDE_RATIO" val="1.777778"/>
  <p:tag name="KSO_WM_SLIDE_BACKGROUND" val="[&quot;general&quot;]"/>
  <p:tag name="KSO_WM_SLIDE_BACKGROUND_TYPE" val="general"/>
</p:tagLst>
</file>

<file path=ppt/tags/tag24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24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24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20058_1*i*1"/>
  <p:tag name="KSO_WM_TEMPLATE_CATEGORY" val="diagram"/>
  <p:tag name="KSO_WM_TEMPLATE_INDEX" val="20220058"/>
  <p:tag name="KSO_WM_UNIT_LAYERLEVEL" val="1"/>
  <p:tag name="KSO_WM_TAG_VERSION" val="1.0"/>
  <p:tag name="KSO_WM_BEAUTIFY_FLAG" val="#wm#"/>
  <p:tag name="KSO_WM_UNIT_BLOCK" val="0"/>
  <p:tag name="KSO_WM_UNIT_SM_LIMIT_TYPE" val="0"/>
  <p:tag name="KSO_WM_UNIT_DEC_AREA_ID" val="401453a90b9f4fd5b1215058b8a2f2e8"/>
  <p:tag name="KSO_WM_UNIT_DECORATE_INFO" val="{&quot;ReferentInfo&quot;:{&quot;Id&quot;:&quot;2d2094633d9c481aa0d84a95a0159686&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243.xml><?xml version="1.0" encoding="utf-8"?>
<p:tagLst xmlns:p="http://schemas.openxmlformats.org/presentationml/2006/main">
  <p:tag name="KSO_WM_UNIT_ISCONTENTSTITLE" val="0"/>
  <p:tag name="KSO_WM_UNIT_ISNUMDGMTITLE" val="0"/>
  <p:tag name="KSO_WM_UNIT_PRESET_TEXT" val="线型上下导航版"/>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diagram20220058_1*a*1"/>
  <p:tag name="KSO_WM_TEMPLATE_CATEGORY" val="diagram"/>
  <p:tag name="KSO_WM_TEMPLATE_INDEX" val="20220058"/>
  <p:tag name="KSO_WM_UNIT_LAYERLEVEL" val="1"/>
  <p:tag name="KSO_WM_TAG_VERSION" val="1.0"/>
  <p:tag name="KSO_WM_BEAUTIFY_FLAG" val="#wm#"/>
  <p:tag name="KSO_WM_UNIT_VALUE" val="27"/>
  <p:tag name="KSO_WM_UNIT_BLOCK" val="0"/>
  <p:tag name="KSO_WM_UNIT_SM_LIMIT_TYPE" val="2"/>
  <p:tag name="KSO_WM_UNIT_DEC_AREA_ID" val="2d2094633d9c481aa0d84a95a015968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244.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2843_1*f*1"/>
  <p:tag name="KSO_WM_TEMPLATE_CATEGORY" val="diagram"/>
  <p:tag name="KSO_WM_TEMPLATE_INDEX" val="20212843"/>
  <p:tag name="KSO_WM_UNIT_LAYERLEVEL" val="1"/>
  <p:tag name="KSO_WM_TAG_VERSION" val="1.0"/>
  <p:tag name="KSO_WM_BEAUTIFY_FLAG" val="#wm#"/>
  <p:tag name="KSO_WM_UNIT_DEFAULT_FONT" val="14;20;2"/>
  <p:tag name="KSO_WM_UNIT_BLOCK" val="0"/>
  <p:tag name="KSO_WM_UNIT_VALUE" val="576"/>
  <p:tag name="KSO_WM_UNIT_SHOW_EDIT_AREA_INDICATION" val="1"/>
  <p:tag name="KSO_WM_CHIP_GROUPID" val="5e6b05596848fb12bee65ac8"/>
  <p:tag name="KSO_WM_CHIP_XID" val="5e6b05596848fb12bee65aca"/>
  <p:tag name="KSO_WM_UNIT_DEC_AREA_ID" val="8cb1ccbfd41a4f08aa021a2337e676da"/>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53f115901fe44f3787d5c3752471e8b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f644054ed1e2fb8092e"/>
  <p:tag name="KSO_WM_TEMPLATE_ASSEMBLE_GROUPID" val="60656f644054ed1e2fb8092e"/>
  <p:tag name="WM_BEAUTIFY_ZORDER_FLAG_TAG" val="3"/>
</p:tagLst>
</file>

<file path=ppt/tags/tag245.xml><?xml version="1.0" encoding="utf-8"?>
<p:tagLst xmlns:p="http://schemas.openxmlformats.org/presentationml/2006/main">
  <p:tag name="KSO_WM_SLIDE_ID" val="diagram20220058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8"/>
  <p:tag name="KSO_WM_SLIDE_LAYOUT" val="a_d"/>
  <p:tag name="KSO_WM_SLIDE_LAYOUT_CNT" val="1_1"/>
  <p:tag name="KSO_WM_SLIDE_TYPE" val="text"/>
  <p:tag name="KSO_WM_SLIDE_SUBTYPE" val="picTxt"/>
  <p:tag name="KSO_WM_SLIDE_LAYOUTTYPE" val="topbottom"/>
  <p:tag name="KSO_WM_SLIDE_SIZE" val="888*504"/>
  <p:tag name="KSO_WM_SLIDE_POSITION" val="36*12"/>
  <p:tag name="KSO_WM_SLIDE_LAYOUT_INFO" val="{&quot;backgroundInfo&quot;:[{&quot;bottom&quot;:0,&quot;bottomAbs&quot;:false,&quot;left&quot;:0,&quot;leftAbs&quot;:false,&quot;right&quot;:0,&quot;rightAbs&quot;:false,&quot;top&quot;:0,&quot;topAbs&quot;:false,&quot;type&quot;:&quot;general&quot;}],&quot;id&quot;:&quot;2026-01-13T21:08:24&quot;,&quot;maxSize&quot;:{&quot;size1&quot;:20},&quot;minSize&quot;:{&quot;size1&quot;:11.2},&quot;normalSize&quot;:{&quot;size1&quot;:11.2},&quot;subLayout&quot;:[{&quot;id&quot;:&quot;2026-01-13T21:08:24&quot;,&quot;margin&quot;:{&quot;bottom&quot;:0.025999998673796654,&quot;left&quot;:1.2699999809265137,&quot;right&quot;:1.2699999809265137,&quot;top&quot;:0.4230000376701355},&quot;type&quot;:0},{&quot;id&quot;:&quot;2026-01-13T21:08:24&quot;,&quot;margin&quot;:{&quot;bottom&quot;:0.847000002861023,&quot;left&quot;:1.2699999809265137,&quot;right&quot;:1.2699999809265137,&quot;top&quot;:1.2699999809265137},&quot;type&quot;:0}],&quot;type&quot;:0}"/>
  <p:tag name="KSO_WM_SLIDE_RATIO" val="1.777778"/>
  <p:tag name="KSO_WM_SLIDE_BACKGROUND" val="[&quot;general&quot;]"/>
  <p:tag name="KSO_WM_SLIDE_BACKGROUND_TYPE" val="general"/>
</p:tagLst>
</file>

<file path=ppt/tags/tag24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24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24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20058_1*i*1"/>
  <p:tag name="KSO_WM_TEMPLATE_CATEGORY" val="diagram"/>
  <p:tag name="KSO_WM_TEMPLATE_INDEX" val="20220058"/>
  <p:tag name="KSO_WM_UNIT_LAYERLEVEL" val="1"/>
  <p:tag name="KSO_WM_TAG_VERSION" val="1.0"/>
  <p:tag name="KSO_WM_BEAUTIFY_FLAG" val="#wm#"/>
  <p:tag name="KSO_WM_UNIT_BLOCK" val="0"/>
  <p:tag name="KSO_WM_UNIT_SM_LIMIT_TYPE" val="0"/>
  <p:tag name="KSO_WM_UNIT_DEC_AREA_ID" val="401453a90b9f4fd5b1215058b8a2f2e8"/>
  <p:tag name="KSO_WM_UNIT_DECORATE_INFO" val="{&quot;ReferentInfo&quot;:{&quot;Id&quot;:&quot;2d2094633d9c481aa0d84a95a0159686&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249.xml><?xml version="1.0" encoding="utf-8"?>
<p:tagLst xmlns:p="http://schemas.openxmlformats.org/presentationml/2006/main">
  <p:tag name="KSO_WM_UNIT_ISCONTENTSTITLE" val="0"/>
  <p:tag name="KSO_WM_UNIT_ISNUMDGMTITLE" val="0"/>
  <p:tag name="KSO_WM_UNIT_PRESET_TEXT" val="线型上下导航版"/>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diagram20220058_1*a*1"/>
  <p:tag name="KSO_WM_TEMPLATE_CATEGORY" val="diagram"/>
  <p:tag name="KSO_WM_TEMPLATE_INDEX" val="20220058"/>
  <p:tag name="KSO_WM_UNIT_LAYERLEVEL" val="1"/>
  <p:tag name="KSO_WM_TAG_VERSION" val="1.0"/>
  <p:tag name="KSO_WM_BEAUTIFY_FLAG" val="#wm#"/>
  <p:tag name="KSO_WM_UNIT_VALUE" val="27"/>
  <p:tag name="KSO_WM_UNIT_BLOCK" val="0"/>
  <p:tag name="KSO_WM_UNIT_SM_LIMIT_TYPE" val="2"/>
  <p:tag name="KSO_WM_UNIT_DEC_AREA_ID" val="2d2094633d9c481aa0d84a95a015968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250.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2843_1*f*1"/>
  <p:tag name="KSO_WM_TEMPLATE_CATEGORY" val="diagram"/>
  <p:tag name="KSO_WM_TEMPLATE_INDEX" val="20212843"/>
  <p:tag name="KSO_WM_UNIT_LAYERLEVEL" val="1"/>
  <p:tag name="KSO_WM_TAG_VERSION" val="1.0"/>
  <p:tag name="KSO_WM_BEAUTIFY_FLAG" val="#wm#"/>
  <p:tag name="KSO_WM_UNIT_DEFAULT_FONT" val="14;20;2"/>
  <p:tag name="KSO_WM_UNIT_BLOCK" val="0"/>
  <p:tag name="KSO_WM_UNIT_VALUE" val="576"/>
  <p:tag name="KSO_WM_UNIT_SHOW_EDIT_AREA_INDICATION" val="1"/>
  <p:tag name="KSO_WM_CHIP_GROUPID" val="5e6b05596848fb12bee65ac8"/>
  <p:tag name="KSO_WM_CHIP_XID" val="5e6b05596848fb12bee65aca"/>
  <p:tag name="KSO_WM_UNIT_DEC_AREA_ID" val="8cb1ccbfd41a4f08aa021a2337e676da"/>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53f115901fe44f3787d5c3752471e8b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f644054ed1e2fb8092e"/>
  <p:tag name="KSO_WM_TEMPLATE_ASSEMBLE_GROUPID" val="60656f644054ed1e2fb8092e"/>
  <p:tag name="WM_BEAUTIFY_ZORDER_FLAG_TAG" val="3"/>
</p:tagLst>
</file>

<file path=ppt/tags/tag251.xml><?xml version="1.0" encoding="utf-8"?>
<p:tagLst xmlns:p="http://schemas.openxmlformats.org/presentationml/2006/main">
  <p:tag name="KSO_WM_SLIDE_ID" val="diagram20220058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8"/>
  <p:tag name="KSO_WM_SLIDE_LAYOUT" val="a_d"/>
  <p:tag name="KSO_WM_SLIDE_LAYOUT_CNT" val="1_1"/>
  <p:tag name="KSO_WM_SLIDE_TYPE" val="text"/>
  <p:tag name="KSO_WM_SLIDE_SUBTYPE" val="picTxt"/>
  <p:tag name="KSO_WM_SLIDE_LAYOUTTYPE" val="topbottom"/>
  <p:tag name="KSO_WM_SLIDE_SIZE" val="888*504"/>
  <p:tag name="KSO_WM_SLIDE_POSITION" val="36*12"/>
  <p:tag name="KSO_WM_SLIDE_LAYOUT_INFO" val="{&quot;backgroundInfo&quot;:[{&quot;bottom&quot;:0,&quot;bottomAbs&quot;:false,&quot;left&quot;:0,&quot;leftAbs&quot;:false,&quot;right&quot;:0,&quot;rightAbs&quot;:false,&quot;top&quot;:0,&quot;topAbs&quot;:false,&quot;type&quot;:&quot;general&quot;}],&quot;id&quot;:&quot;2026-01-13T21:08:24&quot;,&quot;maxSize&quot;:{&quot;size1&quot;:20},&quot;minSize&quot;:{&quot;size1&quot;:11.2},&quot;normalSize&quot;:{&quot;size1&quot;:11.2},&quot;subLayout&quot;:[{&quot;id&quot;:&quot;2026-01-13T21:08:24&quot;,&quot;margin&quot;:{&quot;bottom&quot;:0.025999998673796654,&quot;left&quot;:1.2699999809265137,&quot;right&quot;:1.2699999809265137,&quot;top&quot;:0.4230000376701355},&quot;type&quot;:0},{&quot;id&quot;:&quot;2026-01-13T21:08:24&quot;,&quot;margin&quot;:{&quot;bottom&quot;:0.847000002861023,&quot;left&quot;:1.2699999809265137,&quot;right&quot;:1.2699999809265137,&quot;top&quot;:1.2699999809265137},&quot;type&quot;:0}],&quot;type&quot;:0}"/>
  <p:tag name="KSO_WM_SLIDE_RATIO" val="1.777778"/>
  <p:tag name="KSO_WM_SLIDE_BACKGROUND" val="[&quot;general&quot;]"/>
  <p:tag name="KSO_WM_SLIDE_BACKGROUND_TYPE" val="general"/>
</p:tagLst>
</file>

<file path=ppt/tags/tag25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25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25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20058_1*i*1"/>
  <p:tag name="KSO_WM_TEMPLATE_CATEGORY" val="diagram"/>
  <p:tag name="KSO_WM_TEMPLATE_INDEX" val="20220058"/>
  <p:tag name="KSO_WM_UNIT_LAYERLEVEL" val="1"/>
  <p:tag name="KSO_WM_TAG_VERSION" val="1.0"/>
  <p:tag name="KSO_WM_BEAUTIFY_FLAG" val="#wm#"/>
  <p:tag name="KSO_WM_UNIT_BLOCK" val="0"/>
  <p:tag name="KSO_WM_UNIT_SM_LIMIT_TYPE" val="0"/>
  <p:tag name="KSO_WM_UNIT_DEC_AREA_ID" val="401453a90b9f4fd5b1215058b8a2f2e8"/>
  <p:tag name="KSO_WM_UNIT_DECORATE_INFO" val="{&quot;ReferentInfo&quot;:{&quot;Id&quot;:&quot;2d2094633d9c481aa0d84a95a0159686&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255.xml><?xml version="1.0" encoding="utf-8"?>
<p:tagLst xmlns:p="http://schemas.openxmlformats.org/presentationml/2006/main">
  <p:tag name="KSO_WM_UNIT_ISCONTENTSTITLE" val="0"/>
  <p:tag name="KSO_WM_UNIT_ISNUMDGMTITLE" val="0"/>
  <p:tag name="KSO_WM_UNIT_PRESET_TEXT" val="线型上下导航版"/>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diagram20220058_1*a*1"/>
  <p:tag name="KSO_WM_TEMPLATE_CATEGORY" val="diagram"/>
  <p:tag name="KSO_WM_TEMPLATE_INDEX" val="20220058"/>
  <p:tag name="KSO_WM_UNIT_LAYERLEVEL" val="1"/>
  <p:tag name="KSO_WM_TAG_VERSION" val="1.0"/>
  <p:tag name="KSO_WM_BEAUTIFY_FLAG" val="#wm#"/>
  <p:tag name="KSO_WM_UNIT_VALUE" val="27"/>
  <p:tag name="KSO_WM_UNIT_BLOCK" val="0"/>
  <p:tag name="KSO_WM_UNIT_SM_LIMIT_TYPE" val="2"/>
  <p:tag name="KSO_WM_UNIT_DEC_AREA_ID" val="2d2094633d9c481aa0d84a95a015968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256.xml><?xml version="1.0" encoding="utf-8"?>
<p:tagLst xmlns:p="http://schemas.openxmlformats.org/presentationml/2006/main">
  <p:tag name="KSO_WM_TAG_VERSION" val="1.0"/>
  <p:tag name="KSO_WM_BEAUTIFY_FLAG" val="#wm#"/>
  <p:tag name="KSO_WM_UNIT_TYPE" val="i"/>
  <p:tag name="KSO_WM_UNIT_ID" val="diagram20208604_1*i*1"/>
  <p:tag name="KSO_WM_TEMPLATE_CATEGORY" val="diagram"/>
  <p:tag name="KSO_WM_TEMPLATE_INDEX" val="20208604"/>
  <p:tag name="KSO_WM_UNIT_INDEX" val="1"/>
  <p:tag name="KSO_WM_UNIT_HIGHLIGHT" val="0"/>
  <p:tag name="KSO_WM_UNIT_COMPATIBLE" val="0"/>
  <p:tag name="KSO_WM_UNIT_DIAGRAM_ISNUMVISUAL" val="0"/>
  <p:tag name="KSO_WM_UNIT_DIAGRAM_ISREFERUNIT" val="0"/>
  <p:tag name="KSO_WM_UNIT_LAYERLEVEL" val="1"/>
  <p:tag name="KSO_WM_UNIT_BLOCK" val="0"/>
  <p:tag name="KSO_WM_UNIT_SM_LIMIT_TYPE" val="2"/>
  <p:tag name="KSO_WM_UNIT_DEC_AREA_ID" val="e352ecb8f5b840f19a3cb857467d0e4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UNIT_TEXT_FILL_FORE_SCHEMECOLOR_INDEX_BRIGHTNESS" val="0"/>
  <p:tag name="KSO_WM_UNIT_TEXT_FILL_FORE_SCHEMECOLOR_INDEX" val="2"/>
  <p:tag name="KSO_WM_UNIT_TEXT_FILL_TYPE" val="1"/>
  <p:tag name="KSO_WM_UNIT_VALUE" val="864"/>
  <p:tag name="KSO_WM_TEMPLATE_ASSEMBLE_XID" val="60656e7a4054ed1e2fb7f9a0"/>
  <p:tag name="KSO_WM_TEMPLATE_ASSEMBLE_GROUPID" val="60656e7a4054ed1e2fb7f9a0"/>
  <p:tag name="WM_BEAUTIFY_ZORDER_FLAG_TAG" val="3"/>
</p:tagLst>
</file>

<file path=ppt/tags/tag257.xml><?xml version="1.0" encoding="utf-8"?>
<p:tagLst xmlns:p="http://schemas.openxmlformats.org/presentationml/2006/main">
  <p:tag name="KSO_WM_TAG_VERSION" val="1.0"/>
  <p:tag name="KSO_WM_BEAUTIFY_FLAG" val="#wm#"/>
  <p:tag name="KSO_WM_UNIT_TYPE" val="i"/>
  <p:tag name="KSO_WM_UNIT_ID" val="diagram20208604_1*i*2"/>
  <p:tag name="KSO_WM_TEMPLATE_CATEGORY" val="diagram"/>
  <p:tag name="KSO_WM_TEMPLATE_INDEX" val="20208604"/>
  <p:tag name="KSO_WM_UNIT_INDEX" val="2"/>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65248d0e2eac4a16859a1c0559d33ac9"/>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4"/>
</p:tagLst>
</file>

<file path=ppt/tags/tag258.xml><?xml version="1.0" encoding="utf-8"?>
<p:tagLst xmlns:p="http://schemas.openxmlformats.org/presentationml/2006/main">
  <p:tag name="KSO_WM_TAG_VERSION" val="1.0"/>
  <p:tag name="KSO_WM_BEAUTIFY_FLAG" val="#wm#"/>
  <p:tag name="KSO_WM_UNIT_TYPE" val="i"/>
  <p:tag name="KSO_WM_UNIT_ID" val="diagram20208604_1*i*3"/>
  <p:tag name="KSO_WM_TEMPLATE_CATEGORY" val="diagram"/>
  <p:tag name="KSO_WM_TEMPLATE_INDEX" val="20208604"/>
  <p:tag name="KSO_WM_UNIT_INDEX" val="3"/>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d26b32aaa4d84b0dbd1030a6cabd7a68"/>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5"/>
</p:tagLst>
</file>

<file path=ppt/tags/tag259.xml><?xml version="1.0" encoding="utf-8"?>
<p:tagLst xmlns:p="http://schemas.openxmlformats.org/presentationml/2006/main">
  <p:tag name="KSO_WM_TAG_VERSION" val="1.0"/>
  <p:tag name="KSO_WM_BEAUTIFY_FLAG" val="#wm#"/>
  <p:tag name="KSO_WM_UNIT_TYPE" val="i"/>
  <p:tag name="KSO_WM_UNIT_ID" val="diagram20208604_1*i*4"/>
  <p:tag name="KSO_WM_TEMPLATE_CATEGORY" val="diagram"/>
  <p:tag name="KSO_WM_TEMPLATE_INDEX" val="20208604"/>
  <p:tag name="KSO_WM_UNIT_INDEX" val="4"/>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808fb1adb4d744cc9d369074d0507e4f"/>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6"/>
</p:tagLst>
</file>

<file path=ppt/tags/tag260.xml><?xml version="1.0" encoding="utf-8"?>
<p:tagLst xmlns:p="http://schemas.openxmlformats.org/presentationml/2006/main">
  <p:tag name="KSO_WM_TAG_VERSION" val="1.0"/>
  <p:tag name="KSO_WM_BEAUTIFY_FLAG" val="#wm#"/>
  <p:tag name="KSO_WM_UNIT_TYPE" val="i"/>
  <p:tag name="KSO_WM_UNIT_ID" val="diagram20208604_1*i*5"/>
  <p:tag name="KSO_WM_TEMPLATE_CATEGORY" val="diagram"/>
  <p:tag name="KSO_WM_TEMPLATE_INDEX" val="20208604"/>
  <p:tag name="KSO_WM_UNIT_INDEX" val="5"/>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060ccbb9a83241f2a52575c4e4f76136"/>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7"/>
</p:tagLst>
</file>

<file path=ppt/tags/tag261.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需要用更多的文字来表述；但请您尽可能提炼思想的精髓。"/>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8604_1*f*1"/>
  <p:tag name="KSO_WM_TEMPLATE_CATEGORY" val="diagram"/>
  <p:tag name="KSO_WM_TEMPLATE_INDEX" val="20208604"/>
  <p:tag name="KSO_WM_UNIT_LAYERLEVEL" val="1"/>
  <p:tag name="KSO_WM_TAG_VERSION" val="1.0"/>
  <p:tag name="KSO_WM_BEAUTIFY_FLAG" val="#wm#"/>
  <p:tag name="KSO_WM_UNIT_DEFAULT_FONT" val="14;20;2"/>
  <p:tag name="KSO_WM_UNIT_BLOCK" val="0"/>
  <p:tag name="KSO_WM_UNIT_VALUE" val="588"/>
  <p:tag name="KSO_WM_UNIT_SHOW_EDIT_AREA_INDICATION" val="1"/>
  <p:tag name="KSO_WM_CHIP_GROUPID" val="5e6b05596848fb12bee65ac8"/>
  <p:tag name="KSO_WM_CHIP_XID" val="5e6b05596848fb12bee65aca"/>
  <p:tag name="KSO_WM_UNIT_DEC_AREA_ID" val="5557aaf2e9bc4b2499ccf5d271336ab4"/>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ff7d2160ef064691979e787d147d2e4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e7a4054ed1e2fb7f9a0"/>
  <p:tag name="KSO_WM_TEMPLATE_ASSEMBLE_GROUPID" val="60656e7a4054ed1e2fb7f9a0"/>
  <p:tag name="WM_BEAUTIFY_ZORDER_FLAG_TAG" val="8"/>
</p:tagLst>
</file>

<file path=ppt/tags/tag262.xml><?xml version="1.0" encoding="utf-8"?>
<p:tagLst xmlns:p="http://schemas.openxmlformats.org/presentationml/2006/main">
  <p:tag name="KSO_WM_SLIDE_ID" val="diagram20220058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8"/>
  <p:tag name="KSO_WM_SLIDE_LAYOUT" val="a_d"/>
  <p:tag name="KSO_WM_SLIDE_LAYOUT_CNT" val="1_1"/>
  <p:tag name="KSO_WM_SLIDE_TYPE" val="text"/>
  <p:tag name="KSO_WM_SLIDE_SUBTYPE" val="picTxt"/>
  <p:tag name="KSO_WM_SLIDE_LAYOUTTYPE" val="topbottom"/>
  <p:tag name="KSO_WM_SLIDE_SIZE" val="888*504"/>
  <p:tag name="KSO_WM_SLIDE_POSITION" val="36*12"/>
  <p:tag name="KSO_WM_SLIDE_LAYOUT_INFO" val="{&quot;backgroundInfo&quot;:[{&quot;bottom&quot;:0,&quot;bottomAbs&quot;:false,&quot;left&quot;:0,&quot;leftAbs&quot;:false,&quot;right&quot;:0,&quot;rightAbs&quot;:false,&quot;top&quot;:0,&quot;topAbs&quot;:false,&quot;type&quot;:&quot;general&quot;}],&quot;id&quot;:&quot;2026-01-13T21:08:24&quot;,&quot;maxSize&quot;:{&quot;size1&quot;:20},&quot;minSize&quot;:{&quot;size1&quot;:11.2},&quot;normalSize&quot;:{&quot;size1&quot;:11.2},&quot;subLayout&quot;:[{&quot;id&quot;:&quot;2026-01-13T21:08:24&quot;,&quot;margin&quot;:{&quot;bottom&quot;:0.025999998673796654,&quot;left&quot;:1.2699999809265137,&quot;right&quot;:1.2699999809265137,&quot;top&quot;:0.4230000376701355},&quot;type&quot;:0},{&quot;id&quot;:&quot;2026-01-13T21:08:24&quot;,&quot;margin&quot;:{&quot;bottom&quot;:0.847000002861023,&quot;left&quot;:1.2699999809265137,&quot;right&quot;:1.2699999809265137,&quot;top&quot;:1.2699999809265137},&quot;type&quot;:0}],&quot;type&quot;:0}"/>
  <p:tag name="KSO_WM_SLIDE_RATIO" val="1.777778"/>
  <p:tag name="KSO_WM_SLIDE_BACKGROUND" val="[&quot;general&quot;]"/>
  <p:tag name="KSO_WM_SLIDE_BACKGROUND_TYPE" val="general"/>
</p:tagLst>
</file>

<file path=ppt/tags/tag26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26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26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20058_1*i*1"/>
  <p:tag name="KSO_WM_TEMPLATE_CATEGORY" val="diagram"/>
  <p:tag name="KSO_WM_TEMPLATE_INDEX" val="20220058"/>
  <p:tag name="KSO_WM_UNIT_LAYERLEVEL" val="1"/>
  <p:tag name="KSO_WM_TAG_VERSION" val="1.0"/>
  <p:tag name="KSO_WM_BEAUTIFY_FLAG" val="#wm#"/>
  <p:tag name="KSO_WM_UNIT_BLOCK" val="0"/>
  <p:tag name="KSO_WM_UNIT_SM_LIMIT_TYPE" val="0"/>
  <p:tag name="KSO_WM_UNIT_DEC_AREA_ID" val="401453a90b9f4fd5b1215058b8a2f2e8"/>
  <p:tag name="KSO_WM_UNIT_DECORATE_INFO" val="{&quot;ReferentInfo&quot;:{&quot;Id&quot;:&quot;2d2094633d9c481aa0d84a95a0159686&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266.xml><?xml version="1.0" encoding="utf-8"?>
<p:tagLst xmlns:p="http://schemas.openxmlformats.org/presentationml/2006/main">
  <p:tag name="KSO_WM_UNIT_ISCONTENTSTITLE" val="0"/>
  <p:tag name="KSO_WM_UNIT_ISNUMDGMTITLE" val="0"/>
  <p:tag name="KSO_WM_UNIT_PRESET_TEXT" val="线型上下导航版"/>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diagram20220058_1*a*1"/>
  <p:tag name="KSO_WM_TEMPLATE_CATEGORY" val="diagram"/>
  <p:tag name="KSO_WM_TEMPLATE_INDEX" val="20220058"/>
  <p:tag name="KSO_WM_UNIT_LAYERLEVEL" val="1"/>
  <p:tag name="KSO_WM_TAG_VERSION" val="1.0"/>
  <p:tag name="KSO_WM_BEAUTIFY_FLAG" val="#wm#"/>
  <p:tag name="KSO_WM_UNIT_VALUE" val="27"/>
  <p:tag name="KSO_WM_UNIT_BLOCK" val="0"/>
  <p:tag name="KSO_WM_UNIT_SM_LIMIT_TYPE" val="2"/>
  <p:tag name="KSO_WM_UNIT_DEC_AREA_ID" val="2d2094633d9c481aa0d84a95a015968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267.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7315_1*f*1"/>
  <p:tag name="KSO_WM_TEMPLATE_CATEGORY" val="diagram"/>
  <p:tag name="KSO_WM_TEMPLATE_INDEX" val="20207315"/>
  <p:tag name="KSO_WM_UNIT_LAYERLEVEL" val="1"/>
  <p:tag name="KSO_WM_TAG_VERSION" val="1.0"/>
  <p:tag name="KSO_WM_BEAUTIFY_FLAG" val="#wm#"/>
  <p:tag name="KSO_WM_UNIT_DEFAULT_FONT" val="14;20;2"/>
  <p:tag name="KSO_WM_UNIT_BLOCK" val="0"/>
  <p:tag name="KSO_WM_UNIT_VALUE" val="290"/>
  <p:tag name="KSO_WM_UNIT_SHOW_EDIT_AREA_INDICATION" val="1"/>
  <p:tag name="KSO_WM_CHIP_GROUPID" val="5e6b05596848fb12bee65ac8"/>
  <p:tag name="KSO_WM_CHIP_XID" val="5e6b05596848fb12bee65aca"/>
  <p:tag name="KSO_WM_UNIT_DEC_AREA_ID" val="3462bde237c543c58b90892aede91ea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dc8ab5172452436899286f2808371cac"/>
  <p:tag name="KSO_WM_UNIT_TEXT_FILL_FORE_SCHEMECOLOR_INDEX_BRIGHTNESS" val="0.25"/>
  <p:tag name="KSO_WM_UNIT_TEXT_FILL_FORE_SCHEMECOLOR_INDEX" val="13"/>
  <p:tag name="KSO_WM_UNIT_TEXT_FILL_TYPE" val="1"/>
  <p:tag name="KSO_WM_TEMPLATE_ASSEMBLE_XID" val="6130c4e08b5cc6c91112a571"/>
  <p:tag name="KSO_WM_TEMPLATE_ASSEMBLE_GROUPID" val="6130c4e08b5cc6c91112a571"/>
  <p:tag name="WM_BEAUTIFY_ZORDER_FLAG_TAG" val="4"/>
</p:tagLst>
</file>

<file path=ppt/tags/tag268.xml><?xml version="1.0" encoding="utf-8"?>
<p:tagLst xmlns:p="http://schemas.openxmlformats.org/presentationml/2006/main">
  <p:tag name="KSO_WM_SLIDE_ID" val="diagram20220058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8"/>
  <p:tag name="KSO_WM_SLIDE_LAYOUT" val="a_d"/>
  <p:tag name="KSO_WM_SLIDE_LAYOUT_CNT" val="1_1"/>
  <p:tag name="KSO_WM_SLIDE_TYPE" val="text"/>
  <p:tag name="KSO_WM_SLIDE_SUBTYPE" val="picTxt"/>
  <p:tag name="KSO_WM_SLIDE_LAYOUTTYPE" val="topbottom"/>
  <p:tag name="KSO_WM_SLIDE_SIZE" val="888*504"/>
  <p:tag name="KSO_WM_SLIDE_POSITION" val="36*12"/>
  <p:tag name="KSO_WM_SLIDE_LAYOUT_INFO" val="{&quot;backgroundInfo&quot;:[{&quot;bottom&quot;:0,&quot;bottomAbs&quot;:false,&quot;left&quot;:0,&quot;leftAbs&quot;:false,&quot;right&quot;:0,&quot;rightAbs&quot;:false,&quot;top&quot;:0,&quot;topAbs&quot;:false,&quot;type&quot;:&quot;general&quot;}],&quot;id&quot;:&quot;2026-01-13T21:08:25&quot;,&quot;maxSize&quot;:{&quot;size1&quot;:20},&quot;minSize&quot;:{&quot;size1&quot;:11.2},&quot;normalSize&quot;:{&quot;size1&quot;:11.2},&quot;subLayout&quot;:[{&quot;id&quot;:&quot;2026-01-13T21:08:25&quot;,&quot;margin&quot;:{&quot;bottom&quot;:0.025999998673796654,&quot;left&quot;:1.2699999809265137,&quot;right&quot;:1.2699999809265137,&quot;top&quot;:0.4230000376701355},&quot;type&quot;:0},{&quot;id&quot;:&quot;2026-01-13T21:08:25&quot;,&quot;margin&quot;:{&quot;bottom&quot;:0.847000002861023,&quot;left&quot;:1.2699999809265137,&quot;right&quot;:1.2699999809265137,&quot;top&quot;:1.2699999809265137},&quot;type&quot;:0}],&quot;type&quot;:0}"/>
  <p:tag name="KSO_WM_SLIDE_RATIO" val="1.777778"/>
  <p:tag name="KSO_WM_SLIDE_BACKGROUND" val="[&quot;general&quot;]"/>
  <p:tag name="KSO_WM_SLIDE_BACKGROUND_TYPE" val="general"/>
</p:tagLst>
</file>

<file path=ppt/tags/tag269.xml><?xml version="1.0" encoding="utf-8"?>
<p:tagLst xmlns:p="http://schemas.openxmlformats.org/presentationml/2006/main">
  <p:tag name="KSO_WM_UNIT_ISCONTENTSTITLE" val="0"/>
  <p:tag name="KSO_WM_UNIT_ISNUMDGMTITLE" val="0"/>
  <p:tag name="KSO_WM_UNIT_NOCLEAR" val="0"/>
  <p:tag name="KSO_WM_UNIT_VALUE" val="11"/>
  <p:tag name="KSO_WM_UNIT_HIGHLIGHT" val="0"/>
  <p:tag name="KSO_WM_UNIT_COMPATIBLE" val="0"/>
  <p:tag name="KSO_WM_UNIT_DIAGRAM_ISNUMVISUAL" val="0"/>
  <p:tag name="KSO_WM_UNIT_DIAGRAM_ISREFERUNIT" val="0"/>
  <p:tag name="KSO_WM_UNIT_TYPE" val="a"/>
  <p:tag name="KSO_WM_UNIT_INDEX" val="1"/>
  <p:tag name="KSO_WM_UNIT_ID" val="custom20206915_1*a*1"/>
  <p:tag name="KSO_WM_TEMPLATE_CATEGORY" val="custom"/>
  <p:tag name="KSO_WM_TEMPLATE_INDEX" val="20206915"/>
  <p:tag name="KSO_WM_UNIT_LAYERLEVEL" val="1"/>
  <p:tag name="KSO_WM_TAG_VERSION" val="1.0"/>
  <p:tag name="KSO_WM_BEAUTIFY_FLAG" val="#wm#"/>
  <p:tag name="KSO_WM_UNIT_PRESET_TEXT" val="空白演示经典风格"/>
  <p:tag name="KSO_WM_UNIT_TEXT_FILL_FORE_SCHEMECOLOR_INDEX_BRIGHTNESS" val="0"/>
  <p:tag name="KSO_WM_UNIT_TEXT_FILL_FORE_SCHEMECOLOR_INDEX" val="5"/>
  <p:tag name="KSO_WM_UNIT_TEXT_FILL_TYPE" val="1"/>
</p:tagLst>
</file>

<file path=ppt/tags/tag270.xml><?xml version="1.0" encoding="utf-8"?>
<p:tagLst xmlns:p="http://schemas.openxmlformats.org/presentationml/2006/main">
  <p:tag name="KSO_WM_UNIT_NOCLEAR" val="0"/>
  <p:tag name="KSO_WM_UNIT_VALUE" val="10"/>
  <p:tag name="KSO_WM_UNIT_HIGHLIGHT" val="0"/>
  <p:tag name="KSO_WM_UNIT_COMPATIBLE" val="0"/>
  <p:tag name="KSO_WM_UNIT_DIAGRAM_ISNUMVISUAL" val="0"/>
  <p:tag name="KSO_WM_UNIT_DIAGRAM_ISREFERUNIT" val="0"/>
  <p:tag name="KSO_WM_UNIT_TYPE" val="f"/>
  <p:tag name="KSO_WM_UNIT_INDEX" val="1"/>
  <p:tag name="KSO_WM_UNIT_ID" val="custom20206915_1*f*1"/>
  <p:tag name="KSO_WM_TEMPLATE_CATEGORY" val="custom"/>
  <p:tag name="KSO_WM_TEMPLATE_INDEX" val="20206915"/>
  <p:tag name="KSO_WM_UNIT_LAYERLEVEL" val="1"/>
  <p:tag name="KSO_WM_TAG_VERSION" val="1.0"/>
  <p:tag name="KSO_WM_BEAUTIFY_FLAG" val="#wm#"/>
  <p:tag name="KSO_WM_UNIT_ISCONTENTSTITLE" val="0"/>
  <p:tag name="KSO_WM_UNIT_ISNUMDGMTITLE" val="0"/>
  <p:tag name="KSO_WM_UNIT_PRESET_TEXT" val="演讲者："/>
  <p:tag name="KSO_WM_UNIT_SUBTYPE" val="b"/>
  <p:tag name="KSO_WM_UNIT_TEXT_FILL_FORE_SCHEMECOLOR_INDEX_BRIGHTNESS" val="0"/>
  <p:tag name="KSO_WM_UNIT_TEXT_FILL_FORE_SCHEMECOLOR_INDEX" val="5"/>
  <p:tag name="KSO_WM_UNIT_TEXT_FILL_TYPE" val="1"/>
</p:tagLst>
</file>

<file path=ppt/tags/tag271.xml><?xml version="1.0" encoding="utf-8"?>
<p:tagLst xmlns:p="http://schemas.openxmlformats.org/presentationml/2006/main">
  <p:tag name="KSO_WM_SLIDE_ID" val="custom20206915_1"/>
  <p:tag name="KSO_WM_TEMPLATE_SUBCATEGORY" val="0"/>
  <p:tag name="KSO_WM_TEMPLATE_MASTER_TYPE" val="1"/>
  <p:tag name="KSO_WM_TEMPLATE_COLOR_TYPE" val="1"/>
  <p:tag name="KSO_WM_SLIDE_TYPE" val="title"/>
  <p:tag name="KSO_WM_SLIDE_SUBTYPE" val="pureTxt"/>
  <p:tag name="KSO_WM_SLIDE_ITEM_CNT" val="0"/>
  <p:tag name="KSO_WM_SLIDE_INDEX" val="1"/>
  <p:tag name="KSO_WM_TAG_VERSION" val="1.0"/>
  <p:tag name="KSO_WM_BEAUTIFY_FLAG" val="#wm#"/>
  <p:tag name="KSO_WM_TEMPLATE_CATEGORY" val="custom"/>
  <p:tag name="KSO_WM_TEMPLATE_INDEX" val="20206915"/>
  <p:tag name="KSO_WM_SLIDE_LAYOUT" val="a_b_f"/>
  <p:tag name="KSO_WM_SLIDE_LAYOUT_CNT" val="1_1_1"/>
  <p:tag name="KSO_WM_TEMPLATE_MASTER_THUMB_INDEX" val="12"/>
  <p:tag name="KSO_WM_TEMPLATE_THUMBS_INDEX" val="1、4、7、8、10、11、12、13、15"/>
</p:tagLst>
</file>

<file path=ppt/tags/tag27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27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27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20058_1*i*1"/>
  <p:tag name="KSO_WM_TEMPLATE_CATEGORY" val="diagram"/>
  <p:tag name="KSO_WM_TEMPLATE_INDEX" val="20220058"/>
  <p:tag name="KSO_WM_UNIT_LAYERLEVEL" val="1"/>
  <p:tag name="KSO_WM_TAG_VERSION" val="1.0"/>
  <p:tag name="KSO_WM_BEAUTIFY_FLAG" val="#wm#"/>
  <p:tag name="KSO_WM_UNIT_BLOCK" val="0"/>
  <p:tag name="KSO_WM_UNIT_SM_LIMIT_TYPE" val="0"/>
  <p:tag name="KSO_WM_UNIT_DEC_AREA_ID" val="401453a90b9f4fd5b1215058b8a2f2e8"/>
  <p:tag name="KSO_WM_UNIT_DECORATE_INFO" val="{&quot;ReferentInfo&quot;:{&quot;Id&quot;:&quot;2d2094633d9c481aa0d84a95a0159686&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275.xml><?xml version="1.0" encoding="utf-8"?>
<p:tagLst xmlns:p="http://schemas.openxmlformats.org/presentationml/2006/main">
  <p:tag name="KSO_WM_UNIT_ISCONTENTSTITLE" val="0"/>
  <p:tag name="KSO_WM_UNIT_ISNUMDGMTITLE" val="0"/>
  <p:tag name="KSO_WM_UNIT_PRESET_TEXT" val="线型上下导航版"/>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diagram20220058_1*a*1"/>
  <p:tag name="KSO_WM_TEMPLATE_CATEGORY" val="diagram"/>
  <p:tag name="KSO_WM_TEMPLATE_INDEX" val="20220058"/>
  <p:tag name="KSO_WM_UNIT_LAYERLEVEL" val="1"/>
  <p:tag name="KSO_WM_TAG_VERSION" val="1.0"/>
  <p:tag name="KSO_WM_BEAUTIFY_FLAG" val="#wm#"/>
  <p:tag name="KSO_WM_UNIT_VALUE" val="27"/>
  <p:tag name="KSO_WM_UNIT_BLOCK" val="0"/>
  <p:tag name="KSO_WM_UNIT_SM_LIMIT_TYPE" val="2"/>
  <p:tag name="KSO_WM_UNIT_DEC_AREA_ID" val="2d2094633d9c481aa0d84a95a015968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276.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2843_1*f*1"/>
  <p:tag name="KSO_WM_TEMPLATE_CATEGORY" val="diagram"/>
  <p:tag name="KSO_WM_TEMPLATE_INDEX" val="20212843"/>
  <p:tag name="KSO_WM_UNIT_LAYERLEVEL" val="1"/>
  <p:tag name="KSO_WM_TAG_VERSION" val="1.0"/>
  <p:tag name="KSO_WM_BEAUTIFY_FLAG" val="#wm#"/>
  <p:tag name="KSO_WM_UNIT_DEFAULT_FONT" val="14;20;2"/>
  <p:tag name="KSO_WM_UNIT_BLOCK" val="0"/>
  <p:tag name="KSO_WM_UNIT_VALUE" val="576"/>
  <p:tag name="KSO_WM_UNIT_SHOW_EDIT_AREA_INDICATION" val="1"/>
  <p:tag name="KSO_WM_CHIP_GROUPID" val="5e6b05596848fb12bee65ac8"/>
  <p:tag name="KSO_WM_CHIP_XID" val="5e6b05596848fb12bee65aca"/>
  <p:tag name="KSO_WM_UNIT_DEC_AREA_ID" val="8cb1ccbfd41a4f08aa021a2337e676da"/>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53f115901fe44f3787d5c3752471e8b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f644054ed1e2fb8092e"/>
  <p:tag name="KSO_WM_TEMPLATE_ASSEMBLE_GROUPID" val="60656f644054ed1e2fb8092e"/>
  <p:tag name="WM_BEAUTIFY_ZORDER_FLAG_TAG" val="3"/>
</p:tagLst>
</file>

<file path=ppt/tags/tag277.xml><?xml version="1.0" encoding="utf-8"?>
<p:tagLst xmlns:p="http://schemas.openxmlformats.org/presentationml/2006/main">
  <p:tag name="KSO_WM_SLIDE_ID" val="diagram20220058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8"/>
  <p:tag name="KSO_WM_SLIDE_LAYOUT" val="a_d"/>
  <p:tag name="KSO_WM_SLIDE_LAYOUT_CNT" val="1_1"/>
  <p:tag name="KSO_WM_SLIDE_TYPE" val="text"/>
  <p:tag name="KSO_WM_SLIDE_SUBTYPE" val="picTxt"/>
  <p:tag name="KSO_WM_SLIDE_LAYOUTTYPE" val="topbottom"/>
  <p:tag name="KSO_WM_SLIDE_SIZE" val="888*504"/>
  <p:tag name="KSO_WM_SLIDE_POSITION" val="36*12"/>
  <p:tag name="KSO_WM_SLIDE_LAYOUT_INFO" val="{&quot;backgroundInfo&quot;:[{&quot;bottom&quot;:0,&quot;bottomAbs&quot;:false,&quot;left&quot;:0,&quot;leftAbs&quot;:false,&quot;right&quot;:0,&quot;rightAbs&quot;:false,&quot;top&quot;:0,&quot;topAbs&quot;:false,&quot;type&quot;:&quot;general&quot;}],&quot;id&quot;:&quot;2026-01-13T21:08:51&quot;,&quot;maxSize&quot;:{&quot;size1&quot;:20},&quot;minSize&quot;:{&quot;size1&quot;:11.2},&quot;normalSize&quot;:{&quot;size1&quot;:11.2},&quot;subLayout&quot;:[{&quot;id&quot;:&quot;2026-01-13T21:08:51&quot;,&quot;margin&quot;:{&quot;bottom&quot;:0.025999998673796654,&quot;left&quot;:1.2699999809265137,&quot;right&quot;:1.2699999809265137,&quot;top&quot;:0.4230000376701355},&quot;type&quot;:0},{&quot;id&quot;:&quot;2026-01-13T21:08:51&quot;,&quot;margin&quot;:{&quot;bottom&quot;:0.847000002861023,&quot;left&quot;:1.2699999809265137,&quot;right&quot;:1.2699999809265137,&quot;top&quot;:1.2699999809265137},&quot;type&quot;:0}],&quot;type&quot;:0}"/>
  <p:tag name="KSO_WM_SLIDE_RATIO" val="1.777778"/>
  <p:tag name="KSO_WM_SLIDE_BACKGROUND" val="[&quot;general&quot;]"/>
  <p:tag name="KSO_WM_SLIDE_BACKGROUND_TYPE" val="general"/>
</p:tagLst>
</file>

<file path=ppt/tags/tag27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27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28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20058_1*i*1"/>
  <p:tag name="KSO_WM_TEMPLATE_CATEGORY" val="diagram"/>
  <p:tag name="KSO_WM_TEMPLATE_INDEX" val="20220058"/>
  <p:tag name="KSO_WM_UNIT_LAYERLEVEL" val="1"/>
  <p:tag name="KSO_WM_TAG_VERSION" val="1.0"/>
  <p:tag name="KSO_WM_BEAUTIFY_FLAG" val="#wm#"/>
  <p:tag name="KSO_WM_UNIT_BLOCK" val="0"/>
  <p:tag name="KSO_WM_UNIT_SM_LIMIT_TYPE" val="0"/>
  <p:tag name="KSO_WM_UNIT_DEC_AREA_ID" val="401453a90b9f4fd5b1215058b8a2f2e8"/>
  <p:tag name="KSO_WM_UNIT_DECORATE_INFO" val="{&quot;ReferentInfo&quot;:{&quot;Id&quot;:&quot;2d2094633d9c481aa0d84a95a0159686&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281.xml><?xml version="1.0" encoding="utf-8"?>
<p:tagLst xmlns:p="http://schemas.openxmlformats.org/presentationml/2006/main">
  <p:tag name="KSO_WM_UNIT_ISCONTENTSTITLE" val="0"/>
  <p:tag name="KSO_WM_UNIT_ISNUMDGMTITLE" val="0"/>
  <p:tag name="KSO_WM_UNIT_PRESET_TEXT" val="线型上下导航版"/>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diagram20220058_1*a*1"/>
  <p:tag name="KSO_WM_TEMPLATE_CATEGORY" val="diagram"/>
  <p:tag name="KSO_WM_TEMPLATE_INDEX" val="20220058"/>
  <p:tag name="KSO_WM_UNIT_LAYERLEVEL" val="1"/>
  <p:tag name="KSO_WM_TAG_VERSION" val="1.0"/>
  <p:tag name="KSO_WM_BEAUTIFY_FLAG" val="#wm#"/>
  <p:tag name="KSO_WM_UNIT_VALUE" val="27"/>
  <p:tag name="KSO_WM_UNIT_BLOCK" val="0"/>
  <p:tag name="KSO_WM_UNIT_SM_LIMIT_TYPE" val="2"/>
  <p:tag name="KSO_WM_UNIT_DEC_AREA_ID" val="2d2094633d9c481aa0d84a95a015968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282.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7315_1*f*1"/>
  <p:tag name="KSO_WM_TEMPLATE_CATEGORY" val="diagram"/>
  <p:tag name="KSO_WM_TEMPLATE_INDEX" val="20207315"/>
  <p:tag name="KSO_WM_UNIT_LAYERLEVEL" val="1"/>
  <p:tag name="KSO_WM_TAG_VERSION" val="1.0"/>
  <p:tag name="KSO_WM_BEAUTIFY_FLAG" val="#wm#"/>
  <p:tag name="KSO_WM_UNIT_DEFAULT_FONT" val="14;20;2"/>
  <p:tag name="KSO_WM_UNIT_BLOCK" val="0"/>
  <p:tag name="KSO_WM_UNIT_VALUE" val="290"/>
  <p:tag name="KSO_WM_UNIT_SHOW_EDIT_AREA_INDICATION" val="1"/>
  <p:tag name="KSO_WM_CHIP_GROUPID" val="5e6b05596848fb12bee65ac8"/>
  <p:tag name="KSO_WM_CHIP_XID" val="5e6b05596848fb12bee65aca"/>
  <p:tag name="KSO_WM_UNIT_DEC_AREA_ID" val="3462bde237c543c58b90892aede91ea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dc8ab5172452436899286f2808371cac"/>
  <p:tag name="KSO_WM_UNIT_TEXT_FILL_FORE_SCHEMECOLOR_INDEX_BRIGHTNESS" val="0.25"/>
  <p:tag name="KSO_WM_UNIT_TEXT_FILL_FORE_SCHEMECOLOR_INDEX" val="13"/>
  <p:tag name="KSO_WM_UNIT_TEXT_FILL_TYPE" val="1"/>
  <p:tag name="KSO_WM_TEMPLATE_ASSEMBLE_XID" val="6130c4e08b5cc6c91112a571"/>
  <p:tag name="KSO_WM_TEMPLATE_ASSEMBLE_GROUPID" val="6130c4e08b5cc6c91112a571"/>
  <p:tag name="WM_BEAUTIFY_ZORDER_FLAG_TAG" val="4"/>
</p:tagLst>
</file>

<file path=ppt/tags/tag283.xml><?xml version="1.0" encoding="utf-8"?>
<p:tagLst xmlns:p="http://schemas.openxmlformats.org/presentationml/2006/main">
  <p:tag name="KSO_WM_SLIDE_ID" val="diagram20220058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8"/>
  <p:tag name="KSO_WM_SLIDE_LAYOUT" val="a_d"/>
  <p:tag name="KSO_WM_SLIDE_LAYOUT_CNT" val="1_1"/>
  <p:tag name="KSO_WM_SLIDE_TYPE" val="text"/>
  <p:tag name="KSO_WM_SLIDE_SUBTYPE" val="picTxt"/>
  <p:tag name="KSO_WM_SLIDE_LAYOUTTYPE" val="topbottom"/>
  <p:tag name="KSO_WM_SLIDE_SIZE" val="888*504"/>
  <p:tag name="KSO_WM_SLIDE_POSITION" val="36*12"/>
  <p:tag name="KSO_WM_SLIDE_LAYOUT_INFO" val="{&quot;backgroundInfo&quot;:[{&quot;bottom&quot;:0,&quot;bottomAbs&quot;:false,&quot;left&quot;:0,&quot;leftAbs&quot;:false,&quot;right&quot;:0,&quot;rightAbs&quot;:false,&quot;top&quot;:0,&quot;topAbs&quot;:false,&quot;type&quot;:&quot;general&quot;}],&quot;id&quot;:&quot;2026-01-13T21:08:51&quot;,&quot;maxSize&quot;:{&quot;size1&quot;:20},&quot;minSize&quot;:{&quot;size1&quot;:11.2},&quot;normalSize&quot;:{&quot;size1&quot;:11.2},&quot;subLayout&quot;:[{&quot;id&quot;:&quot;2026-01-13T21:08:51&quot;,&quot;margin&quot;:{&quot;bottom&quot;:0.025999998673796654,&quot;left&quot;:1.2699999809265137,&quot;right&quot;:1.2699999809265137,&quot;top&quot;:0.4230000376701355},&quot;type&quot;:0},{&quot;id&quot;:&quot;2026-01-13T21:08:51&quot;,&quot;margin&quot;:{&quot;bottom&quot;:0.847000002861023,&quot;left&quot;:1.2699999809265137,&quot;right&quot;:1.2699999809265137,&quot;top&quot;:1.2699999809265137},&quot;type&quot;:0}],&quot;type&quot;:0}"/>
  <p:tag name="KSO_WM_SLIDE_RATIO" val="1.777778"/>
  <p:tag name="KSO_WM_SLIDE_BACKGROUND" val="[&quot;general&quot;]"/>
  <p:tag name="KSO_WM_SLIDE_BACKGROUND_TYPE" val="general"/>
</p:tagLst>
</file>

<file path=ppt/tags/tag28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28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28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20058_1*i*1"/>
  <p:tag name="KSO_WM_TEMPLATE_CATEGORY" val="diagram"/>
  <p:tag name="KSO_WM_TEMPLATE_INDEX" val="20220058"/>
  <p:tag name="KSO_WM_UNIT_LAYERLEVEL" val="1"/>
  <p:tag name="KSO_WM_TAG_VERSION" val="1.0"/>
  <p:tag name="KSO_WM_BEAUTIFY_FLAG" val="#wm#"/>
  <p:tag name="KSO_WM_UNIT_BLOCK" val="0"/>
  <p:tag name="KSO_WM_UNIT_SM_LIMIT_TYPE" val="0"/>
  <p:tag name="KSO_WM_UNIT_DEC_AREA_ID" val="401453a90b9f4fd5b1215058b8a2f2e8"/>
  <p:tag name="KSO_WM_UNIT_DECORATE_INFO" val="{&quot;ReferentInfo&quot;:{&quot;Id&quot;:&quot;2d2094633d9c481aa0d84a95a0159686&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287.xml><?xml version="1.0" encoding="utf-8"?>
<p:tagLst xmlns:p="http://schemas.openxmlformats.org/presentationml/2006/main">
  <p:tag name="KSO_WM_UNIT_ISCONTENTSTITLE" val="0"/>
  <p:tag name="KSO_WM_UNIT_ISNUMDGMTITLE" val="0"/>
  <p:tag name="KSO_WM_UNIT_PRESET_TEXT" val="线型上下导航版"/>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diagram20220058_1*a*1"/>
  <p:tag name="KSO_WM_TEMPLATE_CATEGORY" val="diagram"/>
  <p:tag name="KSO_WM_TEMPLATE_INDEX" val="20220058"/>
  <p:tag name="KSO_WM_UNIT_LAYERLEVEL" val="1"/>
  <p:tag name="KSO_WM_TAG_VERSION" val="1.0"/>
  <p:tag name="KSO_WM_BEAUTIFY_FLAG" val="#wm#"/>
  <p:tag name="KSO_WM_UNIT_VALUE" val="27"/>
  <p:tag name="KSO_WM_UNIT_BLOCK" val="0"/>
  <p:tag name="KSO_WM_UNIT_SM_LIMIT_TYPE" val="2"/>
  <p:tag name="KSO_WM_UNIT_DEC_AREA_ID" val="2d2094633d9c481aa0d84a95a015968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288.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2843_1*f*1"/>
  <p:tag name="KSO_WM_TEMPLATE_CATEGORY" val="diagram"/>
  <p:tag name="KSO_WM_TEMPLATE_INDEX" val="20212843"/>
  <p:tag name="KSO_WM_UNIT_LAYERLEVEL" val="1"/>
  <p:tag name="KSO_WM_TAG_VERSION" val="1.0"/>
  <p:tag name="KSO_WM_BEAUTIFY_FLAG" val="#wm#"/>
  <p:tag name="KSO_WM_UNIT_DEFAULT_FONT" val="14;20;2"/>
  <p:tag name="KSO_WM_UNIT_BLOCK" val="0"/>
  <p:tag name="KSO_WM_UNIT_VALUE" val="576"/>
  <p:tag name="KSO_WM_UNIT_SHOW_EDIT_AREA_INDICATION" val="1"/>
  <p:tag name="KSO_WM_CHIP_GROUPID" val="5e6b05596848fb12bee65ac8"/>
  <p:tag name="KSO_WM_CHIP_XID" val="5e6b05596848fb12bee65aca"/>
  <p:tag name="KSO_WM_UNIT_DEC_AREA_ID" val="8cb1ccbfd41a4f08aa021a2337e676da"/>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53f115901fe44f3787d5c3752471e8b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f644054ed1e2fb8092e"/>
  <p:tag name="KSO_WM_TEMPLATE_ASSEMBLE_GROUPID" val="60656f644054ed1e2fb8092e"/>
  <p:tag name="WM_BEAUTIFY_ZORDER_FLAG_TAG" val="3"/>
</p:tagLst>
</file>

<file path=ppt/tags/tag289.xml><?xml version="1.0" encoding="utf-8"?>
<p:tagLst xmlns:p="http://schemas.openxmlformats.org/presentationml/2006/main">
  <p:tag name="KSO_WM_SLIDE_ID" val="diagram20220058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8"/>
  <p:tag name="KSO_WM_SLIDE_LAYOUT" val="a_d"/>
  <p:tag name="KSO_WM_SLIDE_LAYOUT_CNT" val="1_1"/>
  <p:tag name="KSO_WM_SLIDE_TYPE" val="text"/>
  <p:tag name="KSO_WM_SLIDE_SUBTYPE" val="picTxt"/>
  <p:tag name="KSO_WM_SLIDE_LAYOUTTYPE" val="topbottom"/>
  <p:tag name="KSO_WM_SLIDE_SIZE" val="888*504"/>
  <p:tag name="KSO_WM_SLIDE_POSITION" val="36*12"/>
  <p:tag name="KSO_WM_SLIDE_LAYOUT_INFO" val="{&quot;backgroundInfo&quot;:[{&quot;bottom&quot;:0,&quot;bottomAbs&quot;:false,&quot;left&quot;:0,&quot;leftAbs&quot;:false,&quot;right&quot;:0,&quot;rightAbs&quot;:false,&quot;top&quot;:0,&quot;topAbs&quot;:false,&quot;type&quot;:&quot;general&quot;}],&quot;id&quot;:&quot;2026-01-13T21:08:51&quot;,&quot;maxSize&quot;:{&quot;size1&quot;:20},&quot;minSize&quot;:{&quot;size1&quot;:11.2},&quot;normalSize&quot;:{&quot;size1&quot;:11.2},&quot;subLayout&quot;:[{&quot;id&quot;:&quot;2026-01-13T21:08:51&quot;,&quot;margin&quot;:{&quot;bottom&quot;:0.025999998673796654,&quot;left&quot;:1.2699999809265137,&quot;right&quot;:1.2699999809265137,&quot;top&quot;:0.4230000376701355},&quot;type&quot;:0},{&quot;id&quot;:&quot;2026-01-13T21:08:51&quot;,&quot;margin&quot;:{&quot;bottom&quot;:0.847000002861023,&quot;left&quot;:1.2699999809265137,&quot;right&quot;:1.2699999809265137,&quot;top&quot;:1.2699999809265137},&quot;type&quot;:0}],&quot;type&quot;:0}"/>
  <p:tag name="KSO_WM_SLIDE_RATIO" val="1.777778"/>
  <p:tag name="KSO_WM_SLIDE_BACKGROUND" val="[&quot;general&quot;]"/>
  <p:tag name="KSO_WM_SLIDE_BACKGROUND_TYPE" val="general"/>
</p:tagLst>
</file>

<file path=ppt/tags/tag29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29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29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20058_1*i*1"/>
  <p:tag name="KSO_WM_TEMPLATE_CATEGORY" val="diagram"/>
  <p:tag name="KSO_WM_TEMPLATE_INDEX" val="20220058"/>
  <p:tag name="KSO_WM_UNIT_LAYERLEVEL" val="1"/>
  <p:tag name="KSO_WM_TAG_VERSION" val="1.0"/>
  <p:tag name="KSO_WM_BEAUTIFY_FLAG" val="#wm#"/>
  <p:tag name="KSO_WM_UNIT_BLOCK" val="0"/>
  <p:tag name="KSO_WM_UNIT_SM_LIMIT_TYPE" val="0"/>
  <p:tag name="KSO_WM_UNIT_DEC_AREA_ID" val="401453a90b9f4fd5b1215058b8a2f2e8"/>
  <p:tag name="KSO_WM_UNIT_DECORATE_INFO" val="{&quot;ReferentInfo&quot;:{&quot;Id&quot;:&quot;2d2094633d9c481aa0d84a95a0159686&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293.xml><?xml version="1.0" encoding="utf-8"?>
<p:tagLst xmlns:p="http://schemas.openxmlformats.org/presentationml/2006/main">
  <p:tag name="KSO_WM_UNIT_ISCONTENTSTITLE" val="0"/>
  <p:tag name="KSO_WM_UNIT_ISNUMDGMTITLE" val="0"/>
  <p:tag name="KSO_WM_UNIT_PRESET_TEXT" val="线型上下导航版"/>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diagram20220058_1*a*1"/>
  <p:tag name="KSO_WM_TEMPLATE_CATEGORY" val="diagram"/>
  <p:tag name="KSO_WM_TEMPLATE_INDEX" val="20220058"/>
  <p:tag name="KSO_WM_UNIT_LAYERLEVEL" val="1"/>
  <p:tag name="KSO_WM_TAG_VERSION" val="1.0"/>
  <p:tag name="KSO_WM_BEAUTIFY_FLAG" val="#wm#"/>
  <p:tag name="KSO_WM_UNIT_VALUE" val="27"/>
  <p:tag name="KSO_WM_UNIT_BLOCK" val="0"/>
  <p:tag name="KSO_WM_UNIT_SM_LIMIT_TYPE" val="2"/>
  <p:tag name="KSO_WM_UNIT_DEC_AREA_ID" val="2d2094633d9c481aa0d84a95a015968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294.xml><?xml version="1.0" encoding="utf-8"?>
<p:tagLst xmlns:p="http://schemas.openxmlformats.org/presentationml/2006/main">
  <p:tag name="KSO_WM_TAG_VERSION" val="1.0"/>
  <p:tag name="KSO_WM_BEAUTIFY_FLAG" val="#wm#"/>
  <p:tag name="KSO_WM_UNIT_TYPE" val="i"/>
  <p:tag name="KSO_WM_UNIT_ID" val="diagram20208604_1*i*1"/>
  <p:tag name="KSO_WM_TEMPLATE_CATEGORY" val="diagram"/>
  <p:tag name="KSO_WM_TEMPLATE_INDEX" val="20208604"/>
  <p:tag name="KSO_WM_UNIT_INDEX" val="1"/>
  <p:tag name="KSO_WM_UNIT_HIGHLIGHT" val="0"/>
  <p:tag name="KSO_WM_UNIT_COMPATIBLE" val="0"/>
  <p:tag name="KSO_WM_UNIT_DIAGRAM_ISNUMVISUAL" val="0"/>
  <p:tag name="KSO_WM_UNIT_DIAGRAM_ISREFERUNIT" val="0"/>
  <p:tag name="KSO_WM_UNIT_LAYERLEVEL" val="1"/>
  <p:tag name="KSO_WM_UNIT_BLOCK" val="0"/>
  <p:tag name="KSO_WM_UNIT_SM_LIMIT_TYPE" val="2"/>
  <p:tag name="KSO_WM_UNIT_DEC_AREA_ID" val="e352ecb8f5b840f19a3cb857467d0e4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UNIT_TEXT_FILL_FORE_SCHEMECOLOR_INDEX_BRIGHTNESS" val="0"/>
  <p:tag name="KSO_WM_UNIT_TEXT_FILL_FORE_SCHEMECOLOR_INDEX" val="2"/>
  <p:tag name="KSO_WM_UNIT_TEXT_FILL_TYPE" val="1"/>
  <p:tag name="KSO_WM_UNIT_VALUE" val="864"/>
  <p:tag name="KSO_WM_TEMPLATE_ASSEMBLE_XID" val="60656e7a4054ed1e2fb7f9a0"/>
  <p:tag name="KSO_WM_TEMPLATE_ASSEMBLE_GROUPID" val="60656e7a4054ed1e2fb7f9a0"/>
  <p:tag name="WM_BEAUTIFY_ZORDER_FLAG_TAG" val="3"/>
</p:tagLst>
</file>

<file path=ppt/tags/tag295.xml><?xml version="1.0" encoding="utf-8"?>
<p:tagLst xmlns:p="http://schemas.openxmlformats.org/presentationml/2006/main">
  <p:tag name="KSO_WM_TAG_VERSION" val="1.0"/>
  <p:tag name="KSO_WM_BEAUTIFY_FLAG" val="#wm#"/>
  <p:tag name="KSO_WM_UNIT_TYPE" val="i"/>
  <p:tag name="KSO_WM_UNIT_ID" val="diagram20208604_1*i*2"/>
  <p:tag name="KSO_WM_TEMPLATE_CATEGORY" val="diagram"/>
  <p:tag name="KSO_WM_TEMPLATE_INDEX" val="20208604"/>
  <p:tag name="KSO_WM_UNIT_INDEX" val="2"/>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65248d0e2eac4a16859a1c0559d33ac9"/>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4"/>
</p:tagLst>
</file>

<file path=ppt/tags/tag296.xml><?xml version="1.0" encoding="utf-8"?>
<p:tagLst xmlns:p="http://schemas.openxmlformats.org/presentationml/2006/main">
  <p:tag name="KSO_WM_TAG_VERSION" val="1.0"/>
  <p:tag name="KSO_WM_BEAUTIFY_FLAG" val="#wm#"/>
  <p:tag name="KSO_WM_UNIT_TYPE" val="i"/>
  <p:tag name="KSO_WM_UNIT_ID" val="diagram20208604_1*i*3"/>
  <p:tag name="KSO_WM_TEMPLATE_CATEGORY" val="diagram"/>
  <p:tag name="KSO_WM_TEMPLATE_INDEX" val="20208604"/>
  <p:tag name="KSO_WM_UNIT_INDEX" val="3"/>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d26b32aaa4d84b0dbd1030a6cabd7a68"/>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5"/>
</p:tagLst>
</file>

<file path=ppt/tags/tag297.xml><?xml version="1.0" encoding="utf-8"?>
<p:tagLst xmlns:p="http://schemas.openxmlformats.org/presentationml/2006/main">
  <p:tag name="KSO_WM_TAG_VERSION" val="1.0"/>
  <p:tag name="KSO_WM_BEAUTIFY_FLAG" val="#wm#"/>
  <p:tag name="KSO_WM_UNIT_TYPE" val="i"/>
  <p:tag name="KSO_WM_UNIT_ID" val="diagram20208604_1*i*4"/>
  <p:tag name="KSO_WM_TEMPLATE_CATEGORY" val="diagram"/>
  <p:tag name="KSO_WM_TEMPLATE_INDEX" val="20208604"/>
  <p:tag name="KSO_WM_UNIT_INDEX" val="4"/>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808fb1adb4d744cc9d369074d0507e4f"/>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6"/>
</p:tagLst>
</file>

<file path=ppt/tags/tag298.xml><?xml version="1.0" encoding="utf-8"?>
<p:tagLst xmlns:p="http://schemas.openxmlformats.org/presentationml/2006/main">
  <p:tag name="KSO_WM_TAG_VERSION" val="1.0"/>
  <p:tag name="KSO_WM_BEAUTIFY_FLAG" val="#wm#"/>
  <p:tag name="KSO_WM_UNIT_TYPE" val="i"/>
  <p:tag name="KSO_WM_UNIT_ID" val="diagram20208604_1*i*5"/>
  <p:tag name="KSO_WM_TEMPLATE_CATEGORY" val="diagram"/>
  <p:tag name="KSO_WM_TEMPLATE_INDEX" val="20208604"/>
  <p:tag name="KSO_WM_UNIT_INDEX" val="5"/>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060ccbb9a83241f2a52575c4e4f76136"/>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7"/>
</p:tagLst>
</file>

<file path=ppt/tags/tag299.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需要用更多的文字来表述；但请您尽可能提炼思想的精髓。"/>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8604_1*f*1"/>
  <p:tag name="KSO_WM_TEMPLATE_CATEGORY" val="diagram"/>
  <p:tag name="KSO_WM_TEMPLATE_INDEX" val="20208604"/>
  <p:tag name="KSO_WM_UNIT_LAYERLEVEL" val="1"/>
  <p:tag name="KSO_WM_TAG_VERSION" val="1.0"/>
  <p:tag name="KSO_WM_BEAUTIFY_FLAG" val="#wm#"/>
  <p:tag name="KSO_WM_UNIT_DEFAULT_FONT" val="14;20;2"/>
  <p:tag name="KSO_WM_UNIT_BLOCK" val="0"/>
  <p:tag name="KSO_WM_UNIT_VALUE" val="588"/>
  <p:tag name="KSO_WM_UNIT_SHOW_EDIT_AREA_INDICATION" val="1"/>
  <p:tag name="KSO_WM_CHIP_GROUPID" val="5e6b05596848fb12bee65ac8"/>
  <p:tag name="KSO_WM_CHIP_XID" val="5e6b05596848fb12bee65aca"/>
  <p:tag name="KSO_WM_UNIT_DEC_AREA_ID" val="5557aaf2e9bc4b2499ccf5d271336ab4"/>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ff7d2160ef064691979e787d147d2e4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e7a4054ed1e2fb7f9a0"/>
  <p:tag name="KSO_WM_TEMPLATE_ASSEMBLE_GROUPID" val="60656e7a4054ed1e2fb7f9a0"/>
  <p:tag name="WM_BEAUTIFY_ZORDER_FLAG_TAG" val="8"/>
</p:tagLst>
</file>

<file path=ppt/tags/tag300.xml><?xml version="1.0" encoding="utf-8"?>
<p:tagLst xmlns:p="http://schemas.openxmlformats.org/presentationml/2006/main">
  <p:tag name="KSO_WM_SLIDE_ID" val="diagram20220058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8"/>
  <p:tag name="KSO_WM_SLIDE_LAYOUT" val="a_d"/>
  <p:tag name="KSO_WM_SLIDE_LAYOUT_CNT" val="1_1"/>
  <p:tag name="KSO_WM_SLIDE_TYPE" val="text"/>
  <p:tag name="KSO_WM_SLIDE_SUBTYPE" val="picTxt"/>
  <p:tag name="KSO_WM_SLIDE_LAYOUTTYPE" val="topbottom"/>
  <p:tag name="KSO_WM_SLIDE_SIZE" val="888*504"/>
  <p:tag name="KSO_WM_SLIDE_POSITION" val="36*12"/>
  <p:tag name="KSO_WM_SLIDE_LAYOUT_INFO" val="{&quot;backgroundInfo&quot;:[{&quot;bottom&quot;:0,&quot;bottomAbs&quot;:false,&quot;left&quot;:0,&quot;leftAbs&quot;:false,&quot;right&quot;:0,&quot;rightAbs&quot;:false,&quot;top&quot;:0,&quot;topAbs&quot;:false,&quot;type&quot;:&quot;general&quot;}],&quot;id&quot;:&quot;2026-01-13T21:08:51&quot;,&quot;maxSize&quot;:{&quot;size1&quot;:20},&quot;minSize&quot;:{&quot;size1&quot;:11.2},&quot;normalSize&quot;:{&quot;size1&quot;:11.2},&quot;subLayout&quot;:[{&quot;id&quot;:&quot;2026-01-13T21:08:51&quot;,&quot;margin&quot;:{&quot;bottom&quot;:0.025999998673796654,&quot;left&quot;:1.2699999809265137,&quot;right&quot;:1.2699999809265137,&quot;top&quot;:0.4230000376701355},&quot;type&quot;:0},{&quot;id&quot;:&quot;2026-01-13T21:08:51&quot;,&quot;margin&quot;:{&quot;bottom&quot;:0.847000002861023,&quot;left&quot;:1.2699999809265137,&quot;right&quot;:1.2699999809265137,&quot;top&quot;:1.2699999809265137},&quot;type&quot;:0}],&quot;type&quot;:0}"/>
  <p:tag name="KSO_WM_SLIDE_RATIO" val="1.777778"/>
  <p:tag name="KSO_WM_SLIDE_BACKGROUND" val="[&quot;general&quot;]"/>
  <p:tag name="KSO_WM_SLIDE_BACKGROUND_TYPE" val="general"/>
</p:tagLst>
</file>

<file path=ppt/tags/tag30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30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30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20058_1*i*1"/>
  <p:tag name="KSO_WM_TEMPLATE_CATEGORY" val="diagram"/>
  <p:tag name="KSO_WM_TEMPLATE_INDEX" val="20220058"/>
  <p:tag name="KSO_WM_UNIT_LAYERLEVEL" val="1"/>
  <p:tag name="KSO_WM_TAG_VERSION" val="1.0"/>
  <p:tag name="KSO_WM_BEAUTIFY_FLAG" val="#wm#"/>
  <p:tag name="KSO_WM_UNIT_BLOCK" val="0"/>
  <p:tag name="KSO_WM_UNIT_SM_LIMIT_TYPE" val="0"/>
  <p:tag name="KSO_WM_UNIT_DEC_AREA_ID" val="401453a90b9f4fd5b1215058b8a2f2e8"/>
  <p:tag name="KSO_WM_UNIT_DECORATE_INFO" val="{&quot;ReferentInfo&quot;:{&quot;Id&quot;:&quot;2d2094633d9c481aa0d84a95a0159686&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304.xml><?xml version="1.0" encoding="utf-8"?>
<p:tagLst xmlns:p="http://schemas.openxmlformats.org/presentationml/2006/main">
  <p:tag name="KSO_WM_UNIT_ISCONTENTSTITLE" val="0"/>
  <p:tag name="KSO_WM_UNIT_ISNUMDGMTITLE" val="0"/>
  <p:tag name="KSO_WM_UNIT_PRESET_TEXT" val="线型上下导航版"/>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diagram20220058_1*a*1"/>
  <p:tag name="KSO_WM_TEMPLATE_CATEGORY" val="diagram"/>
  <p:tag name="KSO_WM_TEMPLATE_INDEX" val="20220058"/>
  <p:tag name="KSO_WM_UNIT_LAYERLEVEL" val="1"/>
  <p:tag name="KSO_WM_TAG_VERSION" val="1.0"/>
  <p:tag name="KSO_WM_BEAUTIFY_FLAG" val="#wm#"/>
  <p:tag name="KSO_WM_UNIT_VALUE" val="27"/>
  <p:tag name="KSO_WM_UNIT_BLOCK" val="0"/>
  <p:tag name="KSO_WM_UNIT_SM_LIMIT_TYPE" val="2"/>
  <p:tag name="KSO_WM_UNIT_DEC_AREA_ID" val="2d2094633d9c481aa0d84a95a015968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305.xml><?xml version="1.0" encoding="utf-8"?>
<p:tagLst xmlns:p="http://schemas.openxmlformats.org/presentationml/2006/main">
  <p:tag name="KSO_WM_TAG_VERSION" val="1.0"/>
  <p:tag name="KSO_WM_BEAUTIFY_FLAG" val="#wm#"/>
  <p:tag name="KSO_WM_UNIT_TYPE" val="i"/>
  <p:tag name="KSO_WM_UNIT_ID" val="diagram20208604_1*i*1"/>
  <p:tag name="KSO_WM_TEMPLATE_CATEGORY" val="diagram"/>
  <p:tag name="KSO_WM_TEMPLATE_INDEX" val="20208604"/>
  <p:tag name="KSO_WM_UNIT_INDEX" val="1"/>
  <p:tag name="KSO_WM_UNIT_HIGHLIGHT" val="0"/>
  <p:tag name="KSO_WM_UNIT_COMPATIBLE" val="0"/>
  <p:tag name="KSO_WM_UNIT_DIAGRAM_ISNUMVISUAL" val="0"/>
  <p:tag name="KSO_WM_UNIT_DIAGRAM_ISREFERUNIT" val="0"/>
  <p:tag name="KSO_WM_UNIT_LAYERLEVEL" val="1"/>
  <p:tag name="KSO_WM_UNIT_BLOCK" val="0"/>
  <p:tag name="KSO_WM_UNIT_SM_LIMIT_TYPE" val="2"/>
  <p:tag name="KSO_WM_UNIT_DEC_AREA_ID" val="e352ecb8f5b840f19a3cb857467d0e4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UNIT_TEXT_FILL_FORE_SCHEMECOLOR_INDEX_BRIGHTNESS" val="0"/>
  <p:tag name="KSO_WM_UNIT_TEXT_FILL_FORE_SCHEMECOLOR_INDEX" val="2"/>
  <p:tag name="KSO_WM_UNIT_TEXT_FILL_TYPE" val="1"/>
  <p:tag name="KSO_WM_UNIT_VALUE" val="864"/>
  <p:tag name="KSO_WM_TEMPLATE_ASSEMBLE_XID" val="60656e7a4054ed1e2fb7f9a0"/>
  <p:tag name="KSO_WM_TEMPLATE_ASSEMBLE_GROUPID" val="60656e7a4054ed1e2fb7f9a0"/>
  <p:tag name="WM_BEAUTIFY_ZORDER_FLAG_TAG" val="3"/>
</p:tagLst>
</file>

<file path=ppt/tags/tag306.xml><?xml version="1.0" encoding="utf-8"?>
<p:tagLst xmlns:p="http://schemas.openxmlformats.org/presentationml/2006/main">
  <p:tag name="KSO_WM_TAG_VERSION" val="1.0"/>
  <p:tag name="KSO_WM_BEAUTIFY_FLAG" val="#wm#"/>
  <p:tag name="KSO_WM_UNIT_TYPE" val="i"/>
  <p:tag name="KSO_WM_UNIT_ID" val="diagram20208604_1*i*2"/>
  <p:tag name="KSO_WM_TEMPLATE_CATEGORY" val="diagram"/>
  <p:tag name="KSO_WM_TEMPLATE_INDEX" val="20208604"/>
  <p:tag name="KSO_WM_UNIT_INDEX" val="2"/>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65248d0e2eac4a16859a1c0559d33ac9"/>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4"/>
</p:tagLst>
</file>

<file path=ppt/tags/tag307.xml><?xml version="1.0" encoding="utf-8"?>
<p:tagLst xmlns:p="http://schemas.openxmlformats.org/presentationml/2006/main">
  <p:tag name="KSO_WM_TAG_VERSION" val="1.0"/>
  <p:tag name="KSO_WM_BEAUTIFY_FLAG" val="#wm#"/>
  <p:tag name="KSO_WM_UNIT_TYPE" val="i"/>
  <p:tag name="KSO_WM_UNIT_ID" val="diagram20208604_1*i*3"/>
  <p:tag name="KSO_WM_TEMPLATE_CATEGORY" val="diagram"/>
  <p:tag name="KSO_WM_TEMPLATE_INDEX" val="20208604"/>
  <p:tag name="KSO_WM_UNIT_INDEX" val="3"/>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d26b32aaa4d84b0dbd1030a6cabd7a68"/>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5"/>
</p:tagLst>
</file>

<file path=ppt/tags/tag308.xml><?xml version="1.0" encoding="utf-8"?>
<p:tagLst xmlns:p="http://schemas.openxmlformats.org/presentationml/2006/main">
  <p:tag name="KSO_WM_TAG_VERSION" val="1.0"/>
  <p:tag name="KSO_WM_BEAUTIFY_FLAG" val="#wm#"/>
  <p:tag name="KSO_WM_UNIT_TYPE" val="i"/>
  <p:tag name="KSO_WM_UNIT_ID" val="diagram20208604_1*i*4"/>
  <p:tag name="KSO_WM_TEMPLATE_CATEGORY" val="diagram"/>
  <p:tag name="KSO_WM_TEMPLATE_INDEX" val="20208604"/>
  <p:tag name="KSO_WM_UNIT_INDEX" val="4"/>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808fb1adb4d744cc9d369074d0507e4f"/>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6"/>
</p:tagLst>
</file>

<file path=ppt/tags/tag309.xml><?xml version="1.0" encoding="utf-8"?>
<p:tagLst xmlns:p="http://schemas.openxmlformats.org/presentationml/2006/main">
  <p:tag name="KSO_WM_TAG_VERSION" val="1.0"/>
  <p:tag name="KSO_WM_BEAUTIFY_FLAG" val="#wm#"/>
  <p:tag name="KSO_WM_UNIT_TYPE" val="i"/>
  <p:tag name="KSO_WM_UNIT_ID" val="diagram20208604_1*i*5"/>
  <p:tag name="KSO_WM_TEMPLATE_CATEGORY" val="diagram"/>
  <p:tag name="KSO_WM_TEMPLATE_INDEX" val="20208604"/>
  <p:tag name="KSO_WM_UNIT_INDEX" val="5"/>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060ccbb9a83241f2a52575c4e4f76136"/>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7"/>
</p:tagLst>
</file>

<file path=ppt/tags/tag310.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需要用更多的文字来表述；但请您尽可能提炼思想的精髓。"/>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8604_1*f*1"/>
  <p:tag name="KSO_WM_TEMPLATE_CATEGORY" val="diagram"/>
  <p:tag name="KSO_WM_TEMPLATE_INDEX" val="20208604"/>
  <p:tag name="KSO_WM_UNIT_LAYERLEVEL" val="1"/>
  <p:tag name="KSO_WM_TAG_VERSION" val="1.0"/>
  <p:tag name="KSO_WM_BEAUTIFY_FLAG" val="#wm#"/>
  <p:tag name="KSO_WM_UNIT_DEFAULT_FONT" val="14;20;2"/>
  <p:tag name="KSO_WM_UNIT_BLOCK" val="0"/>
  <p:tag name="KSO_WM_UNIT_VALUE" val="588"/>
  <p:tag name="KSO_WM_UNIT_SHOW_EDIT_AREA_INDICATION" val="1"/>
  <p:tag name="KSO_WM_CHIP_GROUPID" val="5e6b05596848fb12bee65ac8"/>
  <p:tag name="KSO_WM_CHIP_XID" val="5e6b05596848fb12bee65aca"/>
  <p:tag name="KSO_WM_UNIT_DEC_AREA_ID" val="5557aaf2e9bc4b2499ccf5d271336ab4"/>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ff7d2160ef064691979e787d147d2e4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e7a4054ed1e2fb7f9a0"/>
  <p:tag name="KSO_WM_TEMPLATE_ASSEMBLE_GROUPID" val="60656e7a4054ed1e2fb7f9a0"/>
  <p:tag name="WM_BEAUTIFY_ZORDER_FLAG_TAG" val="8"/>
</p:tagLst>
</file>

<file path=ppt/tags/tag311.xml><?xml version="1.0" encoding="utf-8"?>
<p:tagLst xmlns:p="http://schemas.openxmlformats.org/presentationml/2006/main">
  <p:tag name="KSO_WM_SLIDE_ID" val="diagram20220058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8"/>
  <p:tag name="KSO_WM_SLIDE_LAYOUT" val="a_d"/>
  <p:tag name="KSO_WM_SLIDE_LAYOUT_CNT" val="1_1"/>
  <p:tag name="KSO_WM_SLIDE_TYPE" val="text"/>
  <p:tag name="KSO_WM_SLIDE_SUBTYPE" val="picTxt"/>
  <p:tag name="KSO_WM_SLIDE_LAYOUTTYPE" val="topbottom"/>
  <p:tag name="KSO_WM_SLIDE_SIZE" val="888*504"/>
  <p:tag name="KSO_WM_SLIDE_POSITION" val="36*12"/>
  <p:tag name="KSO_WM_SLIDE_LAYOUT_INFO" val="{&quot;backgroundInfo&quot;:[{&quot;bottom&quot;:0,&quot;bottomAbs&quot;:false,&quot;left&quot;:0,&quot;leftAbs&quot;:false,&quot;right&quot;:0,&quot;rightAbs&quot;:false,&quot;top&quot;:0,&quot;topAbs&quot;:false,&quot;type&quot;:&quot;general&quot;}],&quot;id&quot;:&quot;2026-01-13T21:08:51&quot;,&quot;maxSize&quot;:{&quot;size1&quot;:20},&quot;minSize&quot;:{&quot;size1&quot;:11.2},&quot;normalSize&quot;:{&quot;size1&quot;:11.2},&quot;subLayout&quot;:[{&quot;id&quot;:&quot;2026-01-13T21:08:51&quot;,&quot;margin&quot;:{&quot;bottom&quot;:0.025999998673796654,&quot;left&quot;:1.2699999809265137,&quot;right&quot;:1.2699999809265137,&quot;top&quot;:0.4230000376701355},&quot;type&quot;:0},{&quot;id&quot;:&quot;2026-01-13T21:08:51&quot;,&quot;margin&quot;:{&quot;bottom&quot;:0.847000002861023,&quot;left&quot;:1.2699999809265137,&quot;right&quot;:1.2699999809265137,&quot;top&quot;:1.2699999809265137},&quot;type&quot;:0}],&quot;type&quot;:0}"/>
  <p:tag name="KSO_WM_SLIDE_RATIO" val="1.777778"/>
  <p:tag name="KSO_WM_SLIDE_BACKGROUND" val="[&quot;general&quot;]"/>
  <p:tag name="KSO_WM_SLIDE_BACKGROUND_TYPE" val="general"/>
</p:tagLst>
</file>

<file path=ppt/tags/tag3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3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3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20058_1*i*1"/>
  <p:tag name="KSO_WM_TEMPLATE_CATEGORY" val="diagram"/>
  <p:tag name="KSO_WM_TEMPLATE_INDEX" val="20220058"/>
  <p:tag name="KSO_WM_UNIT_LAYERLEVEL" val="1"/>
  <p:tag name="KSO_WM_TAG_VERSION" val="1.0"/>
  <p:tag name="KSO_WM_BEAUTIFY_FLAG" val="#wm#"/>
  <p:tag name="KSO_WM_UNIT_BLOCK" val="0"/>
  <p:tag name="KSO_WM_UNIT_SM_LIMIT_TYPE" val="0"/>
  <p:tag name="KSO_WM_UNIT_DEC_AREA_ID" val="401453a90b9f4fd5b1215058b8a2f2e8"/>
  <p:tag name="KSO_WM_UNIT_DECORATE_INFO" val="{&quot;ReferentInfo&quot;:{&quot;Id&quot;:&quot;2d2094633d9c481aa0d84a95a0159686&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315.xml><?xml version="1.0" encoding="utf-8"?>
<p:tagLst xmlns:p="http://schemas.openxmlformats.org/presentationml/2006/main">
  <p:tag name="KSO_WM_UNIT_ISCONTENTSTITLE" val="0"/>
  <p:tag name="KSO_WM_UNIT_ISNUMDGMTITLE" val="0"/>
  <p:tag name="KSO_WM_UNIT_PRESET_TEXT" val="线型上下导航版"/>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diagram20220058_1*a*1"/>
  <p:tag name="KSO_WM_TEMPLATE_CATEGORY" val="diagram"/>
  <p:tag name="KSO_WM_TEMPLATE_INDEX" val="20220058"/>
  <p:tag name="KSO_WM_UNIT_LAYERLEVEL" val="1"/>
  <p:tag name="KSO_WM_TAG_VERSION" val="1.0"/>
  <p:tag name="KSO_WM_BEAUTIFY_FLAG" val="#wm#"/>
  <p:tag name="KSO_WM_UNIT_VALUE" val="27"/>
  <p:tag name="KSO_WM_UNIT_BLOCK" val="0"/>
  <p:tag name="KSO_WM_UNIT_SM_LIMIT_TYPE" val="2"/>
  <p:tag name="KSO_WM_UNIT_DEC_AREA_ID" val="2d2094633d9c481aa0d84a95a015968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316.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7315_1*f*1"/>
  <p:tag name="KSO_WM_TEMPLATE_CATEGORY" val="diagram"/>
  <p:tag name="KSO_WM_TEMPLATE_INDEX" val="20207315"/>
  <p:tag name="KSO_WM_UNIT_LAYERLEVEL" val="1"/>
  <p:tag name="KSO_WM_TAG_VERSION" val="1.0"/>
  <p:tag name="KSO_WM_BEAUTIFY_FLAG" val="#wm#"/>
  <p:tag name="KSO_WM_UNIT_DEFAULT_FONT" val="14;20;2"/>
  <p:tag name="KSO_WM_UNIT_BLOCK" val="0"/>
  <p:tag name="KSO_WM_UNIT_VALUE" val="290"/>
  <p:tag name="KSO_WM_UNIT_SHOW_EDIT_AREA_INDICATION" val="1"/>
  <p:tag name="KSO_WM_CHIP_GROUPID" val="5e6b05596848fb12bee65ac8"/>
  <p:tag name="KSO_WM_CHIP_XID" val="5e6b05596848fb12bee65aca"/>
  <p:tag name="KSO_WM_UNIT_DEC_AREA_ID" val="3462bde237c543c58b90892aede91ea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dc8ab5172452436899286f2808371cac"/>
  <p:tag name="KSO_WM_UNIT_TEXT_FILL_FORE_SCHEMECOLOR_INDEX_BRIGHTNESS" val="0.25"/>
  <p:tag name="KSO_WM_UNIT_TEXT_FILL_FORE_SCHEMECOLOR_INDEX" val="13"/>
  <p:tag name="KSO_WM_UNIT_TEXT_FILL_TYPE" val="1"/>
  <p:tag name="KSO_WM_TEMPLATE_ASSEMBLE_XID" val="6130c4e08b5cc6c91112a571"/>
  <p:tag name="KSO_WM_TEMPLATE_ASSEMBLE_GROUPID" val="6130c4e08b5cc6c91112a571"/>
  <p:tag name="WM_BEAUTIFY_ZORDER_FLAG_TAG" val="4"/>
</p:tagLst>
</file>

<file path=ppt/tags/tag317.xml><?xml version="1.0" encoding="utf-8"?>
<p:tagLst xmlns:p="http://schemas.openxmlformats.org/presentationml/2006/main">
  <p:tag name="KSO_WM_SLIDE_ID" val="diagram20220058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8"/>
  <p:tag name="KSO_WM_SLIDE_LAYOUT" val="a_d"/>
  <p:tag name="KSO_WM_SLIDE_LAYOUT_CNT" val="1_1"/>
  <p:tag name="KSO_WM_SLIDE_TYPE" val="text"/>
  <p:tag name="KSO_WM_SLIDE_SUBTYPE" val="picTxt"/>
  <p:tag name="KSO_WM_SLIDE_LAYOUTTYPE" val="topbottom"/>
  <p:tag name="KSO_WM_SLIDE_SIZE" val="888*504"/>
  <p:tag name="KSO_WM_SLIDE_POSITION" val="36*12"/>
  <p:tag name="KSO_WM_SLIDE_LAYOUT_INFO" val="{&quot;backgroundInfo&quot;:[{&quot;bottom&quot;:0,&quot;bottomAbs&quot;:false,&quot;left&quot;:0,&quot;leftAbs&quot;:false,&quot;right&quot;:0,&quot;rightAbs&quot;:false,&quot;top&quot;:0,&quot;topAbs&quot;:false,&quot;type&quot;:&quot;general&quot;}],&quot;id&quot;:&quot;2026-01-13T21:08:51&quot;,&quot;maxSize&quot;:{&quot;size1&quot;:20},&quot;minSize&quot;:{&quot;size1&quot;:11.2},&quot;normalSize&quot;:{&quot;size1&quot;:11.2},&quot;subLayout&quot;:[{&quot;id&quot;:&quot;2026-01-13T21:08:51&quot;,&quot;margin&quot;:{&quot;bottom&quot;:0.025999998673796654,&quot;left&quot;:1.2699999809265137,&quot;right&quot;:1.2699999809265137,&quot;top&quot;:0.4230000376701355},&quot;type&quot;:0},{&quot;id&quot;:&quot;2026-01-13T21:08:51&quot;,&quot;margin&quot;:{&quot;bottom&quot;:0.847000002861023,&quot;left&quot;:1.2699999809265137,&quot;right&quot;:1.2699999809265137,&quot;top&quot;:1.2699999809265137},&quot;type&quot;:0}],&quot;type&quot;:0}"/>
  <p:tag name="KSO_WM_SLIDE_RATIO" val="1.777778"/>
  <p:tag name="KSO_WM_SLIDE_BACKGROUND" val="[&quot;general&quot;]"/>
  <p:tag name="KSO_WM_SLIDE_BACKGROUND_TYPE" val="general"/>
</p:tagLst>
</file>

<file path=ppt/tags/tag3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3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3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20058_1*i*1"/>
  <p:tag name="KSO_WM_TEMPLATE_CATEGORY" val="diagram"/>
  <p:tag name="KSO_WM_TEMPLATE_INDEX" val="20220058"/>
  <p:tag name="KSO_WM_UNIT_LAYERLEVEL" val="1"/>
  <p:tag name="KSO_WM_TAG_VERSION" val="1.0"/>
  <p:tag name="KSO_WM_BEAUTIFY_FLAG" val="#wm#"/>
  <p:tag name="KSO_WM_UNIT_BLOCK" val="0"/>
  <p:tag name="KSO_WM_UNIT_SM_LIMIT_TYPE" val="0"/>
  <p:tag name="KSO_WM_UNIT_DEC_AREA_ID" val="401453a90b9f4fd5b1215058b8a2f2e8"/>
  <p:tag name="KSO_WM_UNIT_DECORATE_INFO" val="{&quot;ReferentInfo&quot;:{&quot;Id&quot;:&quot;2d2094633d9c481aa0d84a95a0159686&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321.xml><?xml version="1.0" encoding="utf-8"?>
<p:tagLst xmlns:p="http://schemas.openxmlformats.org/presentationml/2006/main">
  <p:tag name="KSO_WM_UNIT_ISCONTENTSTITLE" val="0"/>
  <p:tag name="KSO_WM_UNIT_ISNUMDGMTITLE" val="0"/>
  <p:tag name="KSO_WM_UNIT_PRESET_TEXT" val="线型上下导航版"/>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diagram20220058_1*a*1"/>
  <p:tag name="KSO_WM_TEMPLATE_CATEGORY" val="diagram"/>
  <p:tag name="KSO_WM_TEMPLATE_INDEX" val="20220058"/>
  <p:tag name="KSO_WM_UNIT_LAYERLEVEL" val="1"/>
  <p:tag name="KSO_WM_TAG_VERSION" val="1.0"/>
  <p:tag name="KSO_WM_BEAUTIFY_FLAG" val="#wm#"/>
  <p:tag name="KSO_WM_UNIT_VALUE" val="27"/>
  <p:tag name="KSO_WM_UNIT_BLOCK" val="0"/>
  <p:tag name="KSO_WM_UNIT_SM_LIMIT_TYPE" val="2"/>
  <p:tag name="KSO_WM_UNIT_DEC_AREA_ID" val="2d2094633d9c481aa0d84a95a015968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322.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2843_1*f*1"/>
  <p:tag name="KSO_WM_TEMPLATE_CATEGORY" val="diagram"/>
  <p:tag name="KSO_WM_TEMPLATE_INDEX" val="20212843"/>
  <p:tag name="KSO_WM_UNIT_LAYERLEVEL" val="1"/>
  <p:tag name="KSO_WM_TAG_VERSION" val="1.0"/>
  <p:tag name="KSO_WM_BEAUTIFY_FLAG" val="#wm#"/>
  <p:tag name="KSO_WM_UNIT_DEFAULT_FONT" val="14;20;2"/>
  <p:tag name="KSO_WM_UNIT_BLOCK" val="0"/>
  <p:tag name="KSO_WM_UNIT_VALUE" val="576"/>
  <p:tag name="KSO_WM_UNIT_SHOW_EDIT_AREA_INDICATION" val="1"/>
  <p:tag name="KSO_WM_CHIP_GROUPID" val="5e6b05596848fb12bee65ac8"/>
  <p:tag name="KSO_WM_CHIP_XID" val="5e6b05596848fb12bee65aca"/>
  <p:tag name="KSO_WM_UNIT_DEC_AREA_ID" val="8cb1ccbfd41a4f08aa021a2337e676da"/>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53f115901fe44f3787d5c3752471e8b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f644054ed1e2fb8092e"/>
  <p:tag name="KSO_WM_TEMPLATE_ASSEMBLE_GROUPID" val="60656f644054ed1e2fb8092e"/>
  <p:tag name="WM_BEAUTIFY_ZORDER_FLAG_TAG" val="3"/>
</p:tagLst>
</file>

<file path=ppt/tags/tag323.xml><?xml version="1.0" encoding="utf-8"?>
<p:tagLst xmlns:p="http://schemas.openxmlformats.org/presentationml/2006/main">
  <p:tag name="KSO_WM_SLIDE_ID" val="diagram20220058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8"/>
  <p:tag name="KSO_WM_SLIDE_LAYOUT" val="a_d"/>
  <p:tag name="KSO_WM_SLIDE_LAYOUT_CNT" val="1_1"/>
  <p:tag name="KSO_WM_SLIDE_TYPE" val="text"/>
  <p:tag name="KSO_WM_SLIDE_SUBTYPE" val="picTxt"/>
  <p:tag name="KSO_WM_SLIDE_LAYOUTTYPE" val="topbottom"/>
  <p:tag name="KSO_WM_SLIDE_SIZE" val="888*504"/>
  <p:tag name="KSO_WM_SLIDE_POSITION" val="36*12"/>
  <p:tag name="KSO_WM_SLIDE_LAYOUT_INFO" val="{&quot;backgroundInfo&quot;:[{&quot;bottom&quot;:0,&quot;bottomAbs&quot;:false,&quot;left&quot;:0,&quot;leftAbs&quot;:false,&quot;right&quot;:0,&quot;rightAbs&quot;:false,&quot;top&quot;:0,&quot;topAbs&quot;:false,&quot;type&quot;:&quot;general&quot;}],&quot;id&quot;:&quot;2026-01-13T21:08:51&quot;,&quot;maxSize&quot;:{&quot;size1&quot;:20},&quot;minSize&quot;:{&quot;size1&quot;:11.2},&quot;normalSize&quot;:{&quot;size1&quot;:11.2},&quot;subLayout&quot;:[{&quot;id&quot;:&quot;2026-01-13T21:08:51&quot;,&quot;margin&quot;:{&quot;bottom&quot;:0.025999998673796654,&quot;left&quot;:1.2699999809265137,&quot;right&quot;:1.2699999809265137,&quot;top&quot;:0.4230000376701355},&quot;type&quot;:0},{&quot;id&quot;:&quot;2026-01-13T21:08:51&quot;,&quot;margin&quot;:{&quot;bottom&quot;:0.847000002861023,&quot;left&quot;:1.2699999809265137,&quot;right&quot;:1.2699999809265137,&quot;top&quot;:1.2699999809265137},&quot;type&quot;:0}],&quot;type&quot;:0}"/>
  <p:tag name="KSO_WM_SLIDE_RATIO" val="1.777778"/>
  <p:tag name="KSO_WM_SLIDE_BACKGROUND" val="[&quot;general&quot;]"/>
  <p:tag name="KSO_WM_SLIDE_BACKGROUND_TYPE" val="general"/>
</p:tagLst>
</file>

<file path=ppt/tags/tag3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3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3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20058_1*i*1"/>
  <p:tag name="KSO_WM_TEMPLATE_CATEGORY" val="diagram"/>
  <p:tag name="KSO_WM_TEMPLATE_INDEX" val="20220058"/>
  <p:tag name="KSO_WM_UNIT_LAYERLEVEL" val="1"/>
  <p:tag name="KSO_WM_TAG_VERSION" val="1.0"/>
  <p:tag name="KSO_WM_BEAUTIFY_FLAG" val="#wm#"/>
  <p:tag name="KSO_WM_UNIT_BLOCK" val="0"/>
  <p:tag name="KSO_WM_UNIT_SM_LIMIT_TYPE" val="0"/>
  <p:tag name="KSO_WM_UNIT_DEC_AREA_ID" val="401453a90b9f4fd5b1215058b8a2f2e8"/>
  <p:tag name="KSO_WM_UNIT_DECORATE_INFO" val="{&quot;ReferentInfo&quot;:{&quot;Id&quot;:&quot;2d2094633d9c481aa0d84a95a0159686&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327.xml><?xml version="1.0" encoding="utf-8"?>
<p:tagLst xmlns:p="http://schemas.openxmlformats.org/presentationml/2006/main">
  <p:tag name="KSO_WM_UNIT_ISCONTENTSTITLE" val="0"/>
  <p:tag name="KSO_WM_UNIT_ISNUMDGMTITLE" val="0"/>
  <p:tag name="KSO_WM_UNIT_PRESET_TEXT" val="线型上下导航版"/>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diagram20220058_1*a*1"/>
  <p:tag name="KSO_WM_TEMPLATE_CATEGORY" val="diagram"/>
  <p:tag name="KSO_WM_TEMPLATE_INDEX" val="20220058"/>
  <p:tag name="KSO_WM_UNIT_LAYERLEVEL" val="1"/>
  <p:tag name="KSO_WM_TAG_VERSION" val="1.0"/>
  <p:tag name="KSO_WM_BEAUTIFY_FLAG" val="#wm#"/>
  <p:tag name="KSO_WM_UNIT_VALUE" val="27"/>
  <p:tag name="KSO_WM_UNIT_BLOCK" val="0"/>
  <p:tag name="KSO_WM_UNIT_SM_LIMIT_TYPE" val="2"/>
  <p:tag name="KSO_WM_UNIT_DEC_AREA_ID" val="2d2094633d9c481aa0d84a95a015968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328.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2843_1*f*1"/>
  <p:tag name="KSO_WM_TEMPLATE_CATEGORY" val="diagram"/>
  <p:tag name="KSO_WM_TEMPLATE_INDEX" val="20212843"/>
  <p:tag name="KSO_WM_UNIT_LAYERLEVEL" val="1"/>
  <p:tag name="KSO_WM_TAG_VERSION" val="1.0"/>
  <p:tag name="KSO_WM_BEAUTIFY_FLAG" val="#wm#"/>
  <p:tag name="KSO_WM_UNIT_DEFAULT_FONT" val="14;20;2"/>
  <p:tag name="KSO_WM_UNIT_BLOCK" val="0"/>
  <p:tag name="KSO_WM_UNIT_VALUE" val="576"/>
  <p:tag name="KSO_WM_UNIT_SHOW_EDIT_AREA_INDICATION" val="1"/>
  <p:tag name="KSO_WM_CHIP_GROUPID" val="5e6b05596848fb12bee65ac8"/>
  <p:tag name="KSO_WM_CHIP_XID" val="5e6b05596848fb12bee65aca"/>
  <p:tag name="KSO_WM_UNIT_DEC_AREA_ID" val="8cb1ccbfd41a4f08aa021a2337e676da"/>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53f115901fe44f3787d5c3752471e8b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f644054ed1e2fb8092e"/>
  <p:tag name="KSO_WM_TEMPLATE_ASSEMBLE_GROUPID" val="60656f644054ed1e2fb8092e"/>
  <p:tag name="WM_BEAUTIFY_ZORDER_FLAG_TAG" val="3"/>
</p:tagLst>
</file>

<file path=ppt/tags/tag329.xml><?xml version="1.0" encoding="utf-8"?>
<p:tagLst xmlns:p="http://schemas.openxmlformats.org/presentationml/2006/main">
  <p:tag name="KSO_WM_SLIDE_ID" val="diagram20220058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8"/>
  <p:tag name="KSO_WM_SLIDE_LAYOUT" val="a_d"/>
  <p:tag name="KSO_WM_SLIDE_LAYOUT_CNT" val="1_1"/>
  <p:tag name="KSO_WM_SLIDE_TYPE" val="text"/>
  <p:tag name="KSO_WM_SLIDE_SUBTYPE" val="picTxt"/>
  <p:tag name="KSO_WM_SLIDE_LAYOUTTYPE" val="topbottom"/>
  <p:tag name="KSO_WM_SLIDE_SIZE" val="888*504"/>
  <p:tag name="KSO_WM_SLIDE_POSITION" val="36*12"/>
  <p:tag name="KSO_WM_SLIDE_LAYOUT_INFO" val="{&quot;backgroundInfo&quot;:[{&quot;bottom&quot;:0,&quot;bottomAbs&quot;:false,&quot;left&quot;:0,&quot;leftAbs&quot;:false,&quot;right&quot;:0,&quot;rightAbs&quot;:false,&quot;top&quot;:0,&quot;topAbs&quot;:false,&quot;type&quot;:&quot;general&quot;}],&quot;id&quot;:&quot;2026-01-13T21:08:51&quot;,&quot;maxSize&quot;:{&quot;size1&quot;:20},&quot;minSize&quot;:{&quot;size1&quot;:11.2},&quot;normalSize&quot;:{&quot;size1&quot;:11.2},&quot;subLayout&quot;:[{&quot;id&quot;:&quot;2026-01-13T21:08:51&quot;,&quot;margin&quot;:{&quot;bottom&quot;:0.025999998673796654,&quot;left&quot;:1.2699999809265137,&quot;right&quot;:1.2699999809265137,&quot;top&quot;:0.4230000376701355},&quot;type&quot;:0},{&quot;id&quot;:&quot;2026-01-13T21:08:51&quot;,&quot;margin&quot;:{&quot;bottom&quot;:0.847000002861023,&quot;left&quot;:1.2699999809265137,&quot;right&quot;:1.2699999809265137,&quot;top&quot;:1.2699999809265137},&quot;type&quot;:0}],&quot;type&quot;:0}"/>
  <p:tag name="KSO_WM_SLIDE_RATIO" val="1.777778"/>
  <p:tag name="KSO_WM_SLIDE_BACKGROUND" val="[&quot;general&quot;]"/>
  <p:tag name="KSO_WM_SLIDE_BACKGROUND_TYPE" val="general"/>
</p:tagLst>
</file>

<file path=ppt/tags/tag33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33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33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20058_1*i*1"/>
  <p:tag name="KSO_WM_TEMPLATE_CATEGORY" val="diagram"/>
  <p:tag name="KSO_WM_TEMPLATE_INDEX" val="20220058"/>
  <p:tag name="KSO_WM_UNIT_LAYERLEVEL" val="1"/>
  <p:tag name="KSO_WM_TAG_VERSION" val="1.0"/>
  <p:tag name="KSO_WM_BEAUTIFY_FLAG" val="#wm#"/>
  <p:tag name="KSO_WM_UNIT_BLOCK" val="0"/>
  <p:tag name="KSO_WM_UNIT_SM_LIMIT_TYPE" val="0"/>
  <p:tag name="KSO_WM_UNIT_DEC_AREA_ID" val="401453a90b9f4fd5b1215058b8a2f2e8"/>
  <p:tag name="KSO_WM_UNIT_DECORATE_INFO" val="{&quot;ReferentInfo&quot;:{&quot;Id&quot;:&quot;2d2094633d9c481aa0d84a95a0159686&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333.xml><?xml version="1.0" encoding="utf-8"?>
<p:tagLst xmlns:p="http://schemas.openxmlformats.org/presentationml/2006/main">
  <p:tag name="KSO_WM_UNIT_ISCONTENTSTITLE" val="0"/>
  <p:tag name="KSO_WM_UNIT_ISNUMDGMTITLE" val="0"/>
  <p:tag name="KSO_WM_UNIT_PRESET_TEXT" val="线型上下导航版"/>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diagram20220058_1*a*1"/>
  <p:tag name="KSO_WM_TEMPLATE_CATEGORY" val="diagram"/>
  <p:tag name="KSO_WM_TEMPLATE_INDEX" val="20220058"/>
  <p:tag name="KSO_WM_UNIT_LAYERLEVEL" val="1"/>
  <p:tag name="KSO_WM_TAG_VERSION" val="1.0"/>
  <p:tag name="KSO_WM_BEAUTIFY_FLAG" val="#wm#"/>
  <p:tag name="KSO_WM_UNIT_VALUE" val="27"/>
  <p:tag name="KSO_WM_UNIT_BLOCK" val="0"/>
  <p:tag name="KSO_WM_UNIT_SM_LIMIT_TYPE" val="2"/>
  <p:tag name="KSO_WM_UNIT_DEC_AREA_ID" val="2d2094633d9c481aa0d84a95a015968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334.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2843_1*f*1"/>
  <p:tag name="KSO_WM_TEMPLATE_CATEGORY" val="diagram"/>
  <p:tag name="KSO_WM_TEMPLATE_INDEX" val="20212843"/>
  <p:tag name="KSO_WM_UNIT_LAYERLEVEL" val="1"/>
  <p:tag name="KSO_WM_TAG_VERSION" val="1.0"/>
  <p:tag name="KSO_WM_BEAUTIFY_FLAG" val="#wm#"/>
  <p:tag name="KSO_WM_UNIT_DEFAULT_FONT" val="14;20;2"/>
  <p:tag name="KSO_WM_UNIT_BLOCK" val="0"/>
  <p:tag name="KSO_WM_UNIT_VALUE" val="576"/>
  <p:tag name="KSO_WM_UNIT_SHOW_EDIT_AREA_INDICATION" val="1"/>
  <p:tag name="KSO_WM_CHIP_GROUPID" val="5e6b05596848fb12bee65ac8"/>
  <p:tag name="KSO_WM_CHIP_XID" val="5e6b05596848fb12bee65aca"/>
  <p:tag name="KSO_WM_UNIT_DEC_AREA_ID" val="8cb1ccbfd41a4f08aa021a2337e676da"/>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53f115901fe44f3787d5c3752471e8b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f644054ed1e2fb8092e"/>
  <p:tag name="KSO_WM_TEMPLATE_ASSEMBLE_GROUPID" val="60656f644054ed1e2fb8092e"/>
  <p:tag name="WM_BEAUTIFY_ZORDER_FLAG_TAG" val="3"/>
</p:tagLst>
</file>

<file path=ppt/tags/tag335.xml><?xml version="1.0" encoding="utf-8"?>
<p:tagLst xmlns:p="http://schemas.openxmlformats.org/presentationml/2006/main">
  <p:tag name="KSO_WM_SLIDE_ID" val="diagram20220058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8"/>
  <p:tag name="KSO_WM_SLIDE_LAYOUT" val="a_d"/>
  <p:tag name="KSO_WM_SLIDE_LAYOUT_CNT" val="1_1"/>
  <p:tag name="KSO_WM_SLIDE_TYPE" val="text"/>
  <p:tag name="KSO_WM_SLIDE_SUBTYPE" val="picTxt"/>
  <p:tag name="KSO_WM_SLIDE_LAYOUTTYPE" val="topbottom"/>
  <p:tag name="KSO_WM_SLIDE_SIZE" val="888*504"/>
  <p:tag name="KSO_WM_SLIDE_POSITION" val="36*12"/>
  <p:tag name="KSO_WM_SLIDE_LAYOUT_INFO" val="{&quot;backgroundInfo&quot;:[{&quot;bottom&quot;:0,&quot;bottomAbs&quot;:false,&quot;left&quot;:0,&quot;leftAbs&quot;:false,&quot;right&quot;:0,&quot;rightAbs&quot;:false,&quot;top&quot;:0,&quot;topAbs&quot;:false,&quot;type&quot;:&quot;general&quot;}],&quot;id&quot;:&quot;2026-01-13T21:08:51&quot;,&quot;maxSize&quot;:{&quot;size1&quot;:20},&quot;minSize&quot;:{&quot;size1&quot;:11.2},&quot;normalSize&quot;:{&quot;size1&quot;:11.2},&quot;subLayout&quot;:[{&quot;id&quot;:&quot;2026-01-13T21:08:51&quot;,&quot;margin&quot;:{&quot;bottom&quot;:0.025999998673796654,&quot;left&quot;:1.2699999809265137,&quot;right&quot;:1.2699999809265137,&quot;top&quot;:0.4230000376701355},&quot;type&quot;:0},{&quot;id&quot;:&quot;2026-01-13T21:08:51&quot;,&quot;margin&quot;:{&quot;bottom&quot;:0.847000002861023,&quot;left&quot;:1.2699999809265137,&quot;right&quot;:1.2699999809265137,&quot;top&quot;:1.2699999809265137},&quot;type&quot;:0}],&quot;type&quot;:0}"/>
  <p:tag name="KSO_WM_SLIDE_RATIO" val="1.777778"/>
  <p:tag name="KSO_WM_SLIDE_BACKGROUND" val="[&quot;general&quot;]"/>
  <p:tag name="KSO_WM_SLIDE_BACKGROUND_TYPE" val="general"/>
</p:tagLst>
</file>

<file path=ppt/tags/tag33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33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33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20058_1*i*1"/>
  <p:tag name="KSO_WM_TEMPLATE_CATEGORY" val="diagram"/>
  <p:tag name="KSO_WM_TEMPLATE_INDEX" val="20220058"/>
  <p:tag name="KSO_WM_UNIT_LAYERLEVEL" val="1"/>
  <p:tag name="KSO_WM_TAG_VERSION" val="1.0"/>
  <p:tag name="KSO_WM_BEAUTIFY_FLAG" val="#wm#"/>
  <p:tag name="KSO_WM_UNIT_BLOCK" val="0"/>
  <p:tag name="KSO_WM_UNIT_SM_LIMIT_TYPE" val="0"/>
  <p:tag name="KSO_WM_UNIT_DEC_AREA_ID" val="401453a90b9f4fd5b1215058b8a2f2e8"/>
  <p:tag name="KSO_WM_UNIT_DECORATE_INFO" val="{&quot;ReferentInfo&quot;:{&quot;Id&quot;:&quot;2d2094633d9c481aa0d84a95a0159686&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339.xml><?xml version="1.0" encoding="utf-8"?>
<p:tagLst xmlns:p="http://schemas.openxmlformats.org/presentationml/2006/main">
  <p:tag name="KSO_WM_UNIT_ISCONTENTSTITLE" val="0"/>
  <p:tag name="KSO_WM_UNIT_ISNUMDGMTITLE" val="0"/>
  <p:tag name="KSO_WM_UNIT_PRESET_TEXT" val="线型上下导航版"/>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diagram20220058_1*a*1"/>
  <p:tag name="KSO_WM_TEMPLATE_CATEGORY" val="diagram"/>
  <p:tag name="KSO_WM_TEMPLATE_INDEX" val="20220058"/>
  <p:tag name="KSO_WM_UNIT_LAYERLEVEL" val="1"/>
  <p:tag name="KSO_WM_TAG_VERSION" val="1.0"/>
  <p:tag name="KSO_WM_BEAUTIFY_FLAG" val="#wm#"/>
  <p:tag name="KSO_WM_UNIT_VALUE" val="27"/>
  <p:tag name="KSO_WM_UNIT_BLOCK" val="0"/>
  <p:tag name="KSO_WM_UNIT_SM_LIMIT_TYPE" val="2"/>
  <p:tag name="KSO_WM_UNIT_DEC_AREA_ID" val="2d2094633d9c481aa0d84a95a015968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340.xml><?xml version="1.0" encoding="utf-8"?>
<p:tagLst xmlns:p="http://schemas.openxmlformats.org/presentationml/2006/main">
  <p:tag name="KSO_WM_TAG_VERSION" val="1.0"/>
  <p:tag name="KSO_WM_BEAUTIFY_FLAG" val="#wm#"/>
  <p:tag name="KSO_WM_UNIT_TYPE" val="i"/>
  <p:tag name="KSO_WM_UNIT_ID" val="diagram20208604_1*i*1"/>
  <p:tag name="KSO_WM_TEMPLATE_CATEGORY" val="diagram"/>
  <p:tag name="KSO_WM_TEMPLATE_INDEX" val="20208604"/>
  <p:tag name="KSO_WM_UNIT_INDEX" val="1"/>
  <p:tag name="KSO_WM_UNIT_HIGHLIGHT" val="0"/>
  <p:tag name="KSO_WM_UNIT_COMPATIBLE" val="0"/>
  <p:tag name="KSO_WM_UNIT_DIAGRAM_ISNUMVISUAL" val="0"/>
  <p:tag name="KSO_WM_UNIT_DIAGRAM_ISREFERUNIT" val="0"/>
  <p:tag name="KSO_WM_UNIT_LAYERLEVEL" val="1"/>
  <p:tag name="KSO_WM_UNIT_BLOCK" val="0"/>
  <p:tag name="KSO_WM_UNIT_SM_LIMIT_TYPE" val="2"/>
  <p:tag name="KSO_WM_UNIT_DEC_AREA_ID" val="e352ecb8f5b840f19a3cb857467d0e4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UNIT_TEXT_FILL_FORE_SCHEMECOLOR_INDEX_BRIGHTNESS" val="0"/>
  <p:tag name="KSO_WM_UNIT_TEXT_FILL_FORE_SCHEMECOLOR_INDEX" val="2"/>
  <p:tag name="KSO_WM_UNIT_TEXT_FILL_TYPE" val="1"/>
  <p:tag name="KSO_WM_UNIT_VALUE" val="864"/>
  <p:tag name="KSO_WM_TEMPLATE_ASSEMBLE_XID" val="60656e7a4054ed1e2fb7f9a0"/>
  <p:tag name="KSO_WM_TEMPLATE_ASSEMBLE_GROUPID" val="60656e7a4054ed1e2fb7f9a0"/>
  <p:tag name="WM_BEAUTIFY_ZORDER_FLAG_TAG" val="3"/>
</p:tagLst>
</file>

<file path=ppt/tags/tag341.xml><?xml version="1.0" encoding="utf-8"?>
<p:tagLst xmlns:p="http://schemas.openxmlformats.org/presentationml/2006/main">
  <p:tag name="KSO_WM_TAG_VERSION" val="1.0"/>
  <p:tag name="KSO_WM_BEAUTIFY_FLAG" val="#wm#"/>
  <p:tag name="KSO_WM_UNIT_TYPE" val="i"/>
  <p:tag name="KSO_WM_UNIT_ID" val="diagram20208604_1*i*2"/>
  <p:tag name="KSO_WM_TEMPLATE_CATEGORY" val="diagram"/>
  <p:tag name="KSO_WM_TEMPLATE_INDEX" val="20208604"/>
  <p:tag name="KSO_WM_UNIT_INDEX" val="2"/>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65248d0e2eac4a16859a1c0559d33ac9"/>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4"/>
</p:tagLst>
</file>

<file path=ppt/tags/tag342.xml><?xml version="1.0" encoding="utf-8"?>
<p:tagLst xmlns:p="http://schemas.openxmlformats.org/presentationml/2006/main">
  <p:tag name="KSO_WM_TAG_VERSION" val="1.0"/>
  <p:tag name="KSO_WM_BEAUTIFY_FLAG" val="#wm#"/>
  <p:tag name="KSO_WM_UNIT_TYPE" val="i"/>
  <p:tag name="KSO_WM_UNIT_ID" val="diagram20208604_1*i*3"/>
  <p:tag name="KSO_WM_TEMPLATE_CATEGORY" val="diagram"/>
  <p:tag name="KSO_WM_TEMPLATE_INDEX" val="20208604"/>
  <p:tag name="KSO_WM_UNIT_INDEX" val="3"/>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d26b32aaa4d84b0dbd1030a6cabd7a68"/>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5"/>
</p:tagLst>
</file>

<file path=ppt/tags/tag343.xml><?xml version="1.0" encoding="utf-8"?>
<p:tagLst xmlns:p="http://schemas.openxmlformats.org/presentationml/2006/main">
  <p:tag name="KSO_WM_TAG_VERSION" val="1.0"/>
  <p:tag name="KSO_WM_BEAUTIFY_FLAG" val="#wm#"/>
  <p:tag name="KSO_WM_UNIT_TYPE" val="i"/>
  <p:tag name="KSO_WM_UNIT_ID" val="diagram20208604_1*i*4"/>
  <p:tag name="KSO_WM_TEMPLATE_CATEGORY" val="diagram"/>
  <p:tag name="KSO_WM_TEMPLATE_INDEX" val="20208604"/>
  <p:tag name="KSO_WM_UNIT_INDEX" val="4"/>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808fb1adb4d744cc9d369074d0507e4f"/>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6"/>
</p:tagLst>
</file>

<file path=ppt/tags/tag344.xml><?xml version="1.0" encoding="utf-8"?>
<p:tagLst xmlns:p="http://schemas.openxmlformats.org/presentationml/2006/main">
  <p:tag name="KSO_WM_TAG_VERSION" val="1.0"/>
  <p:tag name="KSO_WM_BEAUTIFY_FLAG" val="#wm#"/>
  <p:tag name="KSO_WM_UNIT_TYPE" val="i"/>
  <p:tag name="KSO_WM_UNIT_ID" val="diagram20208604_1*i*5"/>
  <p:tag name="KSO_WM_TEMPLATE_CATEGORY" val="diagram"/>
  <p:tag name="KSO_WM_TEMPLATE_INDEX" val="20208604"/>
  <p:tag name="KSO_WM_UNIT_INDEX" val="5"/>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060ccbb9a83241f2a52575c4e4f76136"/>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7"/>
</p:tagLst>
</file>

<file path=ppt/tags/tag345.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需要用更多的文字来表述；但请您尽可能提炼思想的精髓。"/>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8604_1*f*1"/>
  <p:tag name="KSO_WM_TEMPLATE_CATEGORY" val="diagram"/>
  <p:tag name="KSO_WM_TEMPLATE_INDEX" val="20208604"/>
  <p:tag name="KSO_WM_UNIT_LAYERLEVEL" val="1"/>
  <p:tag name="KSO_WM_TAG_VERSION" val="1.0"/>
  <p:tag name="KSO_WM_BEAUTIFY_FLAG" val="#wm#"/>
  <p:tag name="KSO_WM_UNIT_DEFAULT_FONT" val="14;20;2"/>
  <p:tag name="KSO_WM_UNIT_BLOCK" val="0"/>
  <p:tag name="KSO_WM_UNIT_VALUE" val="588"/>
  <p:tag name="KSO_WM_UNIT_SHOW_EDIT_AREA_INDICATION" val="1"/>
  <p:tag name="KSO_WM_CHIP_GROUPID" val="5e6b05596848fb12bee65ac8"/>
  <p:tag name="KSO_WM_CHIP_XID" val="5e6b05596848fb12bee65aca"/>
  <p:tag name="KSO_WM_UNIT_DEC_AREA_ID" val="5557aaf2e9bc4b2499ccf5d271336ab4"/>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ff7d2160ef064691979e787d147d2e4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e7a4054ed1e2fb7f9a0"/>
  <p:tag name="KSO_WM_TEMPLATE_ASSEMBLE_GROUPID" val="60656e7a4054ed1e2fb7f9a0"/>
  <p:tag name="WM_BEAUTIFY_ZORDER_FLAG_TAG" val="8"/>
</p:tagLst>
</file>

<file path=ppt/tags/tag346.xml><?xml version="1.0" encoding="utf-8"?>
<p:tagLst xmlns:p="http://schemas.openxmlformats.org/presentationml/2006/main">
  <p:tag name="KSO_WM_SLIDE_ID" val="diagram20220058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8"/>
  <p:tag name="KSO_WM_SLIDE_LAYOUT" val="a_d"/>
  <p:tag name="KSO_WM_SLIDE_LAYOUT_CNT" val="1_1"/>
  <p:tag name="KSO_WM_SLIDE_TYPE" val="text"/>
  <p:tag name="KSO_WM_SLIDE_SUBTYPE" val="picTxt"/>
  <p:tag name="KSO_WM_SLIDE_LAYOUTTYPE" val="topbottom"/>
  <p:tag name="KSO_WM_SLIDE_SIZE" val="888*504"/>
  <p:tag name="KSO_WM_SLIDE_POSITION" val="36*12"/>
  <p:tag name="KSO_WM_SLIDE_LAYOUT_INFO" val="{&quot;backgroundInfo&quot;:[{&quot;bottom&quot;:0,&quot;bottomAbs&quot;:false,&quot;left&quot;:0,&quot;leftAbs&quot;:false,&quot;right&quot;:0,&quot;rightAbs&quot;:false,&quot;top&quot;:0,&quot;topAbs&quot;:false,&quot;type&quot;:&quot;general&quot;}],&quot;id&quot;:&quot;2026-01-13T21:08:51&quot;,&quot;maxSize&quot;:{&quot;size1&quot;:20},&quot;minSize&quot;:{&quot;size1&quot;:11.2},&quot;normalSize&quot;:{&quot;size1&quot;:11.2},&quot;subLayout&quot;:[{&quot;id&quot;:&quot;2026-01-13T21:08:51&quot;,&quot;margin&quot;:{&quot;bottom&quot;:0.025999998673796654,&quot;left&quot;:1.2699999809265137,&quot;right&quot;:1.2699999809265137,&quot;top&quot;:0.4230000376701355},&quot;type&quot;:0},{&quot;id&quot;:&quot;2026-01-13T21:08:51&quot;,&quot;margin&quot;:{&quot;bottom&quot;:0.847000002861023,&quot;left&quot;:1.2699999809265137,&quot;right&quot;:1.2699999809265137,&quot;top&quot;:1.2699999809265137},&quot;type&quot;:0}],&quot;type&quot;:0}"/>
  <p:tag name="KSO_WM_SLIDE_RATIO" val="1.777778"/>
  <p:tag name="KSO_WM_SLIDE_BACKGROUND" val="[&quot;general&quot;]"/>
  <p:tag name="KSO_WM_SLIDE_BACKGROUND_TYPE" val="general"/>
</p:tagLst>
</file>

<file path=ppt/tags/tag34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34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34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20058_1*i*1"/>
  <p:tag name="KSO_WM_TEMPLATE_CATEGORY" val="diagram"/>
  <p:tag name="KSO_WM_TEMPLATE_INDEX" val="20220058"/>
  <p:tag name="KSO_WM_UNIT_LAYERLEVEL" val="1"/>
  <p:tag name="KSO_WM_TAG_VERSION" val="1.0"/>
  <p:tag name="KSO_WM_BEAUTIFY_FLAG" val="#wm#"/>
  <p:tag name="KSO_WM_UNIT_BLOCK" val="0"/>
  <p:tag name="KSO_WM_UNIT_SM_LIMIT_TYPE" val="0"/>
  <p:tag name="KSO_WM_UNIT_DEC_AREA_ID" val="401453a90b9f4fd5b1215058b8a2f2e8"/>
  <p:tag name="KSO_WM_UNIT_DECORATE_INFO" val="{&quot;ReferentInfo&quot;:{&quot;Id&quot;:&quot;2d2094633d9c481aa0d84a95a0159686&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350.xml><?xml version="1.0" encoding="utf-8"?>
<p:tagLst xmlns:p="http://schemas.openxmlformats.org/presentationml/2006/main">
  <p:tag name="KSO_WM_UNIT_ISCONTENTSTITLE" val="0"/>
  <p:tag name="KSO_WM_UNIT_ISNUMDGMTITLE" val="0"/>
  <p:tag name="KSO_WM_UNIT_PRESET_TEXT" val="线型上下导航版"/>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diagram20220058_1*a*1"/>
  <p:tag name="KSO_WM_TEMPLATE_CATEGORY" val="diagram"/>
  <p:tag name="KSO_WM_TEMPLATE_INDEX" val="20220058"/>
  <p:tag name="KSO_WM_UNIT_LAYERLEVEL" val="1"/>
  <p:tag name="KSO_WM_TAG_VERSION" val="1.0"/>
  <p:tag name="KSO_WM_BEAUTIFY_FLAG" val="#wm#"/>
  <p:tag name="KSO_WM_UNIT_VALUE" val="27"/>
  <p:tag name="KSO_WM_UNIT_BLOCK" val="0"/>
  <p:tag name="KSO_WM_UNIT_SM_LIMIT_TYPE" val="2"/>
  <p:tag name="KSO_WM_UNIT_DEC_AREA_ID" val="2d2094633d9c481aa0d84a95a015968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351.xml><?xml version="1.0" encoding="utf-8"?>
<p:tagLst xmlns:p="http://schemas.openxmlformats.org/presentationml/2006/main">
  <p:tag name="KSO_WM_TAG_VERSION" val="1.0"/>
  <p:tag name="KSO_WM_BEAUTIFY_FLAG" val="#wm#"/>
  <p:tag name="KSO_WM_UNIT_TYPE" val="i"/>
  <p:tag name="KSO_WM_UNIT_ID" val="diagram20208604_1*i*1"/>
  <p:tag name="KSO_WM_TEMPLATE_CATEGORY" val="diagram"/>
  <p:tag name="KSO_WM_TEMPLATE_INDEX" val="20208604"/>
  <p:tag name="KSO_WM_UNIT_INDEX" val="1"/>
  <p:tag name="KSO_WM_UNIT_HIGHLIGHT" val="0"/>
  <p:tag name="KSO_WM_UNIT_COMPATIBLE" val="0"/>
  <p:tag name="KSO_WM_UNIT_DIAGRAM_ISNUMVISUAL" val="0"/>
  <p:tag name="KSO_WM_UNIT_DIAGRAM_ISREFERUNIT" val="0"/>
  <p:tag name="KSO_WM_UNIT_LAYERLEVEL" val="1"/>
  <p:tag name="KSO_WM_UNIT_BLOCK" val="0"/>
  <p:tag name="KSO_WM_UNIT_SM_LIMIT_TYPE" val="2"/>
  <p:tag name="KSO_WM_UNIT_DEC_AREA_ID" val="e352ecb8f5b840f19a3cb857467d0e4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UNIT_TEXT_FILL_FORE_SCHEMECOLOR_INDEX_BRIGHTNESS" val="0"/>
  <p:tag name="KSO_WM_UNIT_TEXT_FILL_FORE_SCHEMECOLOR_INDEX" val="2"/>
  <p:tag name="KSO_WM_UNIT_TEXT_FILL_TYPE" val="1"/>
  <p:tag name="KSO_WM_UNIT_VALUE" val="864"/>
  <p:tag name="KSO_WM_TEMPLATE_ASSEMBLE_XID" val="60656e7a4054ed1e2fb7f9a0"/>
  <p:tag name="KSO_WM_TEMPLATE_ASSEMBLE_GROUPID" val="60656e7a4054ed1e2fb7f9a0"/>
  <p:tag name="WM_BEAUTIFY_ZORDER_FLAG_TAG" val="3"/>
</p:tagLst>
</file>

<file path=ppt/tags/tag352.xml><?xml version="1.0" encoding="utf-8"?>
<p:tagLst xmlns:p="http://schemas.openxmlformats.org/presentationml/2006/main">
  <p:tag name="KSO_WM_TAG_VERSION" val="1.0"/>
  <p:tag name="KSO_WM_BEAUTIFY_FLAG" val="#wm#"/>
  <p:tag name="KSO_WM_UNIT_TYPE" val="i"/>
  <p:tag name="KSO_WM_UNIT_ID" val="diagram20208604_1*i*2"/>
  <p:tag name="KSO_WM_TEMPLATE_CATEGORY" val="diagram"/>
  <p:tag name="KSO_WM_TEMPLATE_INDEX" val="20208604"/>
  <p:tag name="KSO_WM_UNIT_INDEX" val="2"/>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65248d0e2eac4a16859a1c0559d33ac9"/>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4"/>
</p:tagLst>
</file>

<file path=ppt/tags/tag353.xml><?xml version="1.0" encoding="utf-8"?>
<p:tagLst xmlns:p="http://schemas.openxmlformats.org/presentationml/2006/main">
  <p:tag name="KSO_WM_TAG_VERSION" val="1.0"/>
  <p:tag name="KSO_WM_BEAUTIFY_FLAG" val="#wm#"/>
  <p:tag name="KSO_WM_UNIT_TYPE" val="i"/>
  <p:tag name="KSO_WM_UNIT_ID" val="diagram20208604_1*i*3"/>
  <p:tag name="KSO_WM_TEMPLATE_CATEGORY" val="diagram"/>
  <p:tag name="KSO_WM_TEMPLATE_INDEX" val="20208604"/>
  <p:tag name="KSO_WM_UNIT_INDEX" val="3"/>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d26b32aaa4d84b0dbd1030a6cabd7a68"/>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5"/>
</p:tagLst>
</file>

<file path=ppt/tags/tag354.xml><?xml version="1.0" encoding="utf-8"?>
<p:tagLst xmlns:p="http://schemas.openxmlformats.org/presentationml/2006/main">
  <p:tag name="KSO_WM_TAG_VERSION" val="1.0"/>
  <p:tag name="KSO_WM_BEAUTIFY_FLAG" val="#wm#"/>
  <p:tag name="KSO_WM_UNIT_TYPE" val="i"/>
  <p:tag name="KSO_WM_UNIT_ID" val="diagram20208604_1*i*4"/>
  <p:tag name="KSO_WM_TEMPLATE_CATEGORY" val="diagram"/>
  <p:tag name="KSO_WM_TEMPLATE_INDEX" val="20208604"/>
  <p:tag name="KSO_WM_UNIT_INDEX" val="4"/>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808fb1adb4d744cc9d369074d0507e4f"/>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6"/>
</p:tagLst>
</file>

<file path=ppt/tags/tag355.xml><?xml version="1.0" encoding="utf-8"?>
<p:tagLst xmlns:p="http://schemas.openxmlformats.org/presentationml/2006/main">
  <p:tag name="KSO_WM_TAG_VERSION" val="1.0"/>
  <p:tag name="KSO_WM_BEAUTIFY_FLAG" val="#wm#"/>
  <p:tag name="KSO_WM_UNIT_TYPE" val="i"/>
  <p:tag name="KSO_WM_UNIT_ID" val="diagram20208604_1*i*5"/>
  <p:tag name="KSO_WM_TEMPLATE_CATEGORY" val="diagram"/>
  <p:tag name="KSO_WM_TEMPLATE_INDEX" val="20208604"/>
  <p:tag name="KSO_WM_UNIT_INDEX" val="5"/>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060ccbb9a83241f2a52575c4e4f76136"/>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7"/>
</p:tagLst>
</file>

<file path=ppt/tags/tag356.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需要用更多的文字来表述；但请您尽可能提炼思想的精髓。"/>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8604_1*f*1"/>
  <p:tag name="KSO_WM_TEMPLATE_CATEGORY" val="diagram"/>
  <p:tag name="KSO_WM_TEMPLATE_INDEX" val="20208604"/>
  <p:tag name="KSO_WM_UNIT_LAYERLEVEL" val="1"/>
  <p:tag name="KSO_WM_TAG_VERSION" val="1.0"/>
  <p:tag name="KSO_WM_BEAUTIFY_FLAG" val="#wm#"/>
  <p:tag name="KSO_WM_UNIT_DEFAULT_FONT" val="14;20;2"/>
  <p:tag name="KSO_WM_UNIT_BLOCK" val="0"/>
  <p:tag name="KSO_WM_UNIT_VALUE" val="588"/>
  <p:tag name="KSO_WM_UNIT_SHOW_EDIT_AREA_INDICATION" val="1"/>
  <p:tag name="KSO_WM_CHIP_GROUPID" val="5e6b05596848fb12bee65ac8"/>
  <p:tag name="KSO_WM_CHIP_XID" val="5e6b05596848fb12bee65aca"/>
  <p:tag name="KSO_WM_UNIT_DEC_AREA_ID" val="5557aaf2e9bc4b2499ccf5d271336ab4"/>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ff7d2160ef064691979e787d147d2e4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e7a4054ed1e2fb7f9a0"/>
  <p:tag name="KSO_WM_TEMPLATE_ASSEMBLE_GROUPID" val="60656e7a4054ed1e2fb7f9a0"/>
  <p:tag name="WM_BEAUTIFY_ZORDER_FLAG_TAG" val="8"/>
</p:tagLst>
</file>

<file path=ppt/tags/tag357.xml><?xml version="1.0" encoding="utf-8"?>
<p:tagLst xmlns:p="http://schemas.openxmlformats.org/presentationml/2006/main">
  <p:tag name="KSO_WM_SLIDE_ID" val="diagram20220058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8"/>
  <p:tag name="KSO_WM_SLIDE_LAYOUT" val="a_d"/>
  <p:tag name="KSO_WM_SLIDE_LAYOUT_CNT" val="1_1"/>
  <p:tag name="KSO_WM_SLIDE_TYPE" val="text"/>
  <p:tag name="KSO_WM_SLIDE_SUBTYPE" val="picTxt"/>
  <p:tag name="KSO_WM_SLIDE_LAYOUTTYPE" val="topbottom"/>
  <p:tag name="KSO_WM_SLIDE_SIZE" val="888*504"/>
  <p:tag name="KSO_WM_SLIDE_POSITION" val="36*12"/>
  <p:tag name="KSO_WM_SLIDE_LAYOUT_INFO" val="{&quot;backgroundInfo&quot;:[{&quot;bottom&quot;:0,&quot;bottomAbs&quot;:false,&quot;left&quot;:0,&quot;leftAbs&quot;:false,&quot;right&quot;:0,&quot;rightAbs&quot;:false,&quot;top&quot;:0,&quot;topAbs&quot;:false,&quot;type&quot;:&quot;general&quot;}],&quot;id&quot;:&quot;2026-01-13T21:08:51&quot;,&quot;maxSize&quot;:{&quot;size1&quot;:20},&quot;minSize&quot;:{&quot;size1&quot;:11.2},&quot;normalSize&quot;:{&quot;size1&quot;:11.2},&quot;subLayout&quot;:[{&quot;id&quot;:&quot;2026-01-13T21:08:51&quot;,&quot;margin&quot;:{&quot;bottom&quot;:0.025999998673796654,&quot;left&quot;:1.2699999809265137,&quot;right&quot;:1.2699999809265137,&quot;top&quot;:0.4230000376701355},&quot;type&quot;:0},{&quot;id&quot;:&quot;2026-01-13T21:08:51&quot;,&quot;margin&quot;:{&quot;bottom&quot;:0.847000002861023,&quot;left&quot;:1.2699999809265137,&quot;right&quot;:1.2699999809265137,&quot;top&quot;:1.2699999809265137},&quot;type&quot;:0}],&quot;type&quot;:0}"/>
  <p:tag name="KSO_WM_SLIDE_RATIO" val="1.777778"/>
  <p:tag name="KSO_WM_SLIDE_BACKGROUND" val="[&quot;general&quot;]"/>
  <p:tag name="KSO_WM_SLIDE_BACKGROUND_TYPE" val="general"/>
</p:tagLst>
</file>

<file path=ppt/tags/tag35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35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36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20058_1*i*1"/>
  <p:tag name="KSO_WM_TEMPLATE_CATEGORY" val="diagram"/>
  <p:tag name="KSO_WM_TEMPLATE_INDEX" val="20220058"/>
  <p:tag name="KSO_WM_UNIT_LAYERLEVEL" val="1"/>
  <p:tag name="KSO_WM_TAG_VERSION" val="1.0"/>
  <p:tag name="KSO_WM_BEAUTIFY_FLAG" val="#wm#"/>
  <p:tag name="KSO_WM_UNIT_BLOCK" val="0"/>
  <p:tag name="KSO_WM_UNIT_SM_LIMIT_TYPE" val="0"/>
  <p:tag name="KSO_WM_UNIT_DEC_AREA_ID" val="401453a90b9f4fd5b1215058b8a2f2e8"/>
  <p:tag name="KSO_WM_UNIT_DECORATE_INFO" val="{&quot;ReferentInfo&quot;:{&quot;Id&quot;:&quot;2d2094633d9c481aa0d84a95a0159686&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361.xml><?xml version="1.0" encoding="utf-8"?>
<p:tagLst xmlns:p="http://schemas.openxmlformats.org/presentationml/2006/main">
  <p:tag name="KSO_WM_UNIT_ISCONTENTSTITLE" val="0"/>
  <p:tag name="KSO_WM_UNIT_ISNUMDGMTITLE" val="0"/>
  <p:tag name="KSO_WM_UNIT_PRESET_TEXT" val="线型上下导航版"/>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diagram20220058_1*a*1"/>
  <p:tag name="KSO_WM_TEMPLATE_CATEGORY" val="diagram"/>
  <p:tag name="KSO_WM_TEMPLATE_INDEX" val="20220058"/>
  <p:tag name="KSO_WM_UNIT_LAYERLEVEL" val="1"/>
  <p:tag name="KSO_WM_TAG_VERSION" val="1.0"/>
  <p:tag name="KSO_WM_BEAUTIFY_FLAG" val="#wm#"/>
  <p:tag name="KSO_WM_UNIT_VALUE" val="27"/>
  <p:tag name="KSO_WM_UNIT_BLOCK" val="0"/>
  <p:tag name="KSO_WM_UNIT_SM_LIMIT_TYPE" val="2"/>
  <p:tag name="KSO_WM_UNIT_DEC_AREA_ID" val="2d2094633d9c481aa0d84a95a015968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362.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2843_1*f*1"/>
  <p:tag name="KSO_WM_TEMPLATE_CATEGORY" val="diagram"/>
  <p:tag name="KSO_WM_TEMPLATE_INDEX" val="20212843"/>
  <p:tag name="KSO_WM_UNIT_LAYERLEVEL" val="1"/>
  <p:tag name="KSO_WM_TAG_VERSION" val="1.0"/>
  <p:tag name="KSO_WM_BEAUTIFY_FLAG" val="#wm#"/>
  <p:tag name="KSO_WM_UNIT_DEFAULT_FONT" val="14;20;2"/>
  <p:tag name="KSO_WM_UNIT_BLOCK" val="0"/>
  <p:tag name="KSO_WM_UNIT_VALUE" val="576"/>
  <p:tag name="KSO_WM_UNIT_SHOW_EDIT_AREA_INDICATION" val="1"/>
  <p:tag name="KSO_WM_CHIP_GROUPID" val="5e6b05596848fb12bee65ac8"/>
  <p:tag name="KSO_WM_CHIP_XID" val="5e6b05596848fb12bee65aca"/>
  <p:tag name="KSO_WM_UNIT_DEC_AREA_ID" val="8cb1ccbfd41a4f08aa021a2337e676da"/>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53f115901fe44f3787d5c3752471e8b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f644054ed1e2fb8092e"/>
  <p:tag name="KSO_WM_TEMPLATE_ASSEMBLE_GROUPID" val="60656f644054ed1e2fb8092e"/>
  <p:tag name="WM_BEAUTIFY_ZORDER_FLAG_TAG" val="3"/>
</p:tagLst>
</file>

<file path=ppt/tags/tag363.xml><?xml version="1.0" encoding="utf-8"?>
<p:tagLst xmlns:p="http://schemas.openxmlformats.org/presentationml/2006/main">
  <p:tag name="KSO_WM_SLIDE_ID" val="diagram20220058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8"/>
  <p:tag name="KSO_WM_SLIDE_LAYOUT" val="a_d"/>
  <p:tag name="KSO_WM_SLIDE_LAYOUT_CNT" val="1_1"/>
  <p:tag name="KSO_WM_SLIDE_TYPE" val="text"/>
  <p:tag name="KSO_WM_SLIDE_SUBTYPE" val="picTxt"/>
  <p:tag name="KSO_WM_SLIDE_LAYOUTTYPE" val="topbottom"/>
  <p:tag name="KSO_WM_SLIDE_SIZE" val="888*504"/>
  <p:tag name="KSO_WM_SLIDE_POSITION" val="36*12"/>
  <p:tag name="KSO_WM_SLIDE_LAYOUT_INFO" val="{&quot;backgroundInfo&quot;:[{&quot;bottom&quot;:0,&quot;bottomAbs&quot;:false,&quot;left&quot;:0,&quot;leftAbs&quot;:false,&quot;right&quot;:0,&quot;rightAbs&quot;:false,&quot;top&quot;:0,&quot;topAbs&quot;:false,&quot;type&quot;:&quot;general&quot;}],&quot;id&quot;:&quot;2026-01-13T21:08:51&quot;,&quot;maxSize&quot;:{&quot;size1&quot;:20},&quot;minSize&quot;:{&quot;size1&quot;:11.2},&quot;normalSize&quot;:{&quot;size1&quot;:11.2},&quot;subLayout&quot;:[{&quot;id&quot;:&quot;2026-01-13T21:08:51&quot;,&quot;margin&quot;:{&quot;bottom&quot;:0.025999998673796654,&quot;left&quot;:1.2699999809265137,&quot;right&quot;:1.2699999809265137,&quot;top&quot;:0.4230000376701355},&quot;type&quot;:0},{&quot;id&quot;:&quot;2026-01-13T21:08:51&quot;,&quot;margin&quot;:{&quot;bottom&quot;:0.847000002861023,&quot;left&quot;:1.2699999809265137,&quot;right&quot;:1.2699999809265137,&quot;top&quot;:1.2699999809265137},&quot;type&quot;:0}],&quot;type&quot;:0}"/>
  <p:tag name="KSO_WM_SLIDE_RATIO" val="1.777778"/>
  <p:tag name="KSO_WM_SLIDE_BACKGROUND" val="[&quot;general&quot;]"/>
  <p:tag name="KSO_WM_SLIDE_BACKGROUND_TYPE" val="general"/>
</p:tagLst>
</file>

<file path=ppt/tags/tag36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36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36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20058_1*i*1"/>
  <p:tag name="KSO_WM_TEMPLATE_CATEGORY" val="diagram"/>
  <p:tag name="KSO_WM_TEMPLATE_INDEX" val="20220058"/>
  <p:tag name="KSO_WM_UNIT_LAYERLEVEL" val="1"/>
  <p:tag name="KSO_WM_TAG_VERSION" val="1.0"/>
  <p:tag name="KSO_WM_BEAUTIFY_FLAG" val="#wm#"/>
  <p:tag name="KSO_WM_UNIT_BLOCK" val="0"/>
  <p:tag name="KSO_WM_UNIT_SM_LIMIT_TYPE" val="0"/>
  <p:tag name="KSO_WM_UNIT_DEC_AREA_ID" val="401453a90b9f4fd5b1215058b8a2f2e8"/>
  <p:tag name="KSO_WM_UNIT_DECORATE_INFO" val="{&quot;ReferentInfo&quot;:{&quot;Id&quot;:&quot;2d2094633d9c481aa0d84a95a0159686&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367.xml><?xml version="1.0" encoding="utf-8"?>
<p:tagLst xmlns:p="http://schemas.openxmlformats.org/presentationml/2006/main">
  <p:tag name="KSO_WM_UNIT_ISCONTENTSTITLE" val="0"/>
  <p:tag name="KSO_WM_UNIT_ISNUMDGMTITLE" val="0"/>
  <p:tag name="KSO_WM_UNIT_PRESET_TEXT" val="线型上下导航版"/>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diagram20220058_1*a*1"/>
  <p:tag name="KSO_WM_TEMPLATE_CATEGORY" val="diagram"/>
  <p:tag name="KSO_WM_TEMPLATE_INDEX" val="20220058"/>
  <p:tag name="KSO_WM_UNIT_LAYERLEVEL" val="1"/>
  <p:tag name="KSO_WM_TAG_VERSION" val="1.0"/>
  <p:tag name="KSO_WM_BEAUTIFY_FLAG" val="#wm#"/>
  <p:tag name="KSO_WM_UNIT_VALUE" val="27"/>
  <p:tag name="KSO_WM_UNIT_BLOCK" val="0"/>
  <p:tag name="KSO_WM_UNIT_SM_LIMIT_TYPE" val="2"/>
  <p:tag name="KSO_WM_UNIT_DEC_AREA_ID" val="2d2094633d9c481aa0d84a95a015968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368.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2843_1*f*1"/>
  <p:tag name="KSO_WM_TEMPLATE_CATEGORY" val="diagram"/>
  <p:tag name="KSO_WM_TEMPLATE_INDEX" val="20212843"/>
  <p:tag name="KSO_WM_UNIT_LAYERLEVEL" val="1"/>
  <p:tag name="KSO_WM_TAG_VERSION" val="1.0"/>
  <p:tag name="KSO_WM_BEAUTIFY_FLAG" val="#wm#"/>
  <p:tag name="KSO_WM_UNIT_DEFAULT_FONT" val="14;20;2"/>
  <p:tag name="KSO_WM_UNIT_BLOCK" val="0"/>
  <p:tag name="KSO_WM_UNIT_VALUE" val="576"/>
  <p:tag name="KSO_WM_UNIT_SHOW_EDIT_AREA_INDICATION" val="1"/>
  <p:tag name="KSO_WM_CHIP_GROUPID" val="5e6b05596848fb12bee65ac8"/>
  <p:tag name="KSO_WM_CHIP_XID" val="5e6b05596848fb12bee65aca"/>
  <p:tag name="KSO_WM_UNIT_DEC_AREA_ID" val="8cb1ccbfd41a4f08aa021a2337e676da"/>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53f115901fe44f3787d5c3752471e8b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f644054ed1e2fb8092e"/>
  <p:tag name="KSO_WM_TEMPLATE_ASSEMBLE_GROUPID" val="60656f644054ed1e2fb8092e"/>
  <p:tag name="WM_BEAUTIFY_ZORDER_FLAG_TAG" val="3"/>
</p:tagLst>
</file>

<file path=ppt/tags/tag369.xml><?xml version="1.0" encoding="utf-8"?>
<p:tagLst xmlns:p="http://schemas.openxmlformats.org/presentationml/2006/main">
  <p:tag name="KSO_WM_SLIDE_ID" val="diagram20220058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8"/>
  <p:tag name="KSO_WM_SLIDE_LAYOUT" val="a_d"/>
  <p:tag name="KSO_WM_SLIDE_LAYOUT_CNT" val="1_1"/>
  <p:tag name="KSO_WM_SLIDE_TYPE" val="text"/>
  <p:tag name="KSO_WM_SLIDE_SUBTYPE" val="picTxt"/>
  <p:tag name="KSO_WM_SLIDE_LAYOUTTYPE" val="topbottom"/>
  <p:tag name="KSO_WM_SLIDE_SIZE" val="888*504"/>
  <p:tag name="KSO_WM_SLIDE_POSITION" val="36*12"/>
  <p:tag name="KSO_WM_SLIDE_LAYOUT_INFO" val="{&quot;backgroundInfo&quot;:[{&quot;bottom&quot;:0,&quot;bottomAbs&quot;:false,&quot;left&quot;:0,&quot;leftAbs&quot;:false,&quot;right&quot;:0,&quot;rightAbs&quot;:false,&quot;top&quot;:0,&quot;topAbs&quot;:false,&quot;type&quot;:&quot;general&quot;}],&quot;id&quot;:&quot;2026-01-13T21:08:51&quot;,&quot;maxSize&quot;:{&quot;size1&quot;:20},&quot;minSize&quot;:{&quot;size1&quot;:11.2},&quot;normalSize&quot;:{&quot;size1&quot;:11.2},&quot;subLayout&quot;:[{&quot;id&quot;:&quot;2026-01-13T21:08:51&quot;,&quot;margin&quot;:{&quot;bottom&quot;:0.025999998673796654,&quot;left&quot;:1.2699999809265137,&quot;right&quot;:1.2699999809265137,&quot;top&quot;:0.4230000376701355},&quot;type&quot;:0},{&quot;id&quot;:&quot;2026-01-13T21:08:51&quot;,&quot;margin&quot;:{&quot;bottom&quot;:0.847000002861023,&quot;left&quot;:1.2699999809265137,&quot;right&quot;:1.2699999809265137,&quot;top&quot;:1.2699999809265137},&quot;type&quot;:0}],&quot;type&quot;:0}"/>
  <p:tag name="KSO_WM_SLIDE_RATIO" val="1.777778"/>
  <p:tag name="KSO_WM_SLIDE_BACKGROUND" val="[&quot;general&quot;]"/>
  <p:tag name="KSO_WM_SLIDE_BACKGROUND_TYPE" val="general"/>
</p:tagLst>
</file>

<file path=ppt/tags/tag37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37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37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20058_1*i*1"/>
  <p:tag name="KSO_WM_TEMPLATE_CATEGORY" val="diagram"/>
  <p:tag name="KSO_WM_TEMPLATE_INDEX" val="20220058"/>
  <p:tag name="KSO_WM_UNIT_LAYERLEVEL" val="1"/>
  <p:tag name="KSO_WM_TAG_VERSION" val="1.0"/>
  <p:tag name="KSO_WM_BEAUTIFY_FLAG" val="#wm#"/>
  <p:tag name="KSO_WM_UNIT_BLOCK" val="0"/>
  <p:tag name="KSO_WM_UNIT_SM_LIMIT_TYPE" val="0"/>
  <p:tag name="KSO_WM_UNIT_DEC_AREA_ID" val="401453a90b9f4fd5b1215058b8a2f2e8"/>
  <p:tag name="KSO_WM_UNIT_DECORATE_INFO" val="{&quot;ReferentInfo&quot;:{&quot;Id&quot;:&quot;2d2094633d9c481aa0d84a95a0159686&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373.xml><?xml version="1.0" encoding="utf-8"?>
<p:tagLst xmlns:p="http://schemas.openxmlformats.org/presentationml/2006/main">
  <p:tag name="KSO_WM_UNIT_ISCONTENTSTITLE" val="0"/>
  <p:tag name="KSO_WM_UNIT_ISNUMDGMTITLE" val="0"/>
  <p:tag name="KSO_WM_UNIT_PRESET_TEXT" val="线型上下导航版"/>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diagram20220058_1*a*1"/>
  <p:tag name="KSO_WM_TEMPLATE_CATEGORY" val="diagram"/>
  <p:tag name="KSO_WM_TEMPLATE_INDEX" val="20220058"/>
  <p:tag name="KSO_WM_UNIT_LAYERLEVEL" val="1"/>
  <p:tag name="KSO_WM_TAG_VERSION" val="1.0"/>
  <p:tag name="KSO_WM_BEAUTIFY_FLAG" val="#wm#"/>
  <p:tag name="KSO_WM_UNIT_VALUE" val="27"/>
  <p:tag name="KSO_WM_UNIT_BLOCK" val="0"/>
  <p:tag name="KSO_WM_UNIT_SM_LIMIT_TYPE" val="2"/>
  <p:tag name="KSO_WM_UNIT_DEC_AREA_ID" val="2d2094633d9c481aa0d84a95a015968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374.xml><?xml version="1.0" encoding="utf-8"?>
<p:tagLst xmlns:p="http://schemas.openxmlformats.org/presentationml/2006/main">
  <p:tag name="KSO_WM_TAG_VERSION" val="1.0"/>
  <p:tag name="KSO_WM_BEAUTIFY_FLAG" val="#wm#"/>
  <p:tag name="KSO_WM_UNIT_TYPE" val="i"/>
  <p:tag name="KSO_WM_UNIT_ID" val="diagram20208604_1*i*1"/>
  <p:tag name="KSO_WM_TEMPLATE_CATEGORY" val="diagram"/>
  <p:tag name="KSO_WM_TEMPLATE_INDEX" val="20208604"/>
  <p:tag name="KSO_WM_UNIT_INDEX" val="1"/>
  <p:tag name="KSO_WM_UNIT_HIGHLIGHT" val="0"/>
  <p:tag name="KSO_WM_UNIT_COMPATIBLE" val="0"/>
  <p:tag name="KSO_WM_UNIT_DIAGRAM_ISNUMVISUAL" val="0"/>
  <p:tag name="KSO_WM_UNIT_DIAGRAM_ISREFERUNIT" val="0"/>
  <p:tag name="KSO_WM_UNIT_LAYERLEVEL" val="1"/>
  <p:tag name="KSO_WM_UNIT_BLOCK" val="0"/>
  <p:tag name="KSO_WM_UNIT_SM_LIMIT_TYPE" val="2"/>
  <p:tag name="KSO_WM_UNIT_DEC_AREA_ID" val="e352ecb8f5b840f19a3cb857467d0e4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UNIT_TEXT_FILL_FORE_SCHEMECOLOR_INDEX_BRIGHTNESS" val="0"/>
  <p:tag name="KSO_WM_UNIT_TEXT_FILL_FORE_SCHEMECOLOR_INDEX" val="2"/>
  <p:tag name="KSO_WM_UNIT_TEXT_FILL_TYPE" val="1"/>
  <p:tag name="KSO_WM_UNIT_VALUE" val="864"/>
  <p:tag name="KSO_WM_TEMPLATE_ASSEMBLE_XID" val="60656e7a4054ed1e2fb7f9a0"/>
  <p:tag name="KSO_WM_TEMPLATE_ASSEMBLE_GROUPID" val="60656e7a4054ed1e2fb7f9a0"/>
  <p:tag name="WM_BEAUTIFY_ZORDER_FLAG_TAG" val="3"/>
</p:tagLst>
</file>

<file path=ppt/tags/tag375.xml><?xml version="1.0" encoding="utf-8"?>
<p:tagLst xmlns:p="http://schemas.openxmlformats.org/presentationml/2006/main">
  <p:tag name="KSO_WM_TAG_VERSION" val="1.0"/>
  <p:tag name="KSO_WM_BEAUTIFY_FLAG" val="#wm#"/>
  <p:tag name="KSO_WM_UNIT_TYPE" val="i"/>
  <p:tag name="KSO_WM_UNIT_ID" val="diagram20208604_1*i*2"/>
  <p:tag name="KSO_WM_TEMPLATE_CATEGORY" val="diagram"/>
  <p:tag name="KSO_WM_TEMPLATE_INDEX" val="20208604"/>
  <p:tag name="KSO_WM_UNIT_INDEX" val="2"/>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65248d0e2eac4a16859a1c0559d33ac9"/>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4"/>
</p:tagLst>
</file>

<file path=ppt/tags/tag376.xml><?xml version="1.0" encoding="utf-8"?>
<p:tagLst xmlns:p="http://schemas.openxmlformats.org/presentationml/2006/main">
  <p:tag name="KSO_WM_TAG_VERSION" val="1.0"/>
  <p:tag name="KSO_WM_BEAUTIFY_FLAG" val="#wm#"/>
  <p:tag name="KSO_WM_UNIT_TYPE" val="i"/>
  <p:tag name="KSO_WM_UNIT_ID" val="diagram20208604_1*i*3"/>
  <p:tag name="KSO_WM_TEMPLATE_CATEGORY" val="diagram"/>
  <p:tag name="KSO_WM_TEMPLATE_INDEX" val="20208604"/>
  <p:tag name="KSO_WM_UNIT_INDEX" val="3"/>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d26b32aaa4d84b0dbd1030a6cabd7a68"/>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5"/>
</p:tagLst>
</file>

<file path=ppt/tags/tag377.xml><?xml version="1.0" encoding="utf-8"?>
<p:tagLst xmlns:p="http://schemas.openxmlformats.org/presentationml/2006/main">
  <p:tag name="KSO_WM_TAG_VERSION" val="1.0"/>
  <p:tag name="KSO_WM_BEAUTIFY_FLAG" val="#wm#"/>
  <p:tag name="KSO_WM_UNIT_TYPE" val="i"/>
  <p:tag name="KSO_WM_UNIT_ID" val="diagram20208604_1*i*4"/>
  <p:tag name="KSO_WM_TEMPLATE_CATEGORY" val="diagram"/>
  <p:tag name="KSO_WM_TEMPLATE_INDEX" val="20208604"/>
  <p:tag name="KSO_WM_UNIT_INDEX" val="4"/>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808fb1adb4d744cc9d369074d0507e4f"/>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6"/>
</p:tagLst>
</file>

<file path=ppt/tags/tag378.xml><?xml version="1.0" encoding="utf-8"?>
<p:tagLst xmlns:p="http://schemas.openxmlformats.org/presentationml/2006/main">
  <p:tag name="KSO_WM_TAG_VERSION" val="1.0"/>
  <p:tag name="KSO_WM_BEAUTIFY_FLAG" val="#wm#"/>
  <p:tag name="KSO_WM_UNIT_TYPE" val="i"/>
  <p:tag name="KSO_WM_UNIT_ID" val="diagram20208604_1*i*5"/>
  <p:tag name="KSO_WM_TEMPLATE_CATEGORY" val="diagram"/>
  <p:tag name="KSO_WM_TEMPLATE_INDEX" val="20208604"/>
  <p:tag name="KSO_WM_UNIT_INDEX" val="5"/>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060ccbb9a83241f2a52575c4e4f76136"/>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7"/>
</p:tagLst>
</file>

<file path=ppt/tags/tag379.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需要用更多的文字来表述；但请您尽可能提炼思想的精髓。"/>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8604_1*f*1"/>
  <p:tag name="KSO_WM_TEMPLATE_CATEGORY" val="diagram"/>
  <p:tag name="KSO_WM_TEMPLATE_INDEX" val="20208604"/>
  <p:tag name="KSO_WM_UNIT_LAYERLEVEL" val="1"/>
  <p:tag name="KSO_WM_TAG_VERSION" val="1.0"/>
  <p:tag name="KSO_WM_BEAUTIFY_FLAG" val="#wm#"/>
  <p:tag name="KSO_WM_UNIT_DEFAULT_FONT" val="14;20;2"/>
  <p:tag name="KSO_WM_UNIT_BLOCK" val="0"/>
  <p:tag name="KSO_WM_UNIT_VALUE" val="588"/>
  <p:tag name="KSO_WM_UNIT_SHOW_EDIT_AREA_INDICATION" val="1"/>
  <p:tag name="KSO_WM_CHIP_GROUPID" val="5e6b05596848fb12bee65ac8"/>
  <p:tag name="KSO_WM_CHIP_XID" val="5e6b05596848fb12bee65aca"/>
  <p:tag name="KSO_WM_UNIT_DEC_AREA_ID" val="5557aaf2e9bc4b2499ccf5d271336ab4"/>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ff7d2160ef064691979e787d147d2e4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e7a4054ed1e2fb7f9a0"/>
  <p:tag name="KSO_WM_TEMPLATE_ASSEMBLE_GROUPID" val="60656e7a4054ed1e2fb7f9a0"/>
  <p:tag name="WM_BEAUTIFY_ZORDER_FLAG_TAG" val="8"/>
</p:tagLst>
</file>

<file path=ppt/tags/tag380.xml><?xml version="1.0" encoding="utf-8"?>
<p:tagLst xmlns:p="http://schemas.openxmlformats.org/presentationml/2006/main">
  <p:tag name="KSO_WM_SLIDE_ID" val="diagram20220058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8"/>
  <p:tag name="KSO_WM_SLIDE_LAYOUT" val="a_d"/>
  <p:tag name="KSO_WM_SLIDE_LAYOUT_CNT" val="1_1"/>
  <p:tag name="KSO_WM_SLIDE_TYPE" val="text"/>
  <p:tag name="KSO_WM_SLIDE_SUBTYPE" val="picTxt"/>
  <p:tag name="KSO_WM_SLIDE_LAYOUTTYPE" val="topbottom"/>
  <p:tag name="KSO_WM_SLIDE_SIZE" val="888*504"/>
  <p:tag name="KSO_WM_SLIDE_POSITION" val="36*12"/>
  <p:tag name="KSO_WM_SLIDE_LAYOUT_INFO" val="{&quot;backgroundInfo&quot;:[{&quot;bottom&quot;:0,&quot;bottomAbs&quot;:false,&quot;left&quot;:0,&quot;leftAbs&quot;:false,&quot;right&quot;:0,&quot;rightAbs&quot;:false,&quot;top&quot;:0,&quot;topAbs&quot;:false,&quot;type&quot;:&quot;general&quot;}],&quot;id&quot;:&quot;2026-01-13T21:08:51&quot;,&quot;maxSize&quot;:{&quot;size1&quot;:20},&quot;minSize&quot;:{&quot;size1&quot;:11.2},&quot;normalSize&quot;:{&quot;size1&quot;:11.2},&quot;subLayout&quot;:[{&quot;id&quot;:&quot;2026-01-13T21:08:51&quot;,&quot;margin&quot;:{&quot;bottom&quot;:0.025999998673796654,&quot;left&quot;:1.2699999809265137,&quot;right&quot;:1.2699999809265137,&quot;top&quot;:0.4230000376701355},&quot;type&quot;:0},{&quot;id&quot;:&quot;2026-01-13T21:08:51&quot;,&quot;margin&quot;:{&quot;bottom&quot;:0.847000002861023,&quot;left&quot;:1.2699999809265137,&quot;right&quot;:1.2699999809265137,&quot;top&quot;:1.2699999809265137},&quot;type&quot;:0}],&quot;type&quot;:0}"/>
  <p:tag name="KSO_WM_SLIDE_RATIO" val="1.777778"/>
  <p:tag name="KSO_WM_SLIDE_BACKGROUND" val="[&quot;general&quot;]"/>
  <p:tag name="KSO_WM_SLIDE_BACKGROUND_TYPE" val="general"/>
</p:tagLst>
</file>

<file path=ppt/tags/tag38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38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38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20058_1*i*1"/>
  <p:tag name="KSO_WM_TEMPLATE_CATEGORY" val="diagram"/>
  <p:tag name="KSO_WM_TEMPLATE_INDEX" val="20220058"/>
  <p:tag name="KSO_WM_UNIT_LAYERLEVEL" val="1"/>
  <p:tag name="KSO_WM_TAG_VERSION" val="1.0"/>
  <p:tag name="KSO_WM_BEAUTIFY_FLAG" val="#wm#"/>
  <p:tag name="KSO_WM_UNIT_BLOCK" val="0"/>
  <p:tag name="KSO_WM_UNIT_SM_LIMIT_TYPE" val="0"/>
  <p:tag name="KSO_WM_UNIT_DEC_AREA_ID" val="401453a90b9f4fd5b1215058b8a2f2e8"/>
  <p:tag name="KSO_WM_UNIT_DECORATE_INFO" val="{&quot;ReferentInfo&quot;:{&quot;Id&quot;:&quot;2d2094633d9c481aa0d84a95a0159686&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384.xml><?xml version="1.0" encoding="utf-8"?>
<p:tagLst xmlns:p="http://schemas.openxmlformats.org/presentationml/2006/main">
  <p:tag name="KSO_WM_UNIT_ISCONTENTSTITLE" val="0"/>
  <p:tag name="KSO_WM_UNIT_ISNUMDGMTITLE" val="0"/>
  <p:tag name="KSO_WM_UNIT_PRESET_TEXT" val="线型上下导航版"/>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diagram20220058_1*a*1"/>
  <p:tag name="KSO_WM_TEMPLATE_CATEGORY" val="diagram"/>
  <p:tag name="KSO_WM_TEMPLATE_INDEX" val="20220058"/>
  <p:tag name="KSO_WM_UNIT_LAYERLEVEL" val="1"/>
  <p:tag name="KSO_WM_TAG_VERSION" val="1.0"/>
  <p:tag name="KSO_WM_BEAUTIFY_FLAG" val="#wm#"/>
  <p:tag name="KSO_WM_UNIT_VALUE" val="27"/>
  <p:tag name="KSO_WM_UNIT_BLOCK" val="0"/>
  <p:tag name="KSO_WM_UNIT_SM_LIMIT_TYPE" val="2"/>
  <p:tag name="KSO_WM_UNIT_DEC_AREA_ID" val="2d2094633d9c481aa0d84a95a015968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385.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7315_1*f*1"/>
  <p:tag name="KSO_WM_TEMPLATE_CATEGORY" val="diagram"/>
  <p:tag name="KSO_WM_TEMPLATE_INDEX" val="20207315"/>
  <p:tag name="KSO_WM_UNIT_LAYERLEVEL" val="1"/>
  <p:tag name="KSO_WM_TAG_VERSION" val="1.0"/>
  <p:tag name="KSO_WM_BEAUTIFY_FLAG" val="#wm#"/>
  <p:tag name="KSO_WM_UNIT_DEFAULT_FONT" val="14;20;2"/>
  <p:tag name="KSO_WM_UNIT_BLOCK" val="0"/>
  <p:tag name="KSO_WM_UNIT_VALUE" val="290"/>
  <p:tag name="KSO_WM_UNIT_SHOW_EDIT_AREA_INDICATION" val="1"/>
  <p:tag name="KSO_WM_CHIP_GROUPID" val="5e6b05596848fb12bee65ac8"/>
  <p:tag name="KSO_WM_CHIP_XID" val="5e6b05596848fb12bee65aca"/>
  <p:tag name="KSO_WM_UNIT_DEC_AREA_ID" val="3462bde237c543c58b90892aede91ea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dc8ab5172452436899286f2808371cac"/>
  <p:tag name="KSO_WM_UNIT_TEXT_FILL_FORE_SCHEMECOLOR_INDEX_BRIGHTNESS" val="0.25"/>
  <p:tag name="KSO_WM_UNIT_TEXT_FILL_FORE_SCHEMECOLOR_INDEX" val="13"/>
  <p:tag name="KSO_WM_UNIT_TEXT_FILL_TYPE" val="1"/>
  <p:tag name="KSO_WM_TEMPLATE_ASSEMBLE_XID" val="6130c4e08b5cc6c91112a571"/>
  <p:tag name="KSO_WM_TEMPLATE_ASSEMBLE_GROUPID" val="6130c4e08b5cc6c91112a571"/>
  <p:tag name="WM_BEAUTIFY_ZORDER_FLAG_TAG" val="4"/>
</p:tagLst>
</file>

<file path=ppt/tags/tag386.xml><?xml version="1.0" encoding="utf-8"?>
<p:tagLst xmlns:p="http://schemas.openxmlformats.org/presentationml/2006/main">
  <p:tag name="KSO_WM_SLIDE_ID" val="diagram20220058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8"/>
  <p:tag name="KSO_WM_SLIDE_LAYOUT" val="a_d"/>
  <p:tag name="KSO_WM_SLIDE_LAYOUT_CNT" val="1_1"/>
  <p:tag name="KSO_WM_SLIDE_TYPE" val="text"/>
  <p:tag name="KSO_WM_SLIDE_SUBTYPE" val="picTxt"/>
  <p:tag name="KSO_WM_SLIDE_LAYOUTTYPE" val="topbottom"/>
  <p:tag name="KSO_WM_SLIDE_SIZE" val="888*504"/>
  <p:tag name="KSO_WM_SLIDE_POSITION" val="36*12"/>
  <p:tag name="KSO_WM_SLIDE_LAYOUT_INFO" val="{&quot;backgroundInfo&quot;:[{&quot;bottom&quot;:0,&quot;bottomAbs&quot;:false,&quot;left&quot;:0,&quot;leftAbs&quot;:false,&quot;right&quot;:0,&quot;rightAbs&quot;:false,&quot;top&quot;:0,&quot;topAbs&quot;:false,&quot;type&quot;:&quot;general&quot;}],&quot;id&quot;:&quot;2026-01-13T21:08:51&quot;,&quot;maxSize&quot;:{&quot;size1&quot;:20},&quot;minSize&quot;:{&quot;size1&quot;:11.2},&quot;normalSize&quot;:{&quot;size1&quot;:11.2},&quot;subLayout&quot;:[{&quot;id&quot;:&quot;2026-01-13T21:08:51&quot;,&quot;margin&quot;:{&quot;bottom&quot;:0.025999998673796654,&quot;left&quot;:1.2699999809265137,&quot;right&quot;:1.2699999809265137,&quot;top&quot;:0.4230000376701355},&quot;type&quot;:0},{&quot;id&quot;:&quot;2026-01-13T21:08:51&quot;,&quot;margin&quot;:{&quot;bottom&quot;:0.847000002861023,&quot;left&quot;:1.2699999809265137,&quot;right&quot;:1.2699999809265137,&quot;top&quot;:1.2699999809265137},&quot;type&quot;:0}],&quot;type&quot;:0}"/>
  <p:tag name="KSO_WM_SLIDE_RATIO" val="1.777778"/>
  <p:tag name="KSO_WM_SLIDE_BACKGROUND" val="[&quot;general&quot;]"/>
  <p:tag name="KSO_WM_SLIDE_BACKGROUND_TYPE" val="general"/>
</p:tagLst>
</file>

<file path=ppt/tags/tag38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38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38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20058_1*i*1"/>
  <p:tag name="KSO_WM_TEMPLATE_CATEGORY" val="diagram"/>
  <p:tag name="KSO_WM_TEMPLATE_INDEX" val="20220058"/>
  <p:tag name="KSO_WM_UNIT_LAYERLEVEL" val="1"/>
  <p:tag name="KSO_WM_TAG_VERSION" val="1.0"/>
  <p:tag name="KSO_WM_BEAUTIFY_FLAG" val="#wm#"/>
  <p:tag name="KSO_WM_UNIT_BLOCK" val="0"/>
  <p:tag name="KSO_WM_UNIT_SM_LIMIT_TYPE" val="0"/>
  <p:tag name="KSO_WM_UNIT_DEC_AREA_ID" val="401453a90b9f4fd5b1215058b8a2f2e8"/>
  <p:tag name="KSO_WM_UNIT_DECORATE_INFO" val="{&quot;ReferentInfo&quot;:{&quot;Id&quot;:&quot;2d2094633d9c481aa0d84a95a0159686&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390.xml><?xml version="1.0" encoding="utf-8"?>
<p:tagLst xmlns:p="http://schemas.openxmlformats.org/presentationml/2006/main">
  <p:tag name="KSO_WM_UNIT_ISCONTENTSTITLE" val="0"/>
  <p:tag name="KSO_WM_UNIT_ISNUMDGMTITLE" val="0"/>
  <p:tag name="KSO_WM_UNIT_PRESET_TEXT" val="线型上下导航版"/>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diagram20220058_1*a*1"/>
  <p:tag name="KSO_WM_TEMPLATE_CATEGORY" val="diagram"/>
  <p:tag name="KSO_WM_TEMPLATE_INDEX" val="20220058"/>
  <p:tag name="KSO_WM_UNIT_LAYERLEVEL" val="1"/>
  <p:tag name="KSO_WM_TAG_VERSION" val="1.0"/>
  <p:tag name="KSO_WM_BEAUTIFY_FLAG" val="#wm#"/>
  <p:tag name="KSO_WM_UNIT_VALUE" val="27"/>
  <p:tag name="KSO_WM_UNIT_BLOCK" val="0"/>
  <p:tag name="KSO_WM_UNIT_SM_LIMIT_TYPE" val="2"/>
  <p:tag name="KSO_WM_UNIT_DEC_AREA_ID" val="2d2094633d9c481aa0d84a95a015968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391.xml><?xml version="1.0" encoding="utf-8"?>
<p:tagLst xmlns:p="http://schemas.openxmlformats.org/presentationml/2006/main">
  <p:tag name="KSO_WM_TAG_VERSION" val="1.0"/>
  <p:tag name="KSO_WM_BEAUTIFY_FLAG" val="#wm#"/>
  <p:tag name="KSO_WM_UNIT_TYPE" val="i"/>
  <p:tag name="KSO_WM_UNIT_ID" val="diagram20208604_1*i*1"/>
  <p:tag name="KSO_WM_TEMPLATE_CATEGORY" val="diagram"/>
  <p:tag name="KSO_WM_TEMPLATE_INDEX" val="20208604"/>
  <p:tag name="KSO_WM_UNIT_INDEX" val="1"/>
  <p:tag name="KSO_WM_UNIT_HIGHLIGHT" val="0"/>
  <p:tag name="KSO_WM_UNIT_COMPATIBLE" val="0"/>
  <p:tag name="KSO_WM_UNIT_DIAGRAM_ISNUMVISUAL" val="0"/>
  <p:tag name="KSO_WM_UNIT_DIAGRAM_ISREFERUNIT" val="0"/>
  <p:tag name="KSO_WM_UNIT_LAYERLEVEL" val="1"/>
  <p:tag name="KSO_WM_UNIT_BLOCK" val="0"/>
  <p:tag name="KSO_WM_UNIT_SM_LIMIT_TYPE" val="2"/>
  <p:tag name="KSO_WM_UNIT_DEC_AREA_ID" val="e352ecb8f5b840f19a3cb857467d0e4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UNIT_TEXT_FILL_FORE_SCHEMECOLOR_INDEX_BRIGHTNESS" val="0"/>
  <p:tag name="KSO_WM_UNIT_TEXT_FILL_FORE_SCHEMECOLOR_INDEX" val="2"/>
  <p:tag name="KSO_WM_UNIT_TEXT_FILL_TYPE" val="1"/>
  <p:tag name="KSO_WM_UNIT_VALUE" val="864"/>
  <p:tag name="KSO_WM_TEMPLATE_ASSEMBLE_XID" val="60656e7a4054ed1e2fb7f9a0"/>
  <p:tag name="KSO_WM_TEMPLATE_ASSEMBLE_GROUPID" val="60656e7a4054ed1e2fb7f9a0"/>
  <p:tag name="WM_BEAUTIFY_ZORDER_FLAG_TAG" val="3"/>
</p:tagLst>
</file>

<file path=ppt/tags/tag392.xml><?xml version="1.0" encoding="utf-8"?>
<p:tagLst xmlns:p="http://schemas.openxmlformats.org/presentationml/2006/main">
  <p:tag name="KSO_WM_TAG_VERSION" val="1.0"/>
  <p:tag name="KSO_WM_BEAUTIFY_FLAG" val="#wm#"/>
  <p:tag name="KSO_WM_UNIT_TYPE" val="i"/>
  <p:tag name="KSO_WM_UNIT_ID" val="diagram20208604_1*i*2"/>
  <p:tag name="KSO_WM_TEMPLATE_CATEGORY" val="diagram"/>
  <p:tag name="KSO_WM_TEMPLATE_INDEX" val="20208604"/>
  <p:tag name="KSO_WM_UNIT_INDEX" val="2"/>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65248d0e2eac4a16859a1c0559d33ac9"/>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4"/>
</p:tagLst>
</file>

<file path=ppt/tags/tag393.xml><?xml version="1.0" encoding="utf-8"?>
<p:tagLst xmlns:p="http://schemas.openxmlformats.org/presentationml/2006/main">
  <p:tag name="KSO_WM_TAG_VERSION" val="1.0"/>
  <p:tag name="KSO_WM_BEAUTIFY_FLAG" val="#wm#"/>
  <p:tag name="KSO_WM_UNIT_TYPE" val="i"/>
  <p:tag name="KSO_WM_UNIT_ID" val="diagram20208604_1*i*3"/>
  <p:tag name="KSO_WM_TEMPLATE_CATEGORY" val="diagram"/>
  <p:tag name="KSO_WM_TEMPLATE_INDEX" val="20208604"/>
  <p:tag name="KSO_WM_UNIT_INDEX" val="3"/>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d26b32aaa4d84b0dbd1030a6cabd7a68"/>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5"/>
</p:tagLst>
</file>

<file path=ppt/tags/tag394.xml><?xml version="1.0" encoding="utf-8"?>
<p:tagLst xmlns:p="http://schemas.openxmlformats.org/presentationml/2006/main">
  <p:tag name="KSO_WM_TAG_VERSION" val="1.0"/>
  <p:tag name="KSO_WM_BEAUTIFY_FLAG" val="#wm#"/>
  <p:tag name="KSO_WM_UNIT_TYPE" val="i"/>
  <p:tag name="KSO_WM_UNIT_ID" val="diagram20208604_1*i*4"/>
  <p:tag name="KSO_WM_TEMPLATE_CATEGORY" val="diagram"/>
  <p:tag name="KSO_WM_TEMPLATE_INDEX" val="20208604"/>
  <p:tag name="KSO_WM_UNIT_INDEX" val="4"/>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808fb1adb4d744cc9d369074d0507e4f"/>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6"/>
</p:tagLst>
</file>

<file path=ppt/tags/tag395.xml><?xml version="1.0" encoding="utf-8"?>
<p:tagLst xmlns:p="http://schemas.openxmlformats.org/presentationml/2006/main">
  <p:tag name="KSO_WM_TAG_VERSION" val="1.0"/>
  <p:tag name="KSO_WM_BEAUTIFY_FLAG" val="#wm#"/>
  <p:tag name="KSO_WM_UNIT_TYPE" val="i"/>
  <p:tag name="KSO_WM_UNIT_ID" val="diagram20208604_1*i*5"/>
  <p:tag name="KSO_WM_TEMPLATE_CATEGORY" val="diagram"/>
  <p:tag name="KSO_WM_TEMPLATE_INDEX" val="20208604"/>
  <p:tag name="KSO_WM_UNIT_INDEX" val="5"/>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060ccbb9a83241f2a52575c4e4f76136"/>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7"/>
</p:tagLst>
</file>

<file path=ppt/tags/tag396.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需要用更多的文字来表述；但请您尽可能提炼思想的精髓。"/>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8604_1*f*1"/>
  <p:tag name="KSO_WM_TEMPLATE_CATEGORY" val="diagram"/>
  <p:tag name="KSO_WM_TEMPLATE_INDEX" val="20208604"/>
  <p:tag name="KSO_WM_UNIT_LAYERLEVEL" val="1"/>
  <p:tag name="KSO_WM_TAG_VERSION" val="1.0"/>
  <p:tag name="KSO_WM_BEAUTIFY_FLAG" val="#wm#"/>
  <p:tag name="KSO_WM_UNIT_DEFAULT_FONT" val="14;20;2"/>
  <p:tag name="KSO_WM_UNIT_BLOCK" val="0"/>
  <p:tag name="KSO_WM_UNIT_VALUE" val="588"/>
  <p:tag name="KSO_WM_UNIT_SHOW_EDIT_AREA_INDICATION" val="1"/>
  <p:tag name="KSO_WM_CHIP_GROUPID" val="5e6b05596848fb12bee65ac8"/>
  <p:tag name="KSO_WM_CHIP_XID" val="5e6b05596848fb12bee65aca"/>
  <p:tag name="KSO_WM_UNIT_DEC_AREA_ID" val="5557aaf2e9bc4b2499ccf5d271336ab4"/>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ff7d2160ef064691979e787d147d2e4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e7a4054ed1e2fb7f9a0"/>
  <p:tag name="KSO_WM_TEMPLATE_ASSEMBLE_GROUPID" val="60656e7a4054ed1e2fb7f9a0"/>
  <p:tag name="WM_BEAUTIFY_ZORDER_FLAG_TAG" val="8"/>
</p:tagLst>
</file>

<file path=ppt/tags/tag397.xml><?xml version="1.0" encoding="utf-8"?>
<p:tagLst xmlns:p="http://schemas.openxmlformats.org/presentationml/2006/main">
  <p:tag name="KSO_WM_SLIDE_ID" val="diagram20220058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8"/>
  <p:tag name="KSO_WM_SLIDE_LAYOUT" val="a_d"/>
  <p:tag name="KSO_WM_SLIDE_LAYOUT_CNT" val="1_1"/>
  <p:tag name="KSO_WM_SLIDE_TYPE" val="text"/>
  <p:tag name="KSO_WM_SLIDE_SUBTYPE" val="picTxt"/>
  <p:tag name="KSO_WM_SLIDE_LAYOUTTYPE" val="topbottom"/>
  <p:tag name="KSO_WM_SLIDE_SIZE" val="888*504"/>
  <p:tag name="KSO_WM_SLIDE_POSITION" val="36*12"/>
  <p:tag name="KSO_WM_SLIDE_LAYOUT_INFO" val="{&quot;backgroundInfo&quot;:[{&quot;bottom&quot;:0,&quot;bottomAbs&quot;:false,&quot;left&quot;:0,&quot;leftAbs&quot;:false,&quot;right&quot;:0,&quot;rightAbs&quot;:false,&quot;top&quot;:0,&quot;topAbs&quot;:false,&quot;type&quot;:&quot;general&quot;}],&quot;id&quot;:&quot;2026-01-13T21:08:51&quot;,&quot;maxSize&quot;:{&quot;size1&quot;:20},&quot;minSize&quot;:{&quot;size1&quot;:11.2},&quot;normalSize&quot;:{&quot;size1&quot;:11.2},&quot;subLayout&quot;:[{&quot;id&quot;:&quot;2026-01-13T21:08:51&quot;,&quot;margin&quot;:{&quot;bottom&quot;:0.025999998673796654,&quot;left&quot;:1.2699999809265137,&quot;right&quot;:1.2699999809265137,&quot;top&quot;:0.4230000376701355},&quot;type&quot;:0},{&quot;id&quot;:&quot;2026-01-13T21:08:51&quot;,&quot;margin&quot;:{&quot;bottom&quot;:0.847000002861023,&quot;left&quot;:1.2699999809265137,&quot;right&quot;:1.2699999809265137,&quot;top&quot;:1.2699999809265137},&quot;type&quot;:0}],&quot;type&quot;:0}"/>
  <p:tag name="KSO_WM_SLIDE_RATIO" val="1.777778"/>
  <p:tag name="KSO_WM_SLIDE_BACKGROUND" val="[&quot;general&quot;]"/>
  <p:tag name="KSO_WM_SLIDE_BACKGROUND_TYPE" val="general"/>
</p:tagLst>
</file>

<file path=ppt/tags/tag39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39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40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20058_1*i*1"/>
  <p:tag name="KSO_WM_TEMPLATE_CATEGORY" val="diagram"/>
  <p:tag name="KSO_WM_TEMPLATE_INDEX" val="20220058"/>
  <p:tag name="KSO_WM_UNIT_LAYERLEVEL" val="1"/>
  <p:tag name="KSO_WM_TAG_VERSION" val="1.0"/>
  <p:tag name="KSO_WM_BEAUTIFY_FLAG" val="#wm#"/>
  <p:tag name="KSO_WM_UNIT_BLOCK" val="0"/>
  <p:tag name="KSO_WM_UNIT_SM_LIMIT_TYPE" val="0"/>
  <p:tag name="KSO_WM_UNIT_DEC_AREA_ID" val="401453a90b9f4fd5b1215058b8a2f2e8"/>
  <p:tag name="KSO_WM_UNIT_DECORATE_INFO" val="{&quot;ReferentInfo&quot;:{&quot;Id&quot;:&quot;2d2094633d9c481aa0d84a95a0159686&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401.xml><?xml version="1.0" encoding="utf-8"?>
<p:tagLst xmlns:p="http://schemas.openxmlformats.org/presentationml/2006/main">
  <p:tag name="KSO_WM_UNIT_ISCONTENTSTITLE" val="0"/>
  <p:tag name="KSO_WM_UNIT_ISNUMDGMTITLE" val="0"/>
  <p:tag name="KSO_WM_UNIT_PRESET_TEXT" val="线型上下导航版"/>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diagram20220058_1*a*1"/>
  <p:tag name="KSO_WM_TEMPLATE_CATEGORY" val="diagram"/>
  <p:tag name="KSO_WM_TEMPLATE_INDEX" val="20220058"/>
  <p:tag name="KSO_WM_UNIT_LAYERLEVEL" val="1"/>
  <p:tag name="KSO_WM_TAG_VERSION" val="1.0"/>
  <p:tag name="KSO_WM_BEAUTIFY_FLAG" val="#wm#"/>
  <p:tag name="KSO_WM_UNIT_VALUE" val="27"/>
  <p:tag name="KSO_WM_UNIT_BLOCK" val="0"/>
  <p:tag name="KSO_WM_UNIT_SM_LIMIT_TYPE" val="2"/>
  <p:tag name="KSO_WM_UNIT_DEC_AREA_ID" val="2d2094633d9c481aa0d84a95a015968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402.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7315_1*f*1"/>
  <p:tag name="KSO_WM_TEMPLATE_CATEGORY" val="diagram"/>
  <p:tag name="KSO_WM_TEMPLATE_INDEX" val="20207315"/>
  <p:tag name="KSO_WM_UNIT_LAYERLEVEL" val="1"/>
  <p:tag name="KSO_WM_TAG_VERSION" val="1.0"/>
  <p:tag name="KSO_WM_BEAUTIFY_FLAG" val="#wm#"/>
  <p:tag name="KSO_WM_UNIT_DEFAULT_FONT" val="14;20;2"/>
  <p:tag name="KSO_WM_UNIT_BLOCK" val="0"/>
  <p:tag name="KSO_WM_UNIT_VALUE" val="290"/>
  <p:tag name="KSO_WM_UNIT_SHOW_EDIT_AREA_INDICATION" val="1"/>
  <p:tag name="KSO_WM_CHIP_GROUPID" val="5e6b05596848fb12bee65ac8"/>
  <p:tag name="KSO_WM_CHIP_XID" val="5e6b05596848fb12bee65aca"/>
  <p:tag name="KSO_WM_UNIT_DEC_AREA_ID" val="3462bde237c543c58b90892aede91ea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dc8ab5172452436899286f2808371cac"/>
  <p:tag name="KSO_WM_UNIT_TEXT_FILL_FORE_SCHEMECOLOR_INDEX_BRIGHTNESS" val="0.25"/>
  <p:tag name="KSO_WM_UNIT_TEXT_FILL_FORE_SCHEMECOLOR_INDEX" val="13"/>
  <p:tag name="KSO_WM_UNIT_TEXT_FILL_TYPE" val="1"/>
  <p:tag name="KSO_WM_TEMPLATE_ASSEMBLE_XID" val="6130c4e08b5cc6c91112a571"/>
  <p:tag name="KSO_WM_TEMPLATE_ASSEMBLE_GROUPID" val="6130c4e08b5cc6c91112a571"/>
  <p:tag name="WM_BEAUTIFY_ZORDER_FLAG_TAG" val="4"/>
</p:tagLst>
</file>

<file path=ppt/tags/tag403.xml><?xml version="1.0" encoding="utf-8"?>
<p:tagLst xmlns:p="http://schemas.openxmlformats.org/presentationml/2006/main">
  <p:tag name="KSO_WM_SLIDE_ID" val="diagram20220058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8"/>
  <p:tag name="KSO_WM_SLIDE_LAYOUT" val="a_d"/>
  <p:tag name="KSO_WM_SLIDE_LAYOUT_CNT" val="1_1"/>
  <p:tag name="KSO_WM_SLIDE_TYPE" val="text"/>
  <p:tag name="KSO_WM_SLIDE_SUBTYPE" val="picTxt"/>
  <p:tag name="KSO_WM_SLIDE_LAYOUTTYPE" val="topbottom"/>
  <p:tag name="KSO_WM_SLIDE_SIZE" val="888*504"/>
  <p:tag name="KSO_WM_SLIDE_POSITION" val="36*12"/>
  <p:tag name="KSO_WM_SLIDE_LAYOUT_INFO" val="{&quot;backgroundInfo&quot;:[{&quot;bottom&quot;:0,&quot;bottomAbs&quot;:false,&quot;left&quot;:0,&quot;leftAbs&quot;:false,&quot;right&quot;:0,&quot;rightAbs&quot;:false,&quot;top&quot;:0,&quot;topAbs&quot;:false,&quot;type&quot;:&quot;general&quot;}],&quot;id&quot;:&quot;2026-01-13T21:08:51&quot;,&quot;maxSize&quot;:{&quot;size1&quot;:20},&quot;minSize&quot;:{&quot;size1&quot;:11.2},&quot;normalSize&quot;:{&quot;size1&quot;:11.2},&quot;subLayout&quot;:[{&quot;id&quot;:&quot;2026-01-13T21:08:51&quot;,&quot;margin&quot;:{&quot;bottom&quot;:0.025999998673796654,&quot;left&quot;:1.2699999809265137,&quot;right&quot;:1.2699999809265137,&quot;top&quot;:0.4230000376701355},&quot;type&quot;:0},{&quot;id&quot;:&quot;2026-01-13T21:08:51&quot;,&quot;margin&quot;:{&quot;bottom&quot;:0.847000002861023,&quot;left&quot;:1.2699999809265137,&quot;right&quot;:1.2699999809265137,&quot;top&quot;:1.2699999809265137},&quot;type&quot;:0}],&quot;type&quot;:0}"/>
  <p:tag name="KSO_WM_SLIDE_RATIO" val="1.777778"/>
  <p:tag name="KSO_WM_SLIDE_BACKGROUND" val="[&quot;general&quot;]"/>
  <p:tag name="KSO_WM_SLIDE_BACKGROUND_TYPE" val="general"/>
</p:tagLst>
</file>

<file path=ppt/tags/tag40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40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40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20058_1*i*1"/>
  <p:tag name="KSO_WM_TEMPLATE_CATEGORY" val="diagram"/>
  <p:tag name="KSO_WM_TEMPLATE_INDEX" val="20220058"/>
  <p:tag name="KSO_WM_UNIT_LAYERLEVEL" val="1"/>
  <p:tag name="KSO_WM_TAG_VERSION" val="1.0"/>
  <p:tag name="KSO_WM_BEAUTIFY_FLAG" val="#wm#"/>
  <p:tag name="KSO_WM_UNIT_BLOCK" val="0"/>
  <p:tag name="KSO_WM_UNIT_SM_LIMIT_TYPE" val="0"/>
  <p:tag name="KSO_WM_UNIT_DEC_AREA_ID" val="401453a90b9f4fd5b1215058b8a2f2e8"/>
  <p:tag name="KSO_WM_UNIT_DECORATE_INFO" val="{&quot;ReferentInfo&quot;:{&quot;Id&quot;:&quot;2d2094633d9c481aa0d84a95a0159686&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407.xml><?xml version="1.0" encoding="utf-8"?>
<p:tagLst xmlns:p="http://schemas.openxmlformats.org/presentationml/2006/main">
  <p:tag name="KSO_WM_UNIT_ISCONTENTSTITLE" val="0"/>
  <p:tag name="KSO_WM_UNIT_ISNUMDGMTITLE" val="0"/>
  <p:tag name="KSO_WM_UNIT_PRESET_TEXT" val="线型上下导航版"/>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diagram20220058_1*a*1"/>
  <p:tag name="KSO_WM_TEMPLATE_CATEGORY" val="diagram"/>
  <p:tag name="KSO_WM_TEMPLATE_INDEX" val="20220058"/>
  <p:tag name="KSO_WM_UNIT_LAYERLEVEL" val="1"/>
  <p:tag name="KSO_WM_TAG_VERSION" val="1.0"/>
  <p:tag name="KSO_WM_BEAUTIFY_FLAG" val="#wm#"/>
  <p:tag name="KSO_WM_UNIT_VALUE" val="27"/>
  <p:tag name="KSO_WM_UNIT_BLOCK" val="0"/>
  <p:tag name="KSO_WM_UNIT_SM_LIMIT_TYPE" val="2"/>
  <p:tag name="KSO_WM_UNIT_DEC_AREA_ID" val="2d2094633d9c481aa0d84a95a015968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408.xml><?xml version="1.0" encoding="utf-8"?>
<p:tagLst xmlns:p="http://schemas.openxmlformats.org/presentationml/2006/main">
  <p:tag name="KSO_WM_TAG_VERSION" val="1.0"/>
  <p:tag name="KSO_WM_BEAUTIFY_FLAG" val="#wm#"/>
  <p:tag name="KSO_WM_UNIT_TYPE" val="i"/>
  <p:tag name="KSO_WM_UNIT_ID" val="diagram20208604_1*i*1"/>
  <p:tag name="KSO_WM_TEMPLATE_CATEGORY" val="diagram"/>
  <p:tag name="KSO_WM_TEMPLATE_INDEX" val="20208604"/>
  <p:tag name="KSO_WM_UNIT_INDEX" val="1"/>
  <p:tag name="KSO_WM_UNIT_HIGHLIGHT" val="0"/>
  <p:tag name="KSO_WM_UNIT_COMPATIBLE" val="0"/>
  <p:tag name="KSO_WM_UNIT_DIAGRAM_ISNUMVISUAL" val="0"/>
  <p:tag name="KSO_WM_UNIT_DIAGRAM_ISREFERUNIT" val="0"/>
  <p:tag name="KSO_WM_UNIT_LAYERLEVEL" val="1"/>
  <p:tag name="KSO_WM_UNIT_BLOCK" val="0"/>
  <p:tag name="KSO_WM_UNIT_SM_LIMIT_TYPE" val="2"/>
  <p:tag name="KSO_WM_UNIT_DEC_AREA_ID" val="e352ecb8f5b840f19a3cb857467d0e4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UNIT_TEXT_FILL_FORE_SCHEMECOLOR_INDEX_BRIGHTNESS" val="0"/>
  <p:tag name="KSO_WM_UNIT_TEXT_FILL_FORE_SCHEMECOLOR_INDEX" val="2"/>
  <p:tag name="KSO_WM_UNIT_TEXT_FILL_TYPE" val="1"/>
  <p:tag name="KSO_WM_UNIT_VALUE" val="864"/>
  <p:tag name="KSO_WM_TEMPLATE_ASSEMBLE_XID" val="60656e7a4054ed1e2fb7f9a0"/>
  <p:tag name="KSO_WM_TEMPLATE_ASSEMBLE_GROUPID" val="60656e7a4054ed1e2fb7f9a0"/>
  <p:tag name="WM_BEAUTIFY_ZORDER_FLAG_TAG" val="3"/>
</p:tagLst>
</file>

<file path=ppt/tags/tag409.xml><?xml version="1.0" encoding="utf-8"?>
<p:tagLst xmlns:p="http://schemas.openxmlformats.org/presentationml/2006/main">
  <p:tag name="KSO_WM_TAG_VERSION" val="1.0"/>
  <p:tag name="KSO_WM_BEAUTIFY_FLAG" val="#wm#"/>
  <p:tag name="KSO_WM_UNIT_TYPE" val="i"/>
  <p:tag name="KSO_WM_UNIT_ID" val="diagram20208604_1*i*2"/>
  <p:tag name="KSO_WM_TEMPLATE_CATEGORY" val="diagram"/>
  <p:tag name="KSO_WM_TEMPLATE_INDEX" val="20208604"/>
  <p:tag name="KSO_WM_UNIT_INDEX" val="2"/>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65248d0e2eac4a16859a1c0559d33ac9"/>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4"/>
</p:tagLst>
</file>

<file path=ppt/tags/tag410.xml><?xml version="1.0" encoding="utf-8"?>
<p:tagLst xmlns:p="http://schemas.openxmlformats.org/presentationml/2006/main">
  <p:tag name="KSO_WM_TAG_VERSION" val="1.0"/>
  <p:tag name="KSO_WM_BEAUTIFY_FLAG" val="#wm#"/>
  <p:tag name="KSO_WM_UNIT_TYPE" val="i"/>
  <p:tag name="KSO_WM_UNIT_ID" val="diagram20208604_1*i*3"/>
  <p:tag name="KSO_WM_TEMPLATE_CATEGORY" val="diagram"/>
  <p:tag name="KSO_WM_TEMPLATE_INDEX" val="20208604"/>
  <p:tag name="KSO_WM_UNIT_INDEX" val="3"/>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d26b32aaa4d84b0dbd1030a6cabd7a68"/>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5"/>
</p:tagLst>
</file>

<file path=ppt/tags/tag411.xml><?xml version="1.0" encoding="utf-8"?>
<p:tagLst xmlns:p="http://schemas.openxmlformats.org/presentationml/2006/main">
  <p:tag name="KSO_WM_TAG_VERSION" val="1.0"/>
  <p:tag name="KSO_WM_BEAUTIFY_FLAG" val="#wm#"/>
  <p:tag name="KSO_WM_UNIT_TYPE" val="i"/>
  <p:tag name="KSO_WM_UNIT_ID" val="diagram20208604_1*i*4"/>
  <p:tag name="KSO_WM_TEMPLATE_CATEGORY" val="diagram"/>
  <p:tag name="KSO_WM_TEMPLATE_INDEX" val="20208604"/>
  <p:tag name="KSO_WM_UNIT_INDEX" val="4"/>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808fb1adb4d744cc9d369074d0507e4f"/>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6"/>
</p:tagLst>
</file>

<file path=ppt/tags/tag412.xml><?xml version="1.0" encoding="utf-8"?>
<p:tagLst xmlns:p="http://schemas.openxmlformats.org/presentationml/2006/main">
  <p:tag name="KSO_WM_TAG_VERSION" val="1.0"/>
  <p:tag name="KSO_WM_BEAUTIFY_FLAG" val="#wm#"/>
  <p:tag name="KSO_WM_UNIT_TYPE" val="i"/>
  <p:tag name="KSO_WM_UNIT_ID" val="diagram20208604_1*i*5"/>
  <p:tag name="KSO_WM_TEMPLATE_CATEGORY" val="diagram"/>
  <p:tag name="KSO_WM_TEMPLATE_INDEX" val="20208604"/>
  <p:tag name="KSO_WM_UNIT_INDEX" val="5"/>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060ccbb9a83241f2a52575c4e4f76136"/>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7"/>
</p:tagLst>
</file>

<file path=ppt/tags/tag413.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需要用更多的文字来表述；但请您尽可能提炼思想的精髓。"/>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8604_1*f*1"/>
  <p:tag name="KSO_WM_TEMPLATE_CATEGORY" val="diagram"/>
  <p:tag name="KSO_WM_TEMPLATE_INDEX" val="20208604"/>
  <p:tag name="KSO_WM_UNIT_LAYERLEVEL" val="1"/>
  <p:tag name="KSO_WM_TAG_VERSION" val="1.0"/>
  <p:tag name="KSO_WM_BEAUTIFY_FLAG" val="#wm#"/>
  <p:tag name="KSO_WM_UNIT_DEFAULT_FONT" val="14;20;2"/>
  <p:tag name="KSO_WM_UNIT_BLOCK" val="0"/>
  <p:tag name="KSO_WM_UNIT_VALUE" val="588"/>
  <p:tag name="KSO_WM_UNIT_SHOW_EDIT_AREA_INDICATION" val="1"/>
  <p:tag name="KSO_WM_CHIP_GROUPID" val="5e6b05596848fb12bee65ac8"/>
  <p:tag name="KSO_WM_CHIP_XID" val="5e6b05596848fb12bee65aca"/>
  <p:tag name="KSO_WM_UNIT_DEC_AREA_ID" val="5557aaf2e9bc4b2499ccf5d271336ab4"/>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ff7d2160ef064691979e787d147d2e4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e7a4054ed1e2fb7f9a0"/>
  <p:tag name="KSO_WM_TEMPLATE_ASSEMBLE_GROUPID" val="60656e7a4054ed1e2fb7f9a0"/>
  <p:tag name="WM_BEAUTIFY_ZORDER_FLAG_TAG" val="8"/>
</p:tagLst>
</file>

<file path=ppt/tags/tag414.xml><?xml version="1.0" encoding="utf-8"?>
<p:tagLst xmlns:p="http://schemas.openxmlformats.org/presentationml/2006/main">
  <p:tag name="KSO_WM_SLIDE_ID" val="diagram20220058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8"/>
  <p:tag name="KSO_WM_SLIDE_LAYOUT" val="a_d"/>
  <p:tag name="KSO_WM_SLIDE_LAYOUT_CNT" val="1_1"/>
  <p:tag name="KSO_WM_SLIDE_TYPE" val="text"/>
  <p:tag name="KSO_WM_SLIDE_SUBTYPE" val="picTxt"/>
  <p:tag name="KSO_WM_SLIDE_LAYOUTTYPE" val="topbottom"/>
  <p:tag name="KSO_WM_SLIDE_SIZE" val="888*504"/>
  <p:tag name="KSO_WM_SLIDE_POSITION" val="36*12"/>
  <p:tag name="KSO_WM_SLIDE_LAYOUT_INFO" val="{&quot;backgroundInfo&quot;:[{&quot;bottom&quot;:0,&quot;bottomAbs&quot;:false,&quot;left&quot;:0,&quot;leftAbs&quot;:false,&quot;right&quot;:0,&quot;rightAbs&quot;:false,&quot;top&quot;:0,&quot;topAbs&quot;:false,&quot;type&quot;:&quot;general&quot;}],&quot;id&quot;:&quot;2026-01-13T21:08:51&quot;,&quot;maxSize&quot;:{&quot;size1&quot;:20},&quot;minSize&quot;:{&quot;size1&quot;:11.2},&quot;normalSize&quot;:{&quot;size1&quot;:11.2},&quot;subLayout&quot;:[{&quot;id&quot;:&quot;2026-01-13T21:08:51&quot;,&quot;margin&quot;:{&quot;bottom&quot;:0.025999998673796654,&quot;left&quot;:1.2699999809265137,&quot;right&quot;:1.2699999809265137,&quot;top&quot;:0.4230000376701355},&quot;type&quot;:0},{&quot;id&quot;:&quot;2026-01-13T21:08:51&quot;,&quot;margin&quot;:{&quot;bottom&quot;:0.847000002861023,&quot;left&quot;:1.2699999809265137,&quot;right&quot;:1.2699999809265137,&quot;top&quot;:1.2699999809265137},&quot;type&quot;:0}],&quot;type&quot;:0}"/>
  <p:tag name="KSO_WM_SLIDE_RATIO" val="1.777778"/>
  <p:tag name="KSO_WM_SLIDE_BACKGROUND" val="[&quot;general&quot;]"/>
  <p:tag name="KSO_WM_SLIDE_BACKGROUND_TYPE" val="general"/>
</p:tagLst>
</file>

<file path=ppt/tags/tag4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4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4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20058_1*i*1"/>
  <p:tag name="KSO_WM_TEMPLATE_CATEGORY" val="diagram"/>
  <p:tag name="KSO_WM_TEMPLATE_INDEX" val="20220058"/>
  <p:tag name="KSO_WM_UNIT_LAYERLEVEL" val="1"/>
  <p:tag name="KSO_WM_TAG_VERSION" val="1.0"/>
  <p:tag name="KSO_WM_BEAUTIFY_FLAG" val="#wm#"/>
  <p:tag name="KSO_WM_UNIT_BLOCK" val="0"/>
  <p:tag name="KSO_WM_UNIT_SM_LIMIT_TYPE" val="0"/>
  <p:tag name="KSO_WM_UNIT_DEC_AREA_ID" val="401453a90b9f4fd5b1215058b8a2f2e8"/>
  <p:tag name="KSO_WM_UNIT_DECORATE_INFO" val="{&quot;ReferentInfo&quot;:{&quot;Id&quot;:&quot;2d2094633d9c481aa0d84a95a0159686&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418.xml><?xml version="1.0" encoding="utf-8"?>
<p:tagLst xmlns:p="http://schemas.openxmlformats.org/presentationml/2006/main">
  <p:tag name="KSO_WM_UNIT_ISCONTENTSTITLE" val="0"/>
  <p:tag name="KSO_WM_UNIT_ISNUMDGMTITLE" val="0"/>
  <p:tag name="KSO_WM_UNIT_PRESET_TEXT" val="线型上下导航版"/>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diagram20220058_1*a*1"/>
  <p:tag name="KSO_WM_TEMPLATE_CATEGORY" val="diagram"/>
  <p:tag name="KSO_WM_TEMPLATE_INDEX" val="20220058"/>
  <p:tag name="KSO_WM_UNIT_LAYERLEVEL" val="1"/>
  <p:tag name="KSO_WM_TAG_VERSION" val="1.0"/>
  <p:tag name="KSO_WM_BEAUTIFY_FLAG" val="#wm#"/>
  <p:tag name="KSO_WM_UNIT_VALUE" val="27"/>
  <p:tag name="KSO_WM_UNIT_BLOCK" val="0"/>
  <p:tag name="KSO_WM_UNIT_SM_LIMIT_TYPE" val="2"/>
  <p:tag name="KSO_WM_UNIT_DEC_AREA_ID" val="2d2094633d9c481aa0d84a95a015968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419.xml><?xml version="1.0" encoding="utf-8"?>
<p:tagLst xmlns:p="http://schemas.openxmlformats.org/presentationml/2006/main">
  <p:tag name="KSO_WM_TAG_VERSION" val="1.0"/>
  <p:tag name="KSO_WM_BEAUTIFY_FLAG" val="#wm#"/>
  <p:tag name="KSO_WM_UNIT_TYPE" val="i"/>
  <p:tag name="KSO_WM_UNIT_ID" val="diagram20208604_1*i*1"/>
  <p:tag name="KSO_WM_TEMPLATE_CATEGORY" val="diagram"/>
  <p:tag name="KSO_WM_TEMPLATE_INDEX" val="20208604"/>
  <p:tag name="KSO_WM_UNIT_INDEX" val="1"/>
  <p:tag name="KSO_WM_UNIT_HIGHLIGHT" val="0"/>
  <p:tag name="KSO_WM_UNIT_COMPATIBLE" val="0"/>
  <p:tag name="KSO_WM_UNIT_DIAGRAM_ISNUMVISUAL" val="0"/>
  <p:tag name="KSO_WM_UNIT_DIAGRAM_ISREFERUNIT" val="0"/>
  <p:tag name="KSO_WM_UNIT_LAYERLEVEL" val="1"/>
  <p:tag name="KSO_WM_UNIT_BLOCK" val="0"/>
  <p:tag name="KSO_WM_UNIT_SM_LIMIT_TYPE" val="2"/>
  <p:tag name="KSO_WM_UNIT_DEC_AREA_ID" val="e352ecb8f5b840f19a3cb857467d0e4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UNIT_TEXT_FILL_FORE_SCHEMECOLOR_INDEX_BRIGHTNESS" val="0"/>
  <p:tag name="KSO_WM_UNIT_TEXT_FILL_FORE_SCHEMECOLOR_INDEX" val="2"/>
  <p:tag name="KSO_WM_UNIT_TEXT_FILL_TYPE" val="1"/>
  <p:tag name="KSO_WM_UNIT_VALUE" val="864"/>
  <p:tag name="KSO_WM_TEMPLATE_ASSEMBLE_XID" val="60656e7a4054ed1e2fb7f9a0"/>
  <p:tag name="KSO_WM_TEMPLATE_ASSEMBLE_GROUPID" val="60656e7a4054ed1e2fb7f9a0"/>
  <p:tag name="WM_BEAUTIFY_ZORDER_FLAG_TAG" val="3"/>
</p:tagLst>
</file>

<file path=ppt/tags/tag420.xml><?xml version="1.0" encoding="utf-8"?>
<p:tagLst xmlns:p="http://schemas.openxmlformats.org/presentationml/2006/main">
  <p:tag name="KSO_WM_TAG_VERSION" val="1.0"/>
  <p:tag name="KSO_WM_BEAUTIFY_FLAG" val="#wm#"/>
  <p:tag name="KSO_WM_UNIT_TYPE" val="i"/>
  <p:tag name="KSO_WM_UNIT_ID" val="diagram20208604_1*i*2"/>
  <p:tag name="KSO_WM_TEMPLATE_CATEGORY" val="diagram"/>
  <p:tag name="KSO_WM_TEMPLATE_INDEX" val="20208604"/>
  <p:tag name="KSO_WM_UNIT_INDEX" val="2"/>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65248d0e2eac4a16859a1c0559d33ac9"/>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4"/>
</p:tagLst>
</file>

<file path=ppt/tags/tag421.xml><?xml version="1.0" encoding="utf-8"?>
<p:tagLst xmlns:p="http://schemas.openxmlformats.org/presentationml/2006/main">
  <p:tag name="KSO_WM_TAG_VERSION" val="1.0"/>
  <p:tag name="KSO_WM_BEAUTIFY_FLAG" val="#wm#"/>
  <p:tag name="KSO_WM_UNIT_TYPE" val="i"/>
  <p:tag name="KSO_WM_UNIT_ID" val="diagram20208604_1*i*3"/>
  <p:tag name="KSO_WM_TEMPLATE_CATEGORY" val="diagram"/>
  <p:tag name="KSO_WM_TEMPLATE_INDEX" val="20208604"/>
  <p:tag name="KSO_WM_UNIT_INDEX" val="3"/>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d26b32aaa4d84b0dbd1030a6cabd7a68"/>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5"/>
</p:tagLst>
</file>

<file path=ppt/tags/tag422.xml><?xml version="1.0" encoding="utf-8"?>
<p:tagLst xmlns:p="http://schemas.openxmlformats.org/presentationml/2006/main">
  <p:tag name="KSO_WM_TAG_VERSION" val="1.0"/>
  <p:tag name="KSO_WM_BEAUTIFY_FLAG" val="#wm#"/>
  <p:tag name="KSO_WM_UNIT_TYPE" val="i"/>
  <p:tag name="KSO_WM_UNIT_ID" val="diagram20208604_1*i*4"/>
  <p:tag name="KSO_WM_TEMPLATE_CATEGORY" val="diagram"/>
  <p:tag name="KSO_WM_TEMPLATE_INDEX" val="20208604"/>
  <p:tag name="KSO_WM_UNIT_INDEX" val="4"/>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808fb1adb4d744cc9d369074d0507e4f"/>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6"/>
</p:tagLst>
</file>

<file path=ppt/tags/tag423.xml><?xml version="1.0" encoding="utf-8"?>
<p:tagLst xmlns:p="http://schemas.openxmlformats.org/presentationml/2006/main">
  <p:tag name="KSO_WM_TAG_VERSION" val="1.0"/>
  <p:tag name="KSO_WM_BEAUTIFY_FLAG" val="#wm#"/>
  <p:tag name="KSO_WM_UNIT_TYPE" val="i"/>
  <p:tag name="KSO_WM_UNIT_ID" val="diagram20208604_1*i*5"/>
  <p:tag name="KSO_WM_TEMPLATE_CATEGORY" val="diagram"/>
  <p:tag name="KSO_WM_TEMPLATE_INDEX" val="20208604"/>
  <p:tag name="KSO_WM_UNIT_INDEX" val="5"/>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060ccbb9a83241f2a52575c4e4f76136"/>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7"/>
</p:tagLst>
</file>

<file path=ppt/tags/tag424.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需要用更多的文字来表述；但请您尽可能提炼思想的精髓。"/>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8604_1*f*1"/>
  <p:tag name="KSO_WM_TEMPLATE_CATEGORY" val="diagram"/>
  <p:tag name="KSO_WM_TEMPLATE_INDEX" val="20208604"/>
  <p:tag name="KSO_WM_UNIT_LAYERLEVEL" val="1"/>
  <p:tag name="KSO_WM_TAG_VERSION" val="1.0"/>
  <p:tag name="KSO_WM_BEAUTIFY_FLAG" val="#wm#"/>
  <p:tag name="KSO_WM_UNIT_DEFAULT_FONT" val="14;20;2"/>
  <p:tag name="KSO_WM_UNIT_BLOCK" val="0"/>
  <p:tag name="KSO_WM_UNIT_VALUE" val="588"/>
  <p:tag name="KSO_WM_UNIT_SHOW_EDIT_AREA_INDICATION" val="1"/>
  <p:tag name="KSO_WM_CHIP_GROUPID" val="5e6b05596848fb12bee65ac8"/>
  <p:tag name="KSO_WM_CHIP_XID" val="5e6b05596848fb12bee65aca"/>
  <p:tag name="KSO_WM_UNIT_DEC_AREA_ID" val="5557aaf2e9bc4b2499ccf5d271336ab4"/>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ff7d2160ef064691979e787d147d2e4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e7a4054ed1e2fb7f9a0"/>
  <p:tag name="KSO_WM_TEMPLATE_ASSEMBLE_GROUPID" val="60656e7a4054ed1e2fb7f9a0"/>
  <p:tag name="WM_BEAUTIFY_ZORDER_FLAG_TAG" val="8"/>
</p:tagLst>
</file>

<file path=ppt/tags/tag425.xml><?xml version="1.0" encoding="utf-8"?>
<p:tagLst xmlns:p="http://schemas.openxmlformats.org/presentationml/2006/main">
  <p:tag name="KSO_WM_SLIDE_ID" val="diagram20220058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8"/>
  <p:tag name="KSO_WM_SLIDE_LAYOUT" val="a_d"/>
  <p:tag name="KSO_WM_SLIDE_LAYOUT_CNT" val="1_1"/>
  <p:tag name="KSO_WM_SLIDE_TYPE" val="text"/>
  <p:tag name="KSO_WM_SLIDE_SUBTYPE" val="picTxt"/>
  <p:tag name="KSO_WM_SLIDE_LAYOUTTYPE" val="topbottom"/>
  <p:tag name="KSO_WM_SLIDE_SIZE" val="888*504"/>
  <p:tag name="KSO_WM_SLIDE_POSITION" val="36*12"/>
  <p:tag name="KSO_WM_SLIDE_LAYOUT_INFO" val="{&quot;backgroundInfo&quot;:[{&quot;bottom&quot;:0,&quot;bottomAbs&quot;:false,&quot;left&quot;:0,&quot;leftAbs&quot;:false,&quot;right&quot;:0,&quot;rightAbs&quot;:false,&quot;top&quot;:0,&quot;topAbs&quot;:false,&quot;type&quot;:&quot;general&quot;}],&quot;id&quot;:&quot;2026-01-13T21:08:51&quot;,&quot;maxSize&quot;:{&quot;size1&quot;:20},&quot;minSize&quot;:{&quot;size1&quot;:11.2},&quot;normalSize&quot;:{&quot;size1&quot;:11.2},&quot;subLayout&quot;:[{&quot;id&quot;:&quot;2026-01-13T21:08:51&quot;,&quot;margin&quot;:{&quot;bottom&quot;:0.025999998673796654,&quot;left&quot;:1.2699999809265137,&quot;right&quot;:1.2699999809265137,&quot;top&quot;:0.4230000376701355},&quot;type&quot;:0},{&quot;id&quot;:&quot;2026-01-13T21:08:51&quot;,&quot;margin&quot;:{&quot;bottom&quot;:0.847000002861023,&quot;left&quot;:1.2699999809265137,&quot;right&quot;:1.2699999809265137,&quot;top&quot;:1.2699999809265137},&quot;type&quot;:0}],&quot;type&quot;:0}"/>
  <p:tag name="KSO_WM_SLIDE_RATIO" val="1.777778"/>
  <p:tag name="KSO_WM_SLIDE_BACKGROUND" val="[&quot;general&quot;]"/>
  <p:tag name="KSO_WM_SLIDE_BACKGROUND_TYPE" val="general"/>
</p:tagLst>
</file>

<file path=ppt/tags/tag4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4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4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20058_1*i*1"/>
  <p:tag name="KSO_WM_TEMPLATE_CATEGORY" val="diagram"/>
  <p:tag name="KSO_WM_TEMPLATE_INDEX" val="20220058"/>
  <p:tag name="KSO_WM_UNIT_LAYERLEVEL" val="1"/>
  <p:tag name="KSO_WM_TAG_VERSION" val="1.0"/>
  <p:tag name="KSO_WM_BEAUTIFY_FLAG" val="#wm#"/>
  <p:tag name="KSO_WM_UNIT_BLOCK" val="0"/>
  <p:tag name="KSO_WM_UNIT_SM_LIMIT_TYPE" val="0"/>
  <p:tag name="KSO_WM_UNIT_DEC_AREA_ID" val="401453a90b9f4fd5b1215058b8a2f2e8"/>
  <p:tag name="KSO_WM_UNIT_DECORATE_INFO" val="{&quot;ReferentInfo&quot;:{&quot;Id&quot;:&quot;2d2094633d9c481aa0d84a95a0159686&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429.xml><?xml version="1.0" encoding="utf-8"?>
<p:tagLst xmlns:p="http://schemas.openxmlformats.org/presentationml/2006/main">
  <p:tag name="KSO_WM_UNIT_ISCONTENTSTITLE" val="0"/>
  <p:tag name="KSO_WM_UNIT_ISNUMDGMTITLE" val="0"/>
  <p:tag name="KSO_WM_UNIT_PRESET_TEXT" val="线型上下导航版"/>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diagram20220058_1*a*1"/>
  <p:tag name="KSO_WM_TEMPLATE_CATEGORY" val="diagram"/>
  <p:tag name="KSO_WM_TEMPLATE_INDEX" val="20220058"/>
  <p:tag name="KSO_WM_UNIT_LAYERLEVEL" val="1"/>
  <p:tag name="KSO_WM_TAG_VERSION" val="1.0"/>
  <p:tag name="KSO_WM_BEAUTIFY_FLAG" val="#wm#"/>
  <p:tag name="KSO_WM_UNIT_VALUE" val="27"/>
  <p:tag name="KSO_WM_UNIT_BLOCK" val="0"/>
  <p:tag name="KSO_WM_UNIT_SM_LIMIT_TYPE" val="2"/>
  <p:tag name="KSO_WM_UNIT_DEC_AREA_ID" val="2d2094633d9c481aa0d84a95a015968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430.xml><?xml version="1.0" encoding="utf-8"?>
<p:tagLst xmlns:p="http://schemas.openxmlformats.org/presentationml/2006/main">
  <p:tag name="KSO_WM_TAG_VERSION" val="1.0"/>
  <p:tag name="KSO_WM_BEAUTIFY_FLAG" val="#wm#"/>
  <p:tag name="KSO_WM_UNIT_TYPE" val="i"/>
  <p:tag name="KSO_WM_UNIT_ID" val="diagram20208604_1*i*1"/>
  <p:tag name="KSO_WM_TEMPLATE_CATEGORY" val="diagram"/>
  <p:tag name="KSO_WM_TEMPLATE_INDEX" val="20208604"/>
  <p:tag name="KSO_WM_UNIT_INDEX" val="1"/>
  <p:tag name="KSO_WM_UNIT_HIGHLIGHT" val="0"/>
  <p:tag name="KSO_WM_UNIT_COMPATIBLE" val="0"/>
  <p:tag name="KSO_WM_UNIT_DIAGRAM_ISNUMVISUAL" val="0"/>
  <p:tag name="KSO_WM_UNIT_DIAGRAM_ISREFERUNIT" val="0"/>
  <p:tag name="KSO_WM_UNIT_LAYERLEVEL" val="1"/>
  <p:tag name="KSO_WM_UNIT_BLOCK" val="0"/>
  <p:tag name="KSO_WM_UNIT_SM_LIMIT_TYPE" val="2"/>
  <p:tag name="KSO_WM_UNIT_DEC_AREA_ID" val="e352ecb8f5b840f19a3cb857467d0e4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UNIT_TEXT_FILL_FORE_SCHEMECOLOR_INDEX_BRIGHTNESS" val="0"/>
  <p:tag name="KSO_WM_UNIT_TEXT_FILL_FORE_SCHEMECOLOR_INDEX" val="2"/>
  <p:tag name="KSO_WM_UNIT_TEXT_FILL_TYPE" val="1"/>
  <p:tag name="KSO_WM_UNIT_VALUE" val="864"/>
  <p:tag name="KSO_WM_TEMPLATE_ASSEMBLE_XID" val="60656e7a4054ed1e2fb7f9a0"/>
  <p:tag name="KSO_WM_TEMPLATE_ASSEMBLE_GROUPID" val="60656e7a4054ed1e2fb7f9a0"/>
  <p:tag name="WM_BEAUTIFY_ZORDER_FLAG_TAG" val="3"/>
</p:tagLst>
</file>

<file path=ppt/tags/tag431.xml><?xml version="1.0" encoding="utf-8"?>
<p:tagLst xmlns:p="http://schemas.openxmlformats.org/presentationml/2006/main">
  <p:tag name="KSO_WM_TAG_VERSION" val="1.0"/>
  <p:tag name="KSO_WM_BEAUTIFY_FLAG" val="#wm#"/>
  <p:tag name="KSO_WM_UNIT_TYPE" val="i"/>
  <p:tag name="KSO_WM_UNIT_ID" val="diagram20208604_1*i*2"/>
  <p:tag name="KSO_WM_TEMPLATE_CATEGORY" val="diagram"/>
  <p:tag name="KSO_WM_TEMPLATE_INDEX" val="20208604"/>
  <p:tag name="KSO_WM_UNIT_INDEX" val="2"/>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65248d0e2eac4a16859a1c0559d33ac9"/>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4"/>
</p:tagLst>
</file>

<file path=ppt/tags/tag432.xml><?xml version="1.0" encoding="utf-8"?>
<p:tagLst xmlns:p="http://schemas.openxmlformats.org/presentationml/2006/main">
  <p:tag name="KSO_WM_TAG_VERSION" val="1.0"/>
  <p:tag name="KSO_WM_BEAUTIFY_FLAG" val="#wm#"/>
  <p:tag name="KSO_WM_UNIT_TYPE" val="i"/>
  <p:tag name="KSO_WM_UNIT_ID" val="diagram20208604_1*i*3"/>
  <p:tag name="KSO_WM_TEMPLATE_CATEGORY" val="diagram"/>
  <p:tag name="KSO_WM_TEMPLATE_INDEX" val="20208604"/>
  <p:tag name="KSO_WM_UNIT_INDEX" val="3"/>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d26b32aaa4d84b0dbd1030a6cabd7a68"/>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5"/>
</p:tagLst>
</file>

<file path=ppt/tags/tag433.xml><?xml version="1.0" encoding="utf-8"?>
<p:tagLst xmlns:p="http://schemas.openxmlformats.org/presentationml/2006/main">
  <p:tag name="KSO_WM_TAG_VERSION" val="1.0"/>
  <p:tag name="KSO_WM_BEAUTIFY_FLAG" val="#wm#"/>
  <p:tag name="KSO_WM_UNIT_TYPE" val="i"/>
  <p:tag name="KSO_WM_UNIT_ID" val="diagram20208604_1*i*4"/>
  <p:tag name="KSO_WM_TEMPLATE_CATEGORY" val="diagram"/>
  <p:tag name="KSO_WM_TEMPLATE_INDEX" val="20208604"/>
  <p:tag name="KSO_WM_UNIT_INDEX" val="4"/>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808fb1adb4d744cc9d369074d0507e4f"/>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6"/>
</p:tagLst>
</file>

<file path=ppt/tags/tag434.xml><?xml version="1.0" encoding="utf-8"?>
<p:tagLst xmlns:p="http://schemas.openxmlformats.org/presentationml/2006/main">
  <p:tag name="KSO_WM_TAG_VERSION" val="1.0"/>
  <p:tag name="KSO_WM_BEAUTIFY_FLAG" val="#wm#"/>
  <p:tag name="KSO_WM_UNIT_TYPE" val="i"/>
  <p:tag name="KSO_WM_UNIT_ID" val="diagram20208604_1*i*5"/>
  <p:tag name="KSO_WM_TEMPLATE_CATEGORY" val="diagram"/>
  <p:tag name="KSO_WM_TEMPLATE_INDEX" val="20208604"/>
  <p:tag name="KSO_WM_UNIT_INDEX" val="5"/>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060ccbb9a83241f2a52575c4e4f76136"/>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7"/>
</p:tagLst>
</file>

<file path=ppt/tags/tag435.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需要用更多的文字来表述；但请您尽可能提炼思想的精髓。"/>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8604_1*f*1"/>
  <p:tag name="KSO_WM_TEMPLATE_CATEGORY" val="diagram"/>
  <p:tag name="KSO_WM_TEMPLATE_INDEX" val="20208604"/>
  <p:tag name="KSO_WM_UNIT_LAYERLEVEL" val="1"/>
  <p:tag name="KSO_WM_TAG_VERSION" val="1.0"/>
  <p:tag name="KSO_WM_BEAUTIFY_FLAG" val="#wm#"/>
  <p:tag name="KSO_WM_UNIT_DEFAULT_FONT" val="14;20;2"/>
  <p:tag name="KSO_WM_UNIT_BLOCK" val="0"/>
  <p:tag name="KSO_WM_UNIT_VALUE" val="588"/>
  <p:tag name="KSO_WM_UNIT_SHOW_EDIT_AREA_INDICATION" val="1"/>
  <p:tag name="KSO_WM_CHIP_GROUPID" val="5e6b05596848fb12bee65ac8"/>
  <p:tag name="KSO_WM_CHIP_XID" val="5e6b05596848fb12bee65aca"/>
  <p:tag name="KSO_WM_UNIT_DEC_AREA_ID" val="5557aaf2e9bc4b2499ccf5d271336ab4"/>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ff7d2160ef064691979e787d147d2e4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e7a4054ed1e2fb7f9a0"/>
  <p:tag name="KSO_WM_TEMPLATE_ASSEMBLE_GROUPID" val="60656e7a4054ed1e2fb7f9a0"/>
  <p:tag name="WM_BEAUTIFY_ZORDER_FLAG_TAG" val="8"/>
</p:tagLst>
</file>

<file path=ppt/tags/tag436.xml><?xml version="1.0" encoding="utf-8"?>
<p:tagLst xmlns:p="http://schemas.openxmlformats.org/presentationml/2006/main">
  <p:tag name="KSO_WM_SLIDE_ID" val="diagram20220058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8"/>
  <p:tag name="KSO_WM_SLIDE_LAYOUT" val="a_d"/>
  <p:tag name="KSO_WM_SLIDE_LAYOUT_CNT" val="1_1"/>
  <p:tag name="KSO_WM_SLIDE_TYPE" val="text"/>
  <p:tag name="KSO_WM_SLIDE_SUBTYPE" val="picTxt"/>
  <p:tag name="KSO_WM_SLIDE_LAYOUTTYPE" val="topbottom"/>
  <p:tag name="KSO_WM_SLIDE_SIZE" val="888*504"/>
  <p:tag name="KSO_WM_SLIDE_POSITION" val="36*12"/>
  <p:tag name="KSO_WM_SLIDE_LAYOUT_INFO" val="{&quot;backgroundInfo&quot;:[{&quot;bottom&quot;:0,&quot;bottomAbs&quot;:false,&quot;left&quot;:0,&quot;leftAbs&quot;:false,&quot;right&quot;:0,&quot;rightAbs&quot;:false,&quot;top&quot;:0,&quot;topAbs&quot;:false,&quot;type&quot;:&quot;general&quot;}],&quot;id&quot;:&quot;2026-01-13T21:08:52&quot;,&quot;maxSize&quot;:{&quot;size1&quot;:20},&quot;minSize&quot;:{&quot;size1&quot;:11.2},&quot;normalSize&quot;:{&quot;size1&quot;:11.2},&quot;subLayout&quot;:[{&quot;id&quot;:&quot;2026-01-13T21:08:52&quot;,&quot;margin&quot;:{&quot;bottom&quot;:0.025999998673796654,&quot;left&quot;:1.2699999809265137,&quot;right&quot;:1.2699999809265137,&quot;top&quot;:0.4230000376701355},&quot;type&quot;:0},{&quot;id&quot;:&quot;2026-01-13T21:08:52&quot;,&quot;margin&quot;:{&quot;bottom&quot;:0.847000002861023,&quot;left&quot;:1.2699999809265137,&quot;right&quot;:1.2699999809265137,&quot;top&quot;:1.2699999809265137},&quot;type&quot;:0}],&quot;type&quot;:0}"/>
  <p:tag name="KSO_WM_SLIDE_RATIO" val="1.777778"/>
  <p:tag name="KSO_WM_SLIDE_BACKGROUND" val="[&quot;general&quot;]"/>
  <p:tag name="KSO_WM_SLIDE_BACKGROUND_TYPE" val="general"/>
</p:tagLst>
</file>

<file path=ppt/tags/tag437.xml><?xml version="1.0" encoding="utf-8"?>
<p:tagLst xmlns:p="http://schemas.openxmlformats.org/presentationml/2006/main">
  <p:tag name="KSO_WM_UNIT_ISCONTENTSTITLE" val="0"/>
  <p:tag name="KSO_WM_UNIT_ISNUMDGMTITLE" val="0"/>
  <p:tag name="KSO_WM_UNIT_NOCLEAR" val="0"/>
  <p:tag name="KSO_WM_UNIT_VALUE" val="11"/>
  <p:tag name="KSO_WM_UNIT_HIGHLIGHT" val="0"/>
  <p:tag name="KSO_WM_UNIT_COMPATIBLE" val="0"/>
  <p:tag name="KSO_WM_UNIT_DIAGRAM_ISNUMVISUAL" val="0"/>
  <p:tag name="KSO_WM_UNIT_DIAGRAM_ISREFERUNIT" val="0"/>
  <p:tag name="KSO_WM_UNIT_TYPE" val="a"/>
  <p:tag name="KSO_WM_UNIT_INDEX" val="1"/>
  <p:tag name="KSO_WM_UNIT_ID" val="custom20206915_1*a*1"/>
  <p:tag name="KSO_WM_TEMPLATE_CATEGORY" val="custom"/>
  <p:tag name="KSO_WM_TEMPLATE_INDEX" val="20206915"/>
  <p:tag name="KSO_WM_UNIT_LAYERLEVEL" val="1"/>
  <p:tag name="KSO_WM_TAG_VERSION" val="1.0"/>
  <p:tag name="KSO_WM_BEAUTIFY_FLAG" val="#wm#"/>
  <p:tag name="KSO_WM_UNIT_PRESET_TEXT" val="空白演示经典风格"/>
  <p:tag name="KSO_WM_UNIT_TEXT_FILL_FORE_SCHEMECOLOR_INDEX_BRIGHTNESS" val="0"/>
  <p:tag name="KSO_WM_UNIT_TEXT_FILL_FORE_SCHEMECOLOR_INDEX" val="5"/>
  <p:tag name="KSO_WM_UNIT_TEXT_FILL_TYPE" val="1"/>
</p:tagLst>
</file>

<file path=ppt/tags/tag438.xml><?xml version="1.0" encoding="utf-8"?>
<p:tagLst xmlns:p="http://schemas.openxmlformats.org/presentationml/2006/main">
  <p:tag name="KSO_WM_UNIT_NOCLEAR" val="0"/>
  <p:tag name="KSO_WM_UNIT_VALUE" val="10"/>
  <p:tag name="KSO_WM_UNIT_HIGHLIGHT" val="0"/>
  <p:tag name="KSO_WM_UNIT_COMPATIBLE" val="0"/>
  <p:tag name="KSO_WM_UNIT_DIAGRAM_ISNUMVISUAL" val="0"/>
  <p:tag name="KSO_WM_UNIT_DIAGRAM_ISREFERUNIT" val="0"/>
  <p:tag name="KSO_WM_UNIT_TYPE" val="f"/>
  <p:tag name="KSO_WM_UNIT_INDEX" val="1"/>
  <p:tag name="KSO_WM_UNIT_ID" val="custom20206915_1*f*1"/>
  <p:tag name="KSO_WM_TEMPLATE_CATEGORY" val="custom"/>
  <p:tag name="KSO_WM_TEMPLATE_INDEX" val="20206915"/>
  <p:tag name="KSO_WM_UNIT_LAYERLEVEL" val="1"/>
  <p:tag name="KSO_WM_TAG_VERSION" val="1.0"/>
  <p:tag name="KSO_WM_BEAUTIFY_FLAG" val="#wm#"/>
  <p:tag name="KSO_WM_UNIT_ISCONTENTSTITLE" val="0"/>
  <p:tag name="KSO_WM_UNIT_ISNUMDGMTITLE" val="0"/>
  <p:tag name="KSO_WM_UNIT_PRESET_TEXT" val="演讲者："/>
  <p:tag name="KSO_WM_UNIT_SUBTYPE" val="b"/>
  <p:tag name="KSO_WM_UNIT_TEXT_FILL_FORE_SCHEMECOLOR_INDEX_BRIGHTNESS" val="0"/>
  <p:tag name="KSO_WM_UNIT_TEXT_FILL_FORE_SCHEMECOLOR_INDEX" val="5"/>
  <p:tag name="KSO_WM_UNIT_TEXT_FILL_TYPE" val="1"/>
</p:tagLst>
</file>

<file path=ppt/tags/tag439.xml><?xml version="1.0" encoding="utf-8"?>
<p:tagLst xmlns:p="http://schemas.openxmlformats.org/presentationml/2006/main">
  <p:tag name="KSO_WM_SLIDE_ID" val="custom20206915_1"/>
  <p:tag name="KSO_WM_TEMPLATE_SUBCATEGORY" val="0"/>
  <p:tag name="KSO_WM_TEMPLATE_MASTER_TYPE" val="1"/>
  <p:tag name="KSO_WM_TEMPLATE_COLOR_TYPE" val="1"/>
  <p:tag name="KSO_WM_SLIDE_TYPE" val="title"/>
  <p:tag name="KSO_WM_SLIDE_SUBTYPE" val="pureTxt"/>
  <p:tag name="KSO_WM_SLIDE_ITEM_CNT" val="0"/>
  <p:tag name="KSO_WM_SLIDE_INDEX" val="1"/>
  <p:tag name="KSO_WM_TAG_VERSION" val="1.0"/>
  <p:tag name="KSO_WM_BEAUTIFY_FLAG" val="#wm#"/>
  <p:tag name="KSO_WM_TEMPLATE_CATEGORY" val="custom"/>
  <p:tag name="KSO_WM_TEMPLATE_INDEX" val="20206915"/>
  <p:tag name="KSO_WM_SLIDE_LAYOUT" val="a_b_f"/>
  <p:tag name="KSO_WM_SLIDE_LAYOUT_CNT" val="1_1_1"/>
  <p:tag name="KSO_WM_TEMPLATE_MASTER_THUMB_INDEX" val="12"/>
  <p:tag name="KSO_WM_TEMPLATE_THUMBS_INDEX" val="1、4、7、8、10、11、12、13、15"/>
</p:tagLst>
</file>

<file path=ppt/tags/tag44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44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44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20058_1*i*1"/>
  <p:tag name="KSO_WM_TEMPLATE_CATEGORY" val="diagram"/>
  <p:tag name="KSO_WM_TEMPLATE_INDEX" val="20220058"/>
  <p:tag name="KSO_WM_UNIT_LAYERLEVEL" val="1"/>
  <p:tag name="KSO_WM_TAG_VERSION" val="1.0"/>
  <p:tag name="KSO_WM_BEAUTIFY_FLAG" val="#wm#"/>
  <p:tag name="KSO_WM_UNIT_BLOCK" val="0"/>
  <p:tag name="KSO_WM_UNIT_SM_LIMIT_TYPE" val="0"/>
  <p:tag name="KSO_WM_UNIT_DEC_AREA_ID" val="401453a90b9f4fd5b1215058b8a2f2e8"/>
  <p:tag name="KSO_WM_UNIT_DECORATE_INFO" val="{&quot;ReferentInfo&quot;:{&quot;Id&quot;:&quot;2d2094633d9c481aa0d84a95a0159686&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443.xml><?xml version="1.0" encoding="utf-8"?>
<p:tagLst xmlns:p="http://schemas.openxmlformats.org/presentationml/2006/main">
  <p:tag name="KSO_WM_UNIT_ISCONTENTSTITLE" val="0"/>
  <p:tag name="KSO_WM_UNIT_ISNUMDGMTITLE" val="0"/>
  <p:tag name="KSO_WM_UNIT_PRESET_TEXT" val="线型上下导航版"/>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diagram20220058_1*a*1"/>
  <p:tag name="KSO_WM_TEMPLATE_CATEGORY" val="diagram"/>
  <p:tag name="KSO_WM_TEMPLATE_INDEX" val="20220058"/>
  <p:tag name="KSO_WM_UNIT_LAYERLEVEL" val="1"/>
  <p:tag name="KSO_WM_TAG_VERSION" val="1.0"/>
  <p:tag name="KSO_WM_BEAUTIFY_FLAG" val="#wm#"/>
  <p:tag name="KSO_WM_UNIT_VALUE" val="27"/>
  <p:tag name="KSO_WM_UNIT_BLOCK" val="0"/>
  <p:tag name="KSO_WM_UNIT_SM_LIMIT_TYPE" val="2"/>
  <p:tag name="KSO_WM_UNIT_DEC_AREA_ID" val="2d2094633d9c481aa0d84a95a015968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444.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7315_1*f*1"/>
  <p:tag name="KSO_WM_TEMPLATE_CATEGORY" val="diagram"/>
  <p:tag name="KSO_WM_TEMPLATE_INDEX" val="20207315"/>
  <p:tag name="KSO_WM_UNIT_LAYERLEVEL" val="1"/>
  <p:tag name="KSO_WM_TAG_VERSION" val="1.0"/>
  <p:tag name="KSO_WM_BEAUTIFY_FLAG" val="#wm#"/>
  <p:tag name="KSO_WM_UNIT_DEFAULT_FONT" val="14;20;2"/>
  <p:tag name="KSO_WM_UNIT_BLOCK" val="0"/>
  <p:tag name="KSO_WM_UNIT_VALUE" val="290"/>
  <p:tag name="KSO_WM_UNIT_SHOW_EDIT_AREA_INDICATION" val="1"/>
  <p:tag name="KSO_WM_CHIP_GROUPID" val="5e6b05596848fb12bee65ac8"/>
  <p:tag name="KSO_WM_CHIP_XID" val="5e6b05596848fb12bee65aca"/>
  <p:tag name="KSO_WM_UNIT_DEC_AREA_ID" val="3462bde237c543c58b90892aede91ea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dc8ab5172452436899286f2808371cac"/>
  <p:tag name="KSO_WM_UNIT_TEXT_FILL_FORE_SCHEMECOLOR_INDEX_BRIGHTNESS" val="0.25"/>
  <p:tag name="KSO_WM_UNIT_TEXT_FILL_FORE_SCHEMECOLOR_INDEX" val="13"/>
  <p:tag name="KSO_WM_UNIT_TEXT_FILL_TYPE" val="1"/>
  <p:tag name="KSO_WM_TEMPLATE_ASSEMBLE_XID" val="6130c4e08b5cc6c91112a571"/>
  <p:tag name="KSO_WM_TEMPLATE_ASSEMBLE_GROUPID" val="6130c4e08b5cc6c91112a571"/>
  <p:tag name="WM_BEAUTIFY_ZORDER_FLAG_TAG" val="4"/>
</p:tagLst>
</file>

<file path=ppt/tags/tag445.xml><?xml version="1.0" encoding="utf-8"?>
<p:tagLst xmlns:p="http://schemas.openxmlformats.org/presentationml/2006/main">
  <p:tag name="KSO_WM_SLIDE_ID" val="diagram20220058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8"/>
  <p:tag name="KSO_WM_SLIDE_LAYOUT" val="a_d"/>
  <p:tag name="KSO_WM_SLIDE_LAYOUT_CNT" val="1_1"/>
  <p:tag name="KSO_WM_SLIDE_TYPE" val="text"/>
  <p:tag name="KSO_WM_SLIDE_SUBTYPE" val="picTxt"/>
  <p:tag name="KSO_WM_SLIDE_LAYOUTTYPE" val="topbottom"/>
  <p:tag name="KSO_WM_SLIDE_SIZE" val="888*504"/>
  <p:tag name="KSO_WM_SLIDE_POSITION" val="36*12"/>
  <p:tag name="KSO_WM_SLIDE_LAYOUT_INFO" val="{&quot;backgroundInfo&quot;:[{&quot;bottom&quot;:0,&quot;bottomAbs&quot;:false,&quot;left&quot;:0,&quot;leftAbs&quot;:false,&quot;right&quot;:0,&quot;rightAbs&quot;:false,&quot;top&quot;:0,&quot;topAbs&quot;:false,&quot;type&quot;:&quot;general&quot;}],&quot;id&quot;:&quot;2026-01-13T21:12:29&quot;,&quot;maxSize&quot;:{&quot;size1&quot;:20},&quot;minSize&quot;:{&quot;size1&quot;:11.2},&quot;normalSize&quot;:{&quot;size1&quot;:11.2},&quot;subLayout&quot;:[{&quot;id&quot;:&quot;2026-01-13T21:12:29&quot;,&quot;margin&quot;:{&quot;bottom&quot;:0.025999998673796654,&quot;left&quot;:1.2699999809265137,&quot;right&quot;:1.2699999809265137,&quot;top&quot;:0.4230000376701355},&quot;type&quot;:0},{&quot;id&quot;:&quot;2026-01-13T21:12:29&quot;,&quot;margin&quot;:{&quot;bottom&quot;:0.847000002861023,&quot;left&quot;:1.2699999809265137,&quot;right&quot;:1.2699999809265137,&quot;top&quot;:1.2699999809265137},&quot;type&quot;:0}],&quot;type&quot;:0}"/>
  <p:tag name="KSO_WM_SLIDE_RATIO" val="1.777778"/>
  <p:tag name="KSO_WM_SLIDE_BACKGROUND" val="[&quot;general&quot;]"/>
  <p:tag name="KSO_WM_SLIDE_BACKGROUND_TYPE" val="general"/>
</p:tagLst>
</file>

<file path=ppt/tags/tag44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44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44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20058_1*i*1"/>
  <p:tag name="KSO_WM_TEMPLATE_CATEGORY" val="diagram"/>
  <p:tag name="KSO_WM_TEMPLATE_INDEX" val="20220058"/>
  <p:tag name="KSO_WM_UNIT_LAYERLEVEL" val="1"/>
  <p:tag name="KSO_WM_TAG_VERSION" val="1.0"/>
  <p:tag name="KSO_WM_BEAUTIFY_FLAG" val="#wm#"/>
  <p:tag name="KSO_WM_UNIT_BLOCK" val="0"/>
  <p:tag name="KSO_WM_UNIT_SM_LIMIT_TYPE" val="0"/>
  <p:tag name="KSO_WM_UNIT_DEC_AREA_ID" val="401453a90b9f4fd5b1215058b8a2f2e8"/>
  <p:tag name="KSO_WM_UNIT_DECORATE_INFO" val="{&quot;ReferentInfo&quot;:{&quot;Id&quot;:&quot;2d2094633d9c481aa0d84a95a0159686&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449.xml><?xml version="1.0" encoding="utf-8"?>
<p:tagLst xmlns:p="http://schemas.openxmlformats.org/presentationml/2006/main">
  <p:tag name="KSO_WM_UNIT_ISCONTENTSTITLE" val="0"/>
  <p:tag name="KSO_WM_UNIT_ISNUMDGMTITLE" val="0"/>
  <p:tag name="KSO_WM_UNIT_PRESET_TEXT" val="线型上下导航版"/>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diagram20220058_1*a*1"/>
  <p:tag name="KSO_WM_TEMPLATE_CATEGORY" val="diagram"/>
  <p:tag name="KSO_WM_TEMPLATE_INDEX" val="20220058"/>
  <p:tag name="KSO_WM_UNIT_LAYERLEVEL" val="1"/>
  <p:tag name="KSO_WM_TAG_VERSION" val="1.0"/>
  <p:tag name="KSO_WM_BEAUTIFY_FLAG" val="#wm#"/>
  <p:tag name="KSO_WM_UNIT_VALUE" val="27"/>
  <p:tag name="KSO_WM_UNIT_BLOCK" val="0"/>
  <p:tag name="KSO_WM_UNIT_SM_LIMIT_TYPE" val="2"/>
  <p:tag name="KSO_WM_UNIT_DEC_AREA_ID" val="2d2094633d9c481aa0d84a95a015968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450.xml><?xml version="1.0" encoding="utf-8"?>
<p:tagLst xmlns:p="http://schemas.openxmlformats.org/presentationml/2006/main">
  <p:tag name="KSO_WM_TAG_VERSION" val="1.0"/>
  <p:tag name="KSO_WM_BEAUTIFY_FLAG" val="#wm#"/>
  <p:tag name="KSO_WM_UNIT_TYPE" val="i"/>
  <p:tag name="KSO_WM_UNIT_ID" val="diagram20208604_1*i*1"/>
  <p:tag name="KSO_WM_TEMPLATE_CATEGORY" val="diagram"/>
  <p:tag name="KSO_WM_TEMPLATE_INDEX" val="20208604"/>
  <p:tag name="KSO_WM_UNIT_INDEX" val="1"/>
  <p:tag name="KSO_WM_UNIT_HIGHLIGHT" val="0"/>
  <p:tag name="KSO_WM_UNIT_COMPATIBLE" val="0"/>
  <p:tag name="KSO_WM_UNIT_DIAGRAM_ISNUMVISUAL" val="0"/>
  <p:tag name="KSO_WM_UNIT_DIAGRAM_ISREFERUNIT" val="0"/>
  <p:tag name="KSO_WM_UNIT_LAYERLEVEL" val="1"/>
  <p:tag name="KSO_WM_UNIT_BLOCK" val="0"/>
  <p:tag name="KSO_WM_UNIT_SM_LIMIT_TYPE" val="2"/>
  <p:tag name="KSO_WM_UNIT_DEC_AREA_ID" val="e352ecb8f5b840f19a3cb857467d0e4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UNIT_TEXT_FILL_FORE_SCHEMECOLOR_INDEX_BRIGHTNESS" val="0"/>
  <p:tag name="KSO_WM_UNIT_TEXT_FILL_FORE_SCHEMECOLOR_INDEX" val="2"/>
  <p:tag name="KSO_WM_UNIT_TEXT_FILL_TYPE" val="1"/>
  <p:tag name="KSO_WM_UNIT_VALUE" val="864"/>
  <p:tag name="KSO_WM_TEMPLATE_ASSEMBLE_XID" val="60656e7a4054ed1e2fb7f9a0"/>
  <p:tag name="KSO_WM_TEMPLATE_ASSEMBLE_GROUPID" val="60656e7a4054ed1e2fb7f9a0"/>
  <p:tag name="WM_BEAUTIFY_ZORDER_FLAG_TAG" val="3"/>
</p:tagLst>
</file>

<file path=ppt/tags/tag451.xml><?xml version="1.0" encoding="utf-8"?>
<p:tagLst xmlns:p="http://schemas.openxmlformats.org/presentationml/2006/main">
  <p:tag name="KSO_WM_TAG_VERSION" val="1.0"/>
  <p:tag name="KSO_WM_BEAUTIFY_FLAG" val="#wm#"/>
  <p:tag name="KSO_WM_UNIT_TYPE" val="i"/>
  <p:tag name="KSO_WM_UNIT_ID" val="diagram20208604_1*i*2"/>
  <p:tag name="KSO_WM_TEMPLATE_CATEGORY" val="diagram"/>
  <p:tag name="KSO_WM_TEMPLATE_INDEX" val="20208604"/>
  <p:tag name="KSO_WM_UNIT_INDEX" val="2"/>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65248d0e2eac4a16859a1c0559d33ac9"/>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4"/>
</p:tagLst>
</file>

<file path=ppt/tags/tag452.xml><?xml version="1.0" encoding="utf-8"?>
<p:tagLst xmlns:p="http://schemas.openxmlformats.org/presentationml/2006/main">
  <p:tag name="KSO_WM_TAG_VERSION" val="1.0"/>
  <p:tag name="KSO_WM_BEAUTIFY_FLAG" val="#wm#"/>
  <p:tag name="KSO_WM_UNIT_TYPE" val="i"/>
  <p:tag name="KSO_WM_UNIT_ID" val="diagram20208604_1*i*3"/>
  <p:tag name="KSO_WM_TEMPLATE_CATEGORY" val="diagram"/>
  <p:tag name="KSO_WM_TEMPLATE_INDEX" val="20208604"/>
  <p:tag name="KSO_WM_UNIT_INDEX" val="3"/>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d26b32aaa4d84b0dbd1030a6cabd7a68"/>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5"/>
</p:tagLst>
</file>

<file path=ppt/tags/tag453.xml><?xml version="1.0" encoding="utf-8"?>
<p:tagLst xmlns:p="http://schemas.openxmlformats.org/presentationml/2006/main">
  <p:tag name="KSO_WM_TAG_VERSION" val="1.0"/>
  <p:tag name="KSO_WM_BEAUTIFY_FLAG" val="#wm#"/>
  <p:tag name="KSO_WM_UNIT_TYPE" val="i"/>
  <p:tag name="KSO_WM_UNIT_ID" val="diagram20208604_1*i*4"/>
  <p:tag name="KSO_WM_TEMPLATE_CATEGORY" val="diagram"/>
  <p:tag name="KSO_WM_TEMPLATE_INDEX" val="20208604"/>
  <p:tag name="KSO_WM_UNIT_INDEX" val="4"/>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808fb1adb4d744cc9d369074d0507e4f"/>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6"/>
</p:tagLst>
</file>

<file path=ppt/tags/tag454.xml><?xml version="1.0" encoding="utf-8"?>
<p:tagLst xmlns:p="http://schemas.openxmlformats.org/presentationml/2006/main">
  <p:tag name="KSO_WM_TAG_VERSION" val="1.0"/>
  <p:tag name="KSO_WM_BEAUTIFY_FLAG" val="#wm#"/>
  <p:tag name="KSO_WM_UNIT_TYPE" val="i"/>
  <p:tag name="KSO_WM_UNIT_ID" val="diagram20208604_1*i*5"/>
  <p:tag name="KSO_WM_TEMPLATE_CATEGORY" val="diagram"/>
  <p:tag name="KSO_WM_TEMPLATE_INDEX" val="20208604"/>
  <p:tag name="KSO_WM_UNIT_INDEX" val="5"/>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060ccbb9a83241f2a52575c4e4f76136"/>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7"/>
</p:tagLst>
</file>

<file path=ppt/tags/tag455.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需要用更多的文字来表述；但请您尽可能提炼思想的精髓。"/>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8604_1*f*1"/>
  <p:tag name="KSO_WM_TEMPLATE_CATEGORY" val="diagram"/>
  <p:tag name="KSO_WM_TEMPLATE_INDEX" val="20208604"/>
  <p:tag name="KSO_WM_UNIT_LAYERLEVEL" val="1"/>
  <p:tag name="KSO_WM_TAG_VERSION" val="1.0"/>
  <p:tag name="KSO_WM_BEAUTIFY_FLAG" val="#wm#"/>
  <p:tag name="KSO_WM_UNIT_DEFAULT_FONT" val="14;20;2"/>
  <p:tag name="KSO_WM_UNIT_BLOCK" val="0"/>
  <p:tag name="KSO_WM_UNIT_VALUE" val="588"/>
  <p:tag name="KSO_WM_UNIT_SHOW_EDIT_AREA_INDICATION" val="1"/>
  <p:tag name="KSO_WM_CHIP_GROUPID" val="5e6b05596848fb12bee65ac8"/>
  <p:tag name="KSO_WM_CHIP_XID" val="5e6b05596848fb12bee65aca"/>
  <p:tag name="KSO_WM_UNIT_DEC_AREA_ID" val="5557aaf2e9bc4b2499ccf5d271336ab4"/>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ff7d2160ef064691979e787d147d2e4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e7a4054ed1e2fb7f9a0"/>
  <p:tag name="KSO_WM_TEMPLATE_ASSEMBLE_GROUPID" val="60656e7a4054ed1e2fb7f9a0"/>
  <p:tag name="WM_BEAUTIFY_ZORDER_FLAG_TAG" val="8"/>
</p:tagLst>
</file>

<file path=ppt/tags/tag456.xml><?xml version="1.0" encoding="utf-8"?>
<p:tagLst xmlns:p="http://schemas.openxmlformats.org/presentationml/2006/main">
  <p:tag name="KSO_WM_SLIDE_ID" val="diagram20220058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8"/>
  <p:tag name="KSO_WM_SLIDE_LAYOUT" val="a_d"/>
  <p:tag name="KSO_WM_SLIDE_LAYOUT_CNT" val="1_1"/>
  <p:tag name="KSO_WM_SLIDE_TYPE" val="text"/>
  <p:tag name="KSO_WM_SLIDE_SUBTYPE" val="picTxt"/>
  <p:tag name="KSO_WM_SLIDE_LAYOUTTYPE" val="topbottom"/>
  <p:tag name="KSO_WM_SLIDE_SIZE" val="888*504"/>
  <p:tag name="KSO_WM_SLIDE_POSITION" val="36*12"/>
  <p:tag name="KSO_WM_SLIDE_LAYOUT_INFO" val="{&quot;backgroundInfo&quot;:[{&quot;bottom&quot;:0,&quot;bottomAbs&quot;:false,&quot;left&quot;:0,&quot;leftAbs&quot;:false,&quot;right&quot;:0,&quot;rightAbs&quot;:false,&quot;top&quot;:0,&quot;topAbs&quot;:false,&quot;type&quot;:&quot;general&quot;}],&quot;id&quot;:&quot;2026-01-13T21:12:29&quot;,&quot;maxSize&quot;:{&quot;size1&quot;:20},&quot;minSize&quot;:{&quot;size1&quot;:11.2},&quot;normalSize&quot;:{&quot;size1&quot;:11.2},&quot;subLayout&quot;:[{&quot;id&quot;:&quot;2026-01-13T21:12:29&quot;,&quot;margin&quot;:{&quot;bottom&quot;:0.025999998673796654,&quot;left&quot;:1.2699999809265137,&quot;right&quot;:1.2699999809265137,&quot;top&quot;:0.4230000376701355},&quot;type&quot;:0},{&quot;id&quot;:&quot;2026-01-13T21:12:29&quot;,&quot;margin&quot;:{&quot;bottom&quot;:0.847000002861023,&quot;left&quot;:1.2699999809265137,&quot;right&quot;:1.2699999809265137,&quot;top&quot;:1.2699999809265137},&quot;type&quot;:0}],&quot;type&quot;:0}"/>
  <p:tag name="KSO_WM_SLIDE_RATIO" val="1.777778"/>
  <p:tag name="KSO_WM_SLIDE_BACKGROUND" val="[&quot;general&quot;]"/>
  <p:tag name="KSO_WM_SLIDE_BACKGROUND_TYPE" val="general"/>
</p:tagLst>
</file>

<file path=ppt/tags/tag45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45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45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20058_1*i*1"/>
  <p:tag name="KSO_WM_TEMPLATE_CATEGORY" val="diagram"/>
  <p:tag name="KSO_WM_TEMPLATE_INDEX" val="20220058"/>
  <p:tag name="KSO_WM_UNIT_LAYERLEVEL" val="1"/>
  <p:tag name="KSO_WM_TAG_VERSION" val="1.0"/>
  <p:tag name="KSO_WM_BEAUTIFY_FLAG" val="#wm#"/>
  <p:tag name="KSO_WM_UNIT_BLOCK" val="0"/>
  <p:tag name="KSO_WM_UNIT_SM_LIMIT_TYPE" val="0"/>
  <p:tag name="KSO_WM_UNIT_DEC_AREA_ID" val="401453a90b9f4fd5b1215058b8a2f2e8"/>
  <p:tag name="KSO_WM_UNIT_DECORATE_INFO" val="{&quot;ReferentInfo&quot;:{&quot;Id&quot;:&quot;2d2094633d9c481aa0d84a95a0159686&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460.xml><?xml version="1.0" encoding="utf-8"?>
<p:tagLst xmlns:p="http://schemas.openxmlformats.org/presentationml/2006/main">
  <p:tag name="KSO_WM_UNIT_ISCONTENTSTITLE" val="0"/>
  <p:tag name="KSO_WM_UNIT_ISNUMDGMTITLE" val="0"/>
  <p:tag name="KSO_WM_UNIT_PRESET_TEXT" val="线型上下导航版"/>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diagram20220058_1*a*1"/>
  <p:tag name="KSO_WM_TEMPLATE_CATEGORY" val="diagram"/>
  <p:tag name="KSO_WM_TEMPLATE_INDEX" val="20220058"/>
  <p:tag name="KSO_WM_UNIT_LAYERLEVEL" val="1"/>
  <p:tag name="KSO_WM_TAG_VERSION" val="1.0"/>
  <p:tag name="KSO_WM_BEAUTIFY_FLAG" val="#wm#"/>
  <p:tag name="KSO_WM_UNIT_VALUE" val="27"/>
  <p:tag name="KSO_WM_UNIT_BLOCK" val="0"/>
  <p:tag name="KSO_WM_UNIT_SM_LIMIT_TYPE" val="2"/>
  <p:tag name="KSO_WM_UNIT_DEC_AREA_ID" val="2d2094633d9c481aa0d84a95a015968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461.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7315_1*f*1"/>
  <p:tag name="KSO_WM_TEMPLATE_CATEGORY" val="diagram"/>
  <p:tag name="KSO_WM_TEMPLATE_INDEX" val="20207315"/>
  <p:tag name="KSO_WM_UNIT_LAYERLEVEL" val="1"/>
  <p:tag name="KSO_WM_TAG_VERSION" val="1.0"/>
  <p:tag name="KSO_WM_BEAUTIFY_FLAG" val="#wm#"/>
  <p:tag name="KSO_WM_UNIT_DEFAULT_FONT" val="14;20;2"/>
  <p:tag name="KSO_WM_UNIT_BLOCK" val="0"/>
  <p:tag name="KSO_WM_UNIT_VALUE" val="290"/>
  <p:tag name="KSO_WM_UNIT_SHOW_EDIT_AREA_INDICATION" val="1"/>
  <p:tag name="KSO_WM_CHIP_GROUPID" val="5e6b05596848fb12bee65ac8"/>
  <p:tag name="KSO_WM_CHIP_XID" val="5e6b05596848fb12bee65aca"/>
  <p:tag name="KSO_WM_UNIT_DEC_AREA_ID" val="3462bde237c543c58b90892aede91ea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dc8ab5172452436899286f2808371cac"/>
  <p:tag name="KSO_WM_UNIT_TEXT_FILL_FORE_SCHEMECOLOR_INDEX_BRIGHTNESS" val="0.25"/>
  <p:tag name="KSO_WM_UNIT_TEXT_FILL_FORE_SCHEMECOLOR_INDEX" val="13"/>
  <p:tag name="KSO_WM_UNIT_TEXT_FILL_TYPE" val="1"/>
  <p:tag name="KSO_WM_TEMPLATE_ASSEMBLE_XID" val="6130c4e08b5cc6c91112a571"/>
  <p:tag name="KSO_WM_TEMPLATE_ASSEMBLE_GROUPID" val="6130c4e08b5cc6c91112a571"/>
  <p:tag name="WM_BEAUTIFY_ZORDER_FLAG_TAG" val="4"/>
</p:tagLst>
</file>

<file path=ppt/tags/tag462.xml><?xml version="1.0" encoding="utf-8"?>
<p:tagLst xmlns:p="http://schemas.openxmlformats.org/presentationml/2006/main">
  <p:tag name="KSO_WM_SLIDE_ID" val="diagram20220058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8"/>
  <p:tag name="KSO_WM_SLIDE_LAYOUT" val="a_d"/>
  <p:tag name="KSO_WM_SLIDE_LAYOUT_CNT" val="1_1"/>
  <p:tag name="KSO_WM_SLIDE_TYPE" val="text"/>
  <p:tag name="KSO_WM_SLIDE_SUBTYPE" val="picTxt"/>
  <p:tag name="KSO_WM_SLIDE_LAYOUTTYPE" val="topbottom"/>
  <p:tag name="KSO_WM_SLIDE_SIZE" val="888*504"/>
  <p:tag name="KSO_WM_SLIDE_POSITION" val="36*12"/>
  <p:tag name="KSO_WM_SLIDE_LAYOUT_INFO" val="{&quot;backgroundInfo&quot;:[{&quot;bottom&quot;:0,&quot;bottomAbs&quot;:false,&quot;left&quot;:0,&quot;leftAbs&quot;:false,&quot;right&quot;:0,&quot;rightAbs&quot;:false,&quot;top&quot;:0,&quot;topAbs&quot;:false,&quot;type&quot;:&quot;general&quot;}],&quot;id&quot;:&quot;2026-01-13T21:12:29&quot;,&quot;maxSize&quot;:{&quot;size1&quot;:20},&quot;minSize&quot;:{&quot;size1&quot;:11.2},&quot;normalSize&quot;:{&quot;size1&quot;:11.2},&quot;subLayout&quot;:[{&quot;id&quot;:&quot;2026-01-13T21:12:29&quot;,&quot;margin&quot;:{&quot;bottom&quot;:0.025999998673796654,&quot;left&quot;:1.2699999809265137,&quot;right&quot;:1.2699999809265137,&quot;top&quot;:0.4230000376701355},&quot;type&quot;:0},{&quot;id&quot;:&quot;2026-01-13T21:12:29&quot;,&quot;margin&quot;:{&quot;bottom&quot;:0.847000002861023,&quot;left&quot;:1.2699999809265137,&quot;right&quot;:1.2699999809265137,&quot;top&quot;:1.2699999809265137},&quot;type&quot;:0}],&quot;type&quot;:0}"/>
  <p:tag name="KSO_WM_SLIDE_RATIO" val="1.777778"/>
  <p:tag name="KSO_WM_SLIDE_BACKGROUND" val="[&quot;general&quot;]"/>
  <p:tag name="KSO_WM_SLIDE_BACKGROUND_TYPE" val="general"/>
</p:tagLst>
</file>

<file path=ppt/tags/tag46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46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46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20058_1*i*1"/>
  <p:tag name="KSO_WM_TEMPLATE_CATEGORY" val="diagram"/>
  <p:tag name="KSO_WM_TEMPLATE_INDEX" val="20220058"/>
  <p:tag name="KSO_WM_UNIT_LAYERLEVEL" val="1"/>
  <p:tag name="KSO_WM_TAG_VERSION" val="1.0"/>
  <p:tag name="KSO_WM_BEAUTIFY_FLAG" val="#wm#"/>
  <p:tag name="KSO_WM_UNIT_BLOCK" val="0"/>
  <p:tag name="KSO_WM_UNIT_SM_LIMIT_TYPE" val="0"/>
  <p:tag name="KSO_WM_UNIT_DEC_AREA_ID" val="401453a90b9f4fd5b1215058b8a2f2e8"/>
  <p:tag name="KSO_WM_UNIT_DECORATE_INFO" val="{&quot;ReferentInfo&quot;:{&quot;Id&quot;:&quot;2d2094633d9c481aa0d84a95a0159686&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466.xml><?xml version="1.0" encoding="utf-8"?>
<p:tagLst xmlns:p="http://schemas.openxmlformats.org/presentationml/2006/main">
  <p:tag name="KSO_WM_UNIT_ISCONTENTSTITLE" val="0"/>
  <p:tag name="KSO_WM_UNIT_ISNUMDGMTITLE" val="0"/>
  <p:tag name="KSO_WM_UNIT_PRESET_TEXT" val="线型上下导航版"/>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diagram20220058_1*a*1"/>
  <p:tag name="KSO_WM_TEMPLATE_CATEGORY" val="diagram"/>
  <p:tag name="KSO_WM_TEMPLATE_INDEX" val="20220058"/>
  <p:tag name="KSO_WM_UNIT_LAYERLEVEL" val="1"/>
  <p:tag name="KSO_WM_TAG_VERSION" val="1.0"/>
  <p:tag name="KSO_WM_BEAUTIFY_FLAG" val="#wm#"/>
  <p:tag name="KSO_WM_UNIT_VALUE" val="27"/>
  <p:tag name="KSO_WM_UNIT_BLOCK" val="0"/>
  <p:tag name="KSO_WM_UNIT_SM_LIMIT_TYPE" val="2"/>
  <p:tag name="KSO_WM_UNIT_DEC_AREA_ID" val="2d2094633d9c481aa0d84a95a015968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467.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2843_1*f*1"/>
  <p:tag name="KSO_WM_TEMPLATE_CATEGORY" val="diagram"/>
  <p:tag name="KSO_WM_TEMPLATE_INDEX" val="20212843"/>
  <p:tag name="KSO_WM_UNIT_LAYERLEVEL" val="1"/>
  <p:tag name="KSO_WM_TAG_VERSION" val="1.0"/>
  <p:tag name="KSO_WM_BEAUTIFY_FLAG" val="#wm#"/>
  <p:tag name="KSO_WM_UNIT_DEFAULT_FONT" val="14;20;2"/>
  <p:tag name="KSO_WM_UNIT_BLOCK" val="0"/>
  <p:tag name="KSO_WM_UNIT_VALUE" val="576"/>
  <p:tag name="KSO_WM_UNIT_SHOW_EDIT_AREA_INDICATION" val="1"/>
  <p:tag name="KSO_WM_CHIP_GROUPID" val="5e6b05596848fb12bee65ac8"/>
  <p:tag name="KSO_WM_CHIP_XID" val="5e6b05596848fb12bee65aca"/>
  <p:tag name="KSO_WM_UNIT_DEC_AREA_ID" val="8cb1ccbfd41a4f08aa021a2337e676da"/>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53f115901fe44f3787d5c3752471e8b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f644054ed1e2fb8092e"/>
  <p:tag name="KSO_WM_TEMPLATE_ASSEMBLE_GROUPID" val="60656f644054ed1e2fb8092e"/>
  <p:tag name="WM_BEAUTIFY_ZORDER_FLAG_TAG" val="3"/>
</p:tagLst>
</file>

<file path=ppt/tags/tag468.xml><?xml version="1.0" encoding="utf-8"?>
<p:tagLst xmlns:p="http://schemas.openxmlformats.org/presentationml/2006/main">
  <p:tag name="KSO_WM_SLIDE_ID" val="diagram20220058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8"/>
  <p:tag name="KSO_WM_SLIDE_LAYOUT" val="a_d"/>
  <p:tag name="KSO_WM_SLIDE_LAYOUT_CNT" val="1_1"/>
  <p:tag name="KSO_WM_SLIDE_TYPE" val="text"/>
  <p:tag name="KSO_WM_SLIDE_SUBTYPE" val="picTxt"/>
  <p:tag name="KSO_WM_SLIDE_LAYOUTTYPE" val="topbottom"/>
  <p:tag name="KSO_WM_SLIDE_SIZE" val="888*504"/>
  <p:tag name="KSO_WM_SLIDE_POSITION" val="36*12"/>
  <p:tag name="KSO_WM_SLIDE_LAYOUT_INFO" val="{&quot;backgroundInfo&quot;:[{&quot;bottom&quot;:0,&quot;bottomAbs&quot;:false,&quot;left&quot;:0,&quot;leftAbs&quot;:false,&quot;right&quot;:0,&quot;rightAbs&quot;:false,&quot;top&quot;:0,&quot;topAbs&quot;:false,&quot;type&quot;:&quot;general&quot;}],&quot;id&quot;:&quot;2026-01-13T21:12:29&quot;,&quot;maxSize&quot;:{&quot;size1&quot;:20},&quot;minSize&quot;:{&quot;size1&quot;:11.2},&quot;normalSize&quot;:{&quot;size1&quot;:11.2},&quot;subLayout&quot;:[{&quot;id&quot;:&quot;2026-01-13T21:12:29&quot;,&quot;margin&quot;:{&quot;bottom&quot;:0.025999998673796654,&quot;left&quot;:1.2699999809265137,&quot;right&quot;:1.2699999809265137,&quot;top&quot;:0.4230000376701355},&quot;type&quot;:0},{&quot;id&quot;:&quot;2026-01-13T21:12:29&quot;,&quot;margin&quot;:{&quot;bottom&quot;:0.847000002861023,&quot;left&quot;:1.2699999809265137,&quot;right&quot;:1.2699999809265137,&quot;top&quot;:1.2699999809265137},&quot;type&quot;:0}],&quot;type&quot;:0}"/>
  <p:tag name="KSO_WM_SLIDE_RATIO" val="1.777778"/>
  <p:tag name="KSO_WM_SLIDE_BACKGROUND" val="[&quot;general&quot;]"/>
  <p:tag name="KSO_WM_SLIDE_BACKGROUND_TYPE" val="general"/>
</p:tagLst>
</file>

<file path=ppt/tags/tag46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47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47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20058_1*i*1"/>
  <p:tag name="KSO_WM_TEMPLATE_CATEGORY" val="diagram"/>
  <p:tag name="KSO_WM_TEMPLATE_INDEX" val="20220058"/>
  <p:tag name="KSO_WM_UNIT_LAYERLEVEL" val="1"/>
  <p:tag name="KSO_WM_TAG_VERSION" val="1.0"/>
  <p:tag name="KSO_WM_BEAUTIFY_FLAG" val="#wm#"/>
  <p:tag name="KSO_WM_UNIT_BLOCK" val="0"/>
  <p:tag name="KSO_WM_UNIT_SM_LIMIT_TYPE" val="0"/>
  <p:tag name="KSO_WM_UNIT_DEC_AREA_ID" val="401453a90b9f4fd5b1215058b8a2f2e8"/>
  <p:tag name="KSO_WM_UNIT_DECORATE_INFO" val="{&quot;ReferentInfo&quot;:{&quot;Id&quot;:&quot;2d2094633d9c481aa0d84a95a0159686&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472.xml><?xml version="1.0" encoding="utf-8"?>
<p:tagLst xmlns:p="http://schemas.openxmlformats.org/presentationml/2006/main">
  <p:tag name="KSO_WM_UNIT_ISCONTENTSTITLE" val="0"/>
  <p:tag name="KSO_WM_UNIT_ISNUMDGMTITLE" val="0"/>
  <p:tag name="KSO_WM_UNIT_PRESET_TEXT" val="线型上下导航版"/>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diagram20220058_1*a*1"/>
  <p:tag name="KSO_WM_TEMPLATE_CATEGORY" val="diagram"/>
  <p:tag name="KSO_WM_TEMPLATE_INDEX" val="20220058"/>
  <p:tag name="KSO_WM_UNIT_LAYERLEVEL" val="1"/>
  <p:tag name="KSO_WM_TAG_VERSION" val="1.0"/>
  <p:tag name="KSO_WM_BEAUTIFY_FLAG" val="#wm#"/>
  <p:tag name="KSO_WM_UNIT_VALUE" val="27"/>
  <p:tag name="KSO_WM_UNIT_BLOCK" val="0"/>
  <p:tag name="KSO_WM_UNIT_SM_LIMIT_TYPE" val="2"/>
  <p:tag name="KSO_WM_UNIT_DEC_AREA_ID" val="2d2094633d9c481aa0d84a95a015968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473.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2843_1*f*1"/>
  <p:tag name="KSO_WM_TEMPLATE_CATEGORY" val="diagram"/>
  <p:tag name="KSO_WM_TEMPLATE_INDEX" val="20212843"/>
  <p:tag name="KSO_WM_UNIT_LAYERLEVEL" val="1"/>
  <p:tag name="KSO_WM_TAG_VERSION" val="1.0"/>
  <p:tag name="KSO_WM_BEAUTIFY_FLAG" val="#wm#"/>
  <p:tag name="KSO_WM_UNIT_DEFAULT_FONT" val="14;20;2"/>
  <p:tag name="KSO_WM_UNIT_BLOCK" val="0"/>
  <p:tag name="KSO_WM_UNIT_VALUE" val="576"/>
  <p:tag name="KSO_WM_UNIT_SHOW_EDIT_AREA_INDICATION" val="1"/>
  <p:tag name="KSO_WM_CHIP_GROUPID" val="5e6b05596848fb12bee65ac8"/>
  <p:tag name="KSO_WM_CHIP_XID" val="5e6b05596848fb12bee65aca"/>
  <p:tag name="KSO_WM_UNIT_DEC_AREA_ID" val="8cb1ccbfd41a4f08aa021a2337e676da"/>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53f115901fe44f3787d5c3752471e8b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f644054ed1e2fb8092e"/>
  <p:tag name="KSO_WM_TEMPLATE_ASSEMBLE_GROUPID" val="60656f644054ed1e2fb8092e"/>
  <p:tag name="WM_BEAUTIFY_ZORDER_FLAG_TAG" val="3"/>
</p:tagLst>
</file>

<file path=ppt/tags/tag474.xml><?xml version="1.0" encoding="utf-8"?>
<p:tagLst xmlns:p="http://schemas.openxmlformats.org/presentationml/2006/main">
  <p:tag name="KSO_WM_SLIDE_ID" val="diagram20220058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8"/>
  <p:tag name="KSO_WM_SLIDE_LAYOUT" val="a_d"/>
  <p:tag name="KSO_WM_SLIDE_LAYOUT_CNT" val="1_1"/>
  <p:tag name="KSO_WM_SLIDE_TYPE" val="text"/>
  <p:tag name="KSO_WM_SLIDE_SUBTYPE" val="picTxt"/>
  <p:tag name="KSO_WM_SLIDE_LAYOUTTYPE" val="topbottom"/>
  <p:tag name="KSO_WM_SLIDE_SIZE" val="888*504"/>
  <p:tag name="KSO_WM_SLIDE_POSITION" val="36*12"/>
  <p:tag name="KSO_WM_SLIDE_LAYOUT_INFO" val="{&quot;backgroundInfo&quot;:[{&quot;bottom&quot;:0,&quot;bottomAbs&quot;:false,&quot;left&quot;:0,&quot;leftAbs&quot;:false,&quot;right&quot;:0,&quot;rightAbs&quot;:false,&quot;top&quot;:0,&quot;topAbs&quot;:false,&quot;type&quot;:&quot;general&quot;}],&quot;id&quot;:&quot;2026-01-13T21:12:29&quot;,&quot;maxSize&quot;:{&quot;size1&quot;:20},&quot;minSize&quot;:{&quot;size1&quot;:11.2},&quot;normalSize&quot;:{&quot;size1&quot;:11.2},&quot;subLayout&quot;:[{&quot;id&quot;:&quot;2026-01-13T21:12:29&quot;,&quot;margin&quot;:{&quot;bottom&quot;:0.025999998673796654,&quot;left&quot;:1.2699999809265137,&quot;right&quot;:1.2699999809265137,&quot;top&quot;:0.4230000376701355},&quot;type&quot;:0},{&quot;id&quot;:&quot;2026-01-13T21:12:29&quot;,&quot;margin&quot;:{&quot;bottom&quot;:0.847000002861023,&quot;left&quot;:1.2699999809265137,&quot;right&quot;:1.2699999809265137,&quot;top&quot;:1.2699999809265137},&quot;type&quot;:0}],&quot;type&quot;:0}"/>
  <p:tag name="KSO_WM_SLIDE_RATIO" val="1.777778"/>
  <p:tag name="KSO_WM_SLIDE_BACKGROUND" val="[&quot;general&quot;]"/>
  <p:tag name="KSO_WM_SLIDE_BACKGROUND_TYPE" val="general"/>
</p:tagLst>
</file>

<file path=ppt/tags/tag47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47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47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20058_1*i*1"/>
  <p:tag name="KSO_WM_TEMPLATE_CATEGORY" val="diagram"/>
  <p:tag name="KSO_WM_TEMPLATE_INDEX" val="20220058"/>
  <p:tag name="KSO_WM_UNIT_LAYERLEVEL" val="1"/>
  <p:tag name="KSO_WM_TAG_VERSION" val="1.0"/>
  <p:tag name="KSO_WM_BEAUTIFY_FLAG" val="#wm#"/>
  <p:tag name="KSO_WM_UNIT_BLOCK" val="0"/>
  <p:tag name="KSO_WM_UNIT_SM_LIMIT_TYPE" val="0"/>
  <p:tag name="KSO_WM_UNIT_DEC_AREA_ID" val="401453a90b9f4fd5b1215058b8a2f2e8"/>
  <p:tag name="KSO_WM_UNIT_DECORATE_INFO" val="{&quot;ReferentInfo&quot;:{&quot;Id&quot;:&quot;2d2094633d9c481aa0d84a95a0159686&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478.xml><?xml version="1.0" encoding="utf-8"?>
<p:tagLst xmlns:p="http://schemas.openxmlformats.org/presentationml/2006/main">
  <p:tag name="KSO_WM_UNIT_ISCONTENTSTITLE" val="0"/>
  <p:tag name="KSO_WM_UNIT_ISNUMDGMTITLE" val="0"/>
  <p:tag name="KSO_WM_UNIT_PRESET_TEXT" val="线型上下导航版"/>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diagram20220058_1*a*1"/>
  <p:tag name="KSO_WM_TEMPLATE_CATEGORY" val="diagram"/>
  <p:tag name="KSO_WM_TEMPLATE_INDEX" val="20220058"/>
  <p:tag name="KSO_WM_UNIT_LAYERLEVEL" val="1"/>
  <p:tag name="KSO_WM_TAG_VERSION" val="1.0"/>
  <p:tag name="KSO_WM_BEAUTIFY_FLAG" val="#wm#"/>
  <p:tag name="KSO_WM_UNIT_VALUE" val="27"/>
  <p:tag name="KSO_WM_UNIT_BLOCK" val="0"/>
  <p:tag name="KSO_WM_UNIT_SM_LIMIT_TYPE" val="2"/>
  <p:tag name="KSO_WM_UNIT_DEC_AREA_ID" val="2d2094633d9c481aa0d84a95a015968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479.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7315_1*f*1"/>
  <p:tag name="KSO_WM_TEMPLATE_CATEGORY" val="diagram"/>
  <p:tag name="KSO_WM_TEMPLATE_INDEX" val="20207315"/>
  <p:tag name="KSO_WM_UNIT_LAYERLEVEL" val="1"/>
  <p:tag name="KSO_WM_TAG_VERSION" val="1.0"/>
  <p:tag name="KSO_WM_BEAUTIFY_FLAG" val="#wm#"/>
  <p:tag name="KSO_WM_UNIT_DEFAULT_FONT" val="14;20;2"/>
  <p:tag name="KSO_WM_UNIT_BLOCK" val="0"/>
  <p:tag name="KSO_WM_UNIT_VALUE" val="290"/>
  <p:tag name="KSO_WM_UNIT_SHOW_EDIT_AREA_INDICATION" val="1"/>
  <p:tag name="KSO_WM_CHIP_GROUPID" val="5e6b05596848fb12bee65ac8"/>
  <p:tag name="KSO_WM_CHIP_XID" val="5e6b05596848fb12bee65aca"/>
  <p:tag name="KSO_WM_UNIT_DEC_AREA_ID" val="3462bde237c543c58b90892aede91ea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dc8ab5172452436899286f2808371cac"/>
  <p:tag name="KSO_WM_UNIT_TEXT_FILL_FORE_SCHEMECOLOR_INDEX_BRIGHTNESS" val="0.25"/>
  <p:tag name="KSO_WM_UNIT_TEXT_FILL_FORE_SCHEMECOLOR_INDEX" val="13"/>
  <p:tag name="KSO_WM_UNIT_TEXT_FILL_TYPE" val="1"/>
  <p:tag name="KSO_WM_TEMPLATE_ASSEMBLE_XID" val="6130c4e08b5cc6c91112a571"/>
  <p:tag name="KSO_WM_TEMPLATE_ASSEMBLE_GROUPID" val="6130c4e08b5cc6c91112a571"/>
  <p:tag name="WM_BEAUTIFY_ZORDER_FLAG_TAG" val="4"/>
</p:tagLst>
</file>

<file path=ppt/tags/tag480.xml><?xml version="1.0" encoding="utf-8"?>
<p:tagLst xmlns:p="http://schemas.openxmlformats.org/presentationml/2006/main">
  <p:tag name="KSO_WM_SLIDE_ID" val="diagram20220058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8"/>
  <p:tag name="KSO_WM_SLIDE_LAYOUT" val="a_d"/>
  <p:tag name="KSO_WM_SLIDE_LAYOUT_CNT" val="1_1"/>
  <p:tag name="KSO_WM_SLIDE_TYPE" val="text"/>
  <p:tag name="KSO_WM_SLIDE_SUBTYPE" val="picTxt"/>
  <p:tag name="KSO_WM_SLIDE_LAYOUTTYPE" val="topbottom"/>
  <p:tag name="KSO_WM_SLIDE_SIZE" val="888*504"/>
  <p:tag name="KSO_WM_SLIDE_POSITION" val="36*12"/>
  <p:tag name="KSO_WM_SLIDE_LAYOUT_INFO" val="{&quot;backgroundInfo&quot;:[{&quot;bottom&quot;:0,&quot;bottomAbs&quot;:false,&quot;left&quot;:0,&quot;leftAbs&quot;:false,&quot;right&quot;:0,&quot;rightAbs&quot;:false,&quot;top&quot;:0,&quot;topAbs&quot;:false,&quot;type&quot;:&quot;general&quot;}],&quot;id&quot;:&quot;2026-01-13T21:12:29&quot;,&quot;maxSize&quot;:{&quot;size1&quot;:20},&quot;minSize&quot;:{&quot;size1&quot;:11.2},&quot;normalSize&quot;:{&quot;size1&quot;:11.2},&quot;subLayout&quot;:[{&quot;id&quot;:&quot;2026-01-13T21:12:29&quot;,&quot;margin&quot;:{&quot;bottom&quot;:0.025999998673796654,&quot;left&quot;:1.2699999809265137,&quot;right&quot;:1.2699999809265137,&quot;top&quot;:0.4230000376701355},&quot;type&quot;:0},{&quot;id&quot;:&quot;2026-01-13T21:12:29&quot;,&quot;margin&quot;:{&quot;bottom&quot;:0.847000002861023,&quot;left&quot;:1.2699999809265137,&quot;right&quot;:1.2699999809265137,&quot;top&quot;:1.2699999809265137},&quot;type&quot;:0}],&quot;type&quot;:0}"/>
  <p:tag name="KSO_WM_SLIDE_RATIO" val="1.777778"/>
  <p:tag name="KSO_WM_SLIDE_BACKGROUND" val="[&quot;general&quot;]"/>
  <p:tag name="KSO_WM_SLIDE_BACKGROUND_TYPE" val="general"/>
</p:tagLst>
</file>

<file path=ppt/tags/tag48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48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48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20058_1*i*1"/>
  <p:tag name="KSO_WM_TEMPLATE_CATEGORY" val="diagram"/>
  <p:tag name="KSO_WM_TEMPLATE_INDEX" val="20220058"/>
  <p:tag name="KSO_WM_UNIT_LAYERLEVEL" val="1"/>
  <p:tag name="KSO_WM_TAG_VERSION" val="1.0"/>
  <p:tag name="KSO_WM_BEAUTIFY_FLAG" val="#wm#"/>
  <p:tag name="KSO_WM_UNIT_BLOCK" val="0"/>
  <p:tag name="KSO_WM_UNIT_SM_LIMIT_TYPE" val="0"/>
  <p:tag name="KSO_WM_UNIT_DEC_AREA_ID" val="401453a90b9f4fd5b1215058b8a2f2e8"/>
  <p:tag name="KSO_WM_UNIT_DECORATE_INFO" val="{&quot;ReferentInfo&quot;:{&quot;Id&quot;:&quot;2d2094633d9c481aa0d84a95a0159686&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484.xml><?xml version="1.0" encoding="utf-8"?>
<p:tagLst xmlns:p="http://schemas.openxmlformats.org/presentationml/2006/main">
  <p:tag name="KSO_WM_UNIT_ISCONTENTSTITLE" val="0"/>
  <p:tag name="KSO_WM_UNIT_ISNUMDGMTITLE" val="0"/>
  <p:tag name="KSO_WM_UNIT_PRESET_TEXT" val="线型上下导航版"/>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diagram20220058_1*a*1"/>
  <p:tag name="KSO_WM_TEMPLATE_CATEGORY" val="diagram"/>
  <p:tag name="KSO_WM_TEMPLATE_INDEX" val="20220058"/>
  <p:tag name="KSO_WM_UNIT_LAYERLEVEL" val="1"/>
  <p:tag name="KSO_WM_TAG_VERSION" val="1.0"/>
  <p:tag name="KSO_WM_BEAUTIFY_FLAG" val="#wm#"/>
  <p:tag name="KSO_WM_UNIT_VALUE" val="27"/>
  <p:tag name="KSO_WM_UNIT_BLOCK" val="0"/>
  <p:tag name="KSO_WM_UNIT_SM_LIMIT_TYPE" val="2"/>
  <p:tag name="KSO_WM_UNIT_DEC_AREA_ID" val="2d2094633d9c481aa0d84a95a015968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485.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7315_1*f*1"/>
  <p:tag name="KSO_WM_TEMPLATE_CATEGORY" val="diagram"/>
  <p:tag name="KSO_WM_TEMPLATE_INDEX" val="20207315"/>
  <p:tag name="KSO_WM_UNIT_LAYERLEVEL" val="1"/>
  <p:tag name="KSO_WM_TAG_VERSION" val="1.0"/>
  <p:tag name="KSO_WM_BEAUTIFY_FLAG" val="#wm#"/>
  <p:tag name="KSO_WM_UNIT_DEFAULT_FONT" val="14;20;2"/>
  <p:tag name="KSO_WM_UNIT_BLOCK" val="0"/>
  <p:tag name="KSO_WM_UNIT_VALUE" val="290"/>
  <p:tag name="KSO_WM_UNIT_SHOW_EDIT_AREA_INDICATION" val="1"/>
  <p:tag name="KSO_WM_CHIP_GROUPID" val="5e6b05596848fb12bee65ac8"/>
  <p:tag name="KSO_WM_CHIP_XID" val="5e6b05596848fb12bee65aca"/>
  <p:tag name="KSO_WM_UNIT_DEC_AREA_ID" val="3462bde237c543c58b90892aede91ea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dc8ab5172452436899286f2808371cac"/>
  <p:tag name="KSO_WM_UNIT_TEXT_FILL_FORE_SCHEMECOLOR_INDEX_BRIGHTNESS" val="0.25"/>
  <p:tag name="KSO_WM_UNIT_TEXT_FILL_FORE_SCHEMECOLOR_INDEX" val="13"/>
  <p:tag name="KSO_WM_UNIT_TEXT_FILL_TYPE" val="1"/>
  <p:tag name="KSO_WM_TEMPLATE_ASSEMBLE_XID" val="6130c4e08b5cc6c91112a571"/>
  <p:tag name="KSO_WM_TEMPLATE_ASSEMBLE_GROUPID" val="6130c4e08b5cc6c91112a571"/>
  <p:tag name="WM_BEAUTIFY_ZORDER_FLAG_TAG" val="4"/>
</p:tagLst>
</file>

<file path=ppt/tags/tag486.xml><?xml version="1.0" encoding="utf-8"?>
<p:tagLst xmlns:p="http://schemas.openxmlformats.org/presentationml/2006/main">
  <p:tag name="KSO_WM_SLIDE_ID" val="diagram20220058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8"/>
  <p:tag name="KSO_WM_SLIDE_LAYOUT" val="a_d"/>
  <p:tag name="KSO_WM_SLIDE_LAYOUT_CNT" val="1_1"/>
  <p:tag name="KSO_WM_SLIDE_TYPE" val="text"/>
  <p:tag name="KSO_WM_SLIDE_SUBTYPE" val="picTxt"/>
  <p:tag name="KSO_WM_SLIDE_LAYOUTTYPE" val="topbottom"/>
  <p:tag name="KSO_WM_SLIDE_SIZE" val="888*504"/>
  <p:tag name="KSO_WM_SLIDE_POSITION" val="36*12"/>
  <p:tag name="KSO_WM_SLIDE_LAYOUT_INFO" val="{&quot;backgroundInfo&quot;:[{&quot;bottom&quot;:0,&quot;bottomAbs&quot;:false,&quot;left&quot;:0,&quot;leftAbs&quot;:false,&quot;right&quot;:0,&quot;rightAbs&quot;:false,&quot;top&quot;:0,&quot;topAbs&quot;:false,&quot;type&quot;:&quot;general&quot;}],&quot;id&quot;:&quot;2026-01-13T21:12:29&quot;,&quot;maxSize&quot;:{&quot;size1&quot;:20},&quot;minSize&quot;:{&quot;size1&quot;:11.2},&quot;normalSize&quot;:{&quot;size1&quot;:11.2},&quot;subLayout&quot;:[{&quot;id&quot;:&quot;2026-01-13T21:12:29&quot;,&quot;margin&quot;:{&quot;bottom&quot;:0.025999998673796654,&quot;left&quot;:1.2699999809265137,&quot;right&quot;:1.2699999809265137,&quot;top&quot;:0.4230000376701355},&quot;type&quot;:0},{&quot;id&quot;:&quot;2026-01-13T21:12:29&quot;,&quot;margin&quot;:{&quot;bottom&quot;:0.847000002861023,&quot;left&quot;:1.2699999809265137,&quot;right&quot;:1.2699999809265137,&quot;top&quot;:1.2699999809265137},&quot;type&quot;:0}],&quot;type&quot;:0}"/>
  <p:tag name="KSO_WM_SLIDE_RATIO" val="1.777778"/>
  <p:tag name="KSO_WM_SLIDE_BACKGROUND" val="[&quot;general&quot;]"/>
  <p:tag name="KSO_WM_SLIDE_BACKGROUND_TYPE" val="general"/>
</p:tagLst>
</file>

<file path=ppt/tags/tag48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48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48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20058_1*i*1"/>
  <p:tag name="KSO_WM_TEMPLATE_CATEGORY" val="diagram"/>
  <p:tag name="KSO_WM_TEMPLATE_INDEX" val="20220058"/>
  <p:tag name="KSO_WM_UNIT_LAYERLEVEL" val="1"/>
  <p:tag name="KSO_WM_TAG_VERSION" val="1.0"/>
  <p:tag name="KSO_WM_BEAUTIFY_FLAG" val="#wm#"/>
  <p:tag name="KSO_WM_UNIT_BLOCK" val="0"/>
  <p:tag name="KSO_WM_UNIT_SM_LIMIT_TYPE" val="0"/>
  <p:tag name="KSO_WM_UNIT_DEC_AREA_ID" val="401453a90b9f4fd5b1215058b8a2f2e8"/>
  <p:tag name="KSO_WM_UNIT_DECORATE_INFO" val="{&quot;ReferentInfo&quot;:{&quot;Id&quot;:&quot;2d2094633d9c481aa0d84a95a0159686&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490.xml><?xml version="1.0" encoding="utf-8"?>
<p:tagLst xmlns:p="http://schemas.openxmlformats.org/presentationml/2006/main">
  <p:tag name="KSO_WM_UNIT_ISCONTENTSTITLE" val="0"/>
  <p:tag name="KSO_WM_UNIT_ISNUMDGMTITLE" val="0"/>
  <p:tag name="KSO_WM_UNIT_PRESET_TEXT" val="线型上下导航版"/>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diagram20220058_1*a*1"/>
  <p:tag name="KSO_WM_TEMPLATE_CATEGORY" val="diagram"/>
  <p:tag name="KSO_WM_TEMPLATE_INDEX" val="20220058"/>
  <p:tag name="KSO_WM_UNIT_LAYERLEVEL" val="1"/>
  <p:tag name="KSO_WM_TAG_VERSION" val="1.0"/>
  <p:tag name="KSO_WM_BEAUTIFY_FLAG" val="#wm#"/>
  <p:tag name="KSO_WM_UNIT_VALUE" val="27"/>
  <p:tag name="KSO_WM_UNIT_BLOCK" val="0"/>
  <p:tag name="KSO_WM_UNIT_SM_LIMIT_TYPE" val="2"/>
  <p:tag name="KSO_WM_UNIT_DEC_AREA_ID" val="2d2094633d9c481aa0d84a95a015968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491.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7315_1*f*1"/>
  <p:tag name="KSO_WM_TEMPLATE_CATEGORY" val="diagram"/>
  <p:tag name="KSO_WM_TEMPLATE_INDEX" val="20207315"/>
  <p:tag name="KSO_WM_UNIT_LAYERLEVEL" val="1"/>
  <p:tag name="KSO_WM_TAG_VERSION" val="1.0"/>
  <p:tag name="KSO_WM_BEAUTIFY_FLAG" val="#wm#"/>
  <p:tag name="KSO_WM_UNIT_DEFAULT_FONT" val="14;20;2"/>
  <p:tag name="KSO_WM_UNIT_BLOCK" val="0"/>
  <p:tag name="KSO_WM_UNIT_VALUE" val="290"/>
  <p:tag name="KSO_WM_UNIT_SHOW_EDIT_AREA_INDICATION" val="1"/>
  <p:tag name="KSO_WM_CHIP_GROUPID" val="5e6b05596848fb12bee65ac8"/>
  <p:tag name="KSO_WM_CHIP_XID" val="5e6b05596848fb12bee65aca"/>
  <p:tag name="KSO_WM_UNIT_DEC_AREA_ID" val="3462bde237c543c58b90892aede91ea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dc8ab5172452436899286f2808371cac"/>
  <p:tag name="KSO_WM_UNIT_TEXT_FILL_FORE_SCHEMECOLOR_INDEX_BRIGHTNESS" val="0.25"/>
  <p:tag name="KSO_WM_UNIT_TEXT_FILL_FORE_SCHEMECOLOR_INDEX" val="13"/>
  <p:tag name="KSO_WM_UNIT_TEXT_FILL_TYPE" val="1"/>
  <p:tag name="KSO_WM_TEMPLATE_ASSEMBLE_XID" val="6130c4e08b5cc6c91112a571"/>
  <p:tag name="KSO_WM_TEMPLATE_ASSEMBLE_GROUPID" val="6130c4e08b5cc6c91112a571"/>
  <p:tag name="WM_BEAUTIFY_ZORDER_FLAG_TAG" val="4"/>
</p:tagLst>
</file>

<file path=ppt/tags/tag492.xml><?xml version="1.0" encoding="utf-8"?>
<p:tagLst xmlns:p="http://schemas.openxmlformats.org/presentationml/2006/main">
  <p:tag name="KSO_WM_SLIDE_ID" val="diagram20220058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8"/>
  <p:tag name="KSO_WM_SLIDE_LAYOUT" val="a_d"/>
  <p:tag name="KSO_WM_SLIDE_LAYOUT_CNT" val="1_1"/>
  <p:tag name="KSO_WM_SLIDE_TYPE" val="text"/>
  <p:tag name="KSO_WM_SLIDE_SUBTYPE" val="picTxt"/>
  <p:tag name="KSO_WM_SLIDE_LAYOUTTYPE" val="topbottom"/>
  <p:tag name="KSO_WM_SLIDE_SIZE" val="888*504"/>
  <p:tag name="KSO_WM_SLIDE_POSITION" val="36*12"/>
  <p:tag name="KSO_WM_SLIDE_LAYOUT_INFO" val="{&quot;backgroundInfo&quot;:[{&quot;bottom&quot;:0,&quot;bottomAbs&quot;:false,&quot;left&quot;:0,&quot;leftAbs&quot;:false,&quot;right&quot;:0,&quot;rightAbs&quot;:false,&quot;top&quot;:0,&quot;topAbs&quot;:false,&quot;type&quot;:&quot;general&quot;}],&quot;id&quot;:&quot;2026-01-13T21:12:29&quot;,&quot;maxSize&quot;:{&quot;size1&quot;:20},&quot;minSize&quot;:{&quot;size1&quot;:11.2},&quot;normalSize&quot;:{&quot;size1&quot;:11.2},&quot;subLayout&quot;:[{&quot;id&quot;:&quot;2026-01-13T21:12:29&quot;,&quot;margin&quot;:{&quot;bottom&quot;:0.025999998673796654,&quot;left&quot;:1.2699999809265137,&quot;right&quot;:1.2699999809265137,&quot;top&quot;:0.4230000376701355},&quot;type&quot;:0},{&quot;id&quot;:&quot;2026-01-13T21:12:29&quot;,&quot;margin&quot;:{&quot;bottom&quot;:0.847000002861023,&quot;left&quot;:1.2699999809265137,&quot;right&quot;:1.2699999809265137,&quot;top&quot;:1.2699999809265137},&quot;type&quot;:0}],&quot;type&quot;:0}"/>
  <p:tag name="KSO_WM_SLIDE_RATIO" val="1.777778"/>
  <p:tag name="KSO_WM_SLIDE_BACKGROUND" val="[&quot;general&quot;]"/>
  <p:tag name="KSO_WM_SLIDE_BACKGROUND_TYPE" val="general"/>
</p:tagLst>
</file>

<file path=ppt/tags/tag49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49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49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20058_1*i*1"/>
  <p:tag name="KSO_WM_TEMPLATE_CATEGORY" val="diagram"/>
  <p:tag name="KSO_WM_TEMPLATE_INDEX" val="20220058"/>
  <p:tag name="KSO_WM_UNIT_LAYERLEVEL" val="1"/>
  <p:tag name="KSO_WM_TAG_VERSION" val="1.0"/>
  <p:tag name="KSO_WM_BEAUTIFY_FLAG" val="#wm#"/>
  <p:tag name="KSO_WM_UNIT_BLOCK" val="0"/>
  <p:tag name="KSO_WM_UNIT_SM_LIMIT_TYPE" val="0"/>
  <p:tag name="KSO_WM_UNIT_DEC_AREA_ID" val="401453a90b9f4fd5b1215058b8a2f2e8"/>
  <p:tag name="KSO_WM_UNIT_DECORATE_INFO" val="{&quot;ReferentInfo&quot;:{&quot;Id&quot;:&quot;2d2094633d9c481aa0d84a95a0159686&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496.xml><?xml version="1.0" encoding="utf-8"?>
<p:tagLst xmlns:p="http://schemas.openxmlformats.org/presentationml/2006/main">
  <p:tag name="KSO_WM_UNIT_ISCONTENTSTITLE" val="0"/>
  <p:tag name="KSO_WM_UNIT_ISNUMDGMTITLE" val="0"/>
  <p:tag name="KSO_WM_UNIT_PRESET_TEXT" val="线型上下导航版"/>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diagram20220058_1*a*1"/>
  <p:tag name="KSO_WM_TEMPLATE_CATEGORY" val="diagram"/>
  <p:tag name="KSO_WM_TEMPLATE_INDEX" val="20220058"/>
  <p:tag name="KSO_WM_UNIT_LAYERLEVEL" val="1"/>
  <p:tag name="KSO_WM_TAG_VERSION" val="1.0"/>
  <p:tag name="KSO_WM_BEAUTIFY_FLAG" val="#wm#"/>
  <p:tag name="KSO_WM_UNIT_VALUE" val="27"/>
  <p:tag name="KSO_WM_UNIT_BLOCK" val="0"/>
  <p:tag name="KSO_WM_UNIT_SM_LIMIT_TYPE" val="2"/>
  <p:tag name="KSO_WM_UNIT_DEC_AREA_ID" val="2d2094633d9c481aa0d84a95a015968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497.xml><?xml version="1.0" encoding="utf-8"?>
<p:tagLst xmlns:p="http://schemas.openxmlformats.org/presentationml/2006/main">
  <p:tag name="KSO_WM_TAG_VERSION" val="1.0"/>
  <p:tag name="KSO_WM_BEAUTIFY_FLAG" val="#wm#"/>
  <p:tag name="KSO_WM_UNIT_TYPE" val="i"/>
  <p:tag name="KSO_WM_UNIT_ID" val="diagram20208604_1*i*1"/>
  <p:tag name="KSO_WM_TEMPLATE_CATEGORY" val="diagram"/>
  <p:tag name="KSO_WM_TEMPLATE_INDEX" val="20208604"/>
  <p:tag name="KSO_WM_UNIT_INDEX" val="1"/>
  <p:tag name="KSO_WM_UNIT_HIGHLIGHT" val="0"/>
  <p:tag name="KSO_WM_UNIT_COMPATIBLE" val="0"/>
  <p:tag name="KSO_WM_UNIT_DIAGRAM_ISNUMVISUAL" val="0"/>
  <p:tag name="KSO_WM_UNIT_DIAGRAM_ISREFERUNIT" val="0"/>
  <p:tag name="KSO_WM_UNIT_LAYERLEVEL" val="1"/>
  <p:tag name="KSO_WM_UNIT_BLOCK" val="0"/>
  <p:tag name="KSO_WM_UNIT_SM_LIMIT_TYPE" val="2"/>
  <p:tag name="KSO_WM_UNIT_DEC_AREA_ID" val="e352ecb8f5b840f19a3cb857467d0e4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UNIT_TEXT_FILL_FORE_SCHEMECOLOR_INDEX_BRIGHTNESS" val="0"/>
  <p:tag name="KSO_WM_UNIT_TEXT_FILL_FORE_SCHEMECOLOR_INDEX" val="2"/>
  <p:tag name="KSO_WM_UNIT_TEXT_FILL_TYPE" val="1"/>
  <p:tag name="KSO_WM_UNIT_VALUE" val="864"/>
  <p:tag name="KSO_WM_TEMPLATE_ASSEMBLE_XID" val="60656e7a4054ed1e2fb7f9a0"/>
  <p:tag name="KSO_WM_TEMPLATE_ASSEMBLE_GROUPID" val="60656e7a4054ed1e2fb7f9a0"/>
  <p:tag name="WM_BEAUTIFY_ZORDER_FLAG_TAG" val="3"/>
</p:tagLst>
</file>

<file path=ppt/tags/tag498.xml><?xml version="1.0" encoding="utf-8"?>
<p:tagLst xmlns:p="http://schemas.openxmlformats.org/presentationml/2006/main">
  <p:tag name="KSO_WM_TAG_VERSION" val="1.0"/>
  <p:tag name="KSO_WM_BEAUTIFY_FLAG" val="#wm#"/>
  <p:tag name="KSO_WM_UNIT_TYPE" val="i"/>
  <p:tag name="KSO_WM_UNIT_ID" val="diagram20208604_1*i*2"/>
  <p:tag name="KSO_WM_TEMPLATE_CATEGORY" val="diagram"/>
  <p:tag name="KSO_WM_TEMPLATE_INDEX" val="20208604"/>
  <p:tag name="KSO_WM_UNIT_INDEX" val="2"/>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65248d0e2eac4a16859a1c0559d33ac9"/>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4"/>
</p:tagLst>
</file>

<file path=ppt/tags/tag499.xml><?xml version="1.0" encoding="utf-8"?>
<p:tagLst xmlns:p="http://schemas.openxmlformats.org/presentationml/2006/main">
  <p:tag name="KSO_WM_TAG_VERSION" val="1.0"/>
  <p:tag name="KSO_WM_BEAUTIFY_FLAG" val="#wm#"/>
  <p:tag name="KSO_WM_UNIT_TYPE" val="i"/>
  <p:tag name="KSO_WM_UNIT_ID" val="diagram20208604_1*i*3"/>
  <p:tag name="KSO_WM_TEMPLATE_CATEGORY" val="diagram"/>
  <p:tag name="KSO_WM_TEMPLATE_INDEX" val="20208604"/>
  <p:tag name="KSO_WM_UNIT_INDEX" val="3"/>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d26b32aaa4d84b0dbd1030a6cabd7a68"/>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5"/>
</p:tagLst>
</file>

<file path=ppt/tags/tag500.xml><?xml version="1.0" encoding="utf-8"?>
<p:tagLst xmlns:p="http://schemas.openxmlformats.org/presentationml/2006/main">
  <p:tag name="KSO_WM_TAG_VERSION" val="1.0"/>
  <p:tag name="KSO_WM_BEAUTIFY_FLAG" val="#wm#"/>
  <p:tag name="KSO_WM_UNIT_TYPE" val="i"/>
  <p:tag name="KSO_WM_UNIT_ID" val="diagram20208604_1*i*4"/>
  <p:tag name="KSO_WM_TEMPLATE_CATEGORY" val="diagram"/>
  <p:tag name="KSO_WM_TEMPLATE_INDEX" val="20208604"/>
  <p:tag name="KSO_WM_UNIT_INDEX" val="4"/>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808fb1adb4d744cc9d369074d0507e4f"/>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6"/>
</p:tagLst>
</file>

<file path=ppt/tags/tag501.xml><?xml version="1.0" encoding="utf-8"?>
<p:tagLst xmlns:p="http://schemas.openxmlformats.org/presentationml/2006/main">
  <p:tag name="KSO_WM_TAG_VERSION" val="1.0"/>
  <p:tag name="KSO_WM_BEAUTIFY_FLAG" val="#wm#"/>
  <p:tag name="KSO_WM_UNIT_TYPE" val="i"/>
  <p:tag name="KSO_WM_UNIT_ID" val="diagram20208604_1*i*5"/>
  <p:tag name="KSO_WM_TEMPLATE_CATEGORY" val="diagram"/>
  <p:tag name="KSO_WM_TEMPLATE_INDEX" val="20208604"/>
  <p:tag name="KSO_WM_UNIT_INDEX" val="5"/>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060ccbb9a83241f2a52575c4e4f76136"/>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7"/>
</p:tagLst>
</file>

<file path=ppt/tags/tag502.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需要用更多的文字来表述；但请您尽可能提炼思想的精髓。"/>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8604_1*f*1"/>
  <p:tag name="KSO_WM_TEMPLATE_CATEGORY" val="diagram"/>
  <p:tag name="KSO_WM_TEMPLATE_INDEX" val="20208604"/>
  <p:tag name="KSO_WM_UNIT_LAYERLEVEL" val="1"/>
  <p:tag name="KSO_WM_TAG_VERSION" val="1.0"/>
  <p:tag name="KSO_WM_BEAUTIFY_FLAG" val="#wm#"/>
  <p:tag name="KSO_WM_UNIT_DEFAULT_FONT" val="14;20;2"/>
  <p:tag name="KSO_WM_UNIT_BLOCK" val="0"/>
  <p:tag name="KSO_WM_UNIT_VALUE" val="588"/>
  <p:tag name="KSO_WM_UNIT_SHOW_EDIT_AREA_INDICATION" val="1"/>
  <p:tag name="KSO_WM_CHIP_GROUPID" val="5e6b05596848fb12bee65ac8"/>
  <p:tag name="KSO_WM_CHIP_XID" val="5e6b05596848fb12bee65aca"/>
  <p:tag name="KSO_WM_UNIT_DEC_AREA_ID" val="5557aaf2e9bc4b2499ccf5d271336ab4"/>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ff7d2160ef064691979e787d147d2e4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e7a4054ed1e2fb7f9a0"/>
  <p:tag name="KSO_WM_TEMPLATE_ASSEMBLE_GROUPID" val="60656e7a4054ed1e2fb7f9a0"/>
  <p:tag name="WM_BEAUTIFY_ZORDER_FLAG_TAG" val="8"/>
</p:tagLst>
</file>

<file path=ppt/tags/tag503.xml><?xml version="1.0" encoding="utf-8"?>
<p:tagLst xmlns:p="http://schemas.openxmlformats.org/presentationml/2006/main">
  <p:tag name="KSO_WM_SLIDE_ID" val="diagram20220058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8"/>
  <p:tag name="KSO_WM_SLIDE_LAYOUT" val="a_d"/>
  <p:tag name="KSO_WM_SLIDE_LAYOUT_CNT" val="1_1"/>
  <p:tag name="KSO_WM_SLIDE_TYPE" val="text"/>
  <p:tag name="KSO_WM_SLIDE_SUBTYPE" val="picTxt"/>
  <p:tag name="KSO_WM_SLIDE_LAYOUTTYPE" val="topbottom"/>
  <p:tag name="KSO_WM_SLIDE_SIZE" val="888*504"/>
  <p:tag name="KSO_WM_SLIDE_POSITION" val="36*12"/>
  <p:tag name="KSO_WM_SLIDE_LAYOUT_INFO" val="{&quot;backgroundInfo&quot;:[{&quot;bottom&quot;:0,&quot;bottomAbs&quot;:false,&quot;left&quot;:0,&quot;leftAbs&quot;:false,&quot;right&quot;:0,&quot;rightAbs&quot;:false,&quot;top&quot;:0,&quot;topAbs&quot;:false,&quot;type&quot;:&quot;general&quot;}],&quot;id&quot;:&quot;2026-01-13T21:12:29&quot;,&quot;maxSize&quot;:{&quot;size1&quot;:20},&quot;minSize&quot;:{&quot;size1&quot;:11.2},&quot;normalSize&quot;:{&quot;size1&quot;:11.2},&quot;subLayout&quot;:[{&quot;id&quot;:&quot;2026-01-13T21:12:29&quot;,&quot;margin&quot;:{&quot;bottom&quot;:0.025999998673796654,&quot;left&quot;:1.2699999809265137,&quot;right&quot;:1.2699999809265137,&quot;top&quot;:0.4230000376701355},&quot;type&quot;:0},{&quot;id&quot;:&quot;2026-01-13T21:12:29&quot;,&quot;margin&quot;:{&quot;bottom&quot;:0.847000002861023,&quot;left&quot;:1.2699999809265137,&quot;right&quot;:1.2699999809265137,&quot;top&quot;:1.2699999809265137},&quot;type&quot;:0}],&quot;type&quot;:0}"/>
  <p:tag name="KSO_WM_SLIDE_RATIO" val="1.777778"/>
  <p:tag name="KSO_WM_SLIDE_BACKGROUND" val="[&quot;general&quot;]"/>
  <p:tag name="KSO_WM_SLIDE_BACKGROUND_TYPE" val="general"/>
</p:tagLst>
</file>

<file path=ppt/tags/tag50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50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50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20058_1*i*1"/>
  <p:tag name="KSO_WM_TEMPLATE_CATEGORY" val="diagram"/>
  <p:tag name="KSO_WM_TEMPLATE_INDEX" val="20220058"/>
  <p:tag name="KSO_WM_UNIT_LAYERLEVEL" val="1"/>
  <p:tag name="KSO_WM_TAG_VERSION" val="1.0"/>
  <p:tag name="KSO_WM_BEAUTIFY_FLAG" val="#wm#"/>
  <p:tag name="KSO_WM_UNIT_BLOCK" val="0"/>
  <p:tag name="KSO_WM_UNIT_SM_LIMIT_TYPE" val="0"/>
  <p:tag name="KSO_WM_UNIT_DEC_AREA_ID" val="401453a90b9f4fd5b1215058b8a2f2e8"/>
  <p:tag name="KSO_WM_UNIT_DECORATE_INFO" val="{&quot;ReferentInfo&quot;:{&quot;Id&quot;:&quot;2d2094633d9c481aa0d84a95a0159686&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507.xml><?xml version="1.0" encoding="utf-8"?>
<p:tagLst xmlns:p="http://schemas.openxmlformats.org/presentationml/2006/main">
  <p:tag name="KSO_WM_UNIT_ISCONTENTSTITLE" val="0"/>
  <p:tag name="KSO_WM_UNIT_ISNUMDGMTITLE" val="0"/>
  <p:tag name="KSO_WM_UNIT_PRESET_TEXT" val="线型上下导航版"/>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diagram20220058_1*a*1"/>
  <p:tag name="KSO_WM_TEMPLATE_CATEGORY" val="diagram"/>
  <p:tag name="KSO_WM_TEMPLATE_INDEX" val="20220058"/>
  <p:tag name="KSO_WM_UNIT_LAYERLEVEL" val="1"/>
  <p:tag name="KSO_WM_TAG_VERSION" val="1.0"/>
  <p:tag name="KSO_WM_BEAUTIFY_FLAG" val="#wm#"/>
  <p:tag name="KSO_WM_UNIT_VALUE" val="27"/>
  <p:tag name="KSO_WM_UNIT_BLOCK" val="0"/>
  <p:tag name="KSO_WM_UNIT_SM_LIMIT_TYPE" val="2"/>
  <p:tag name="KSO_WM_UNIT_DEC_AREA_ID" val="2d2094633d9c481aa0d84a95a015968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508.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2843_1*f*1"/>
  <p:tag name="KSO_WM_TEMPLATE_CATEGORY" val="diagram"/>
  <p:tag name="KSO_WM_TEMPLATE_INDEX" val="20212843"/>
  <p:tag name="KSO_WM_UNIT_LAYERLEVEL" val="1"/>
  <p:tag name="KSO_WM_TAG_VERSION" val="1.0"/>
  <p:tag name="KSO_WM_BEAUTIFY_FLAG" val="#wm#"/>
  <p:tag name="KSO_WM_UNIT_DEFAULT_FONT" val="14;20;2"/>
  <p:tag name="KSO_WM_UNIT_BLOCK" val="0"/>
  <p:tag name="KSO_WM_UNIT_VALUE" val="576"/>
  <p:tag name="KSO_WM_UNIT_SHOW_EDIT_AREA_INDICATION" val="1"/>
  <p:tag name="KSO_WM_CHIP_GROUPID" val="5e6b05596848fb12bee65ac8"/>
  <p:tag name="KSO_WM_CHIP_XID" val="5e6b05596848fb12bee65aca"/>
  <p:tag name="KSO_WM_UNIT_DEC_AREA_ID" val="8cb1ccbfd41a4f08aa021a2337e676da"/>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53f115901fe44f3787d5c3752471e8b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f644054ed1e2fb8092e"/>
  <p:tag name="KSO_WM_TEMPLATE_ASSEMBLE_GROUPID" val="60656f644054ed1e2fb8092e"/>
  <p:tag name="WM_BEAUTIFY_ZORDER_FLAG_TAG" val="3"/>
</p:tagLst>
</file>

<file path=ppt/tags/tag509.xml><?xml version="1.0" encoding="utf-8"?>
<p:tagLst xmlns:p="http://schemas.openxmlformats.org/presentationml/2006/main">
  <p:tag name="KSO_WM_SLIDE_ID" val="diagram20220058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8"/>
  <p:tag name="KSO_WM_SLIDE_LAYOUT" val="a_d"/>
  <p:tag name="KSO_WM_SLIDE_LAYOUT_CNT" val="1_1"/>
  <p:tag name="KSO_WM_SLIDE_TYPE" val="text"/>
  <p:tag name="KSO_WM_SLIDE_SUBTYPE" val="picTxt"/>
  <p:tag name="KSO_WM_SLIDE_LAYOUTTYPE" val="topbottom"/>
  <p:tag name="KSO_WM_SLIDE_SIZE" val="888*504"/>
  <p:tag name="KSO_WM_SLIDE_POSITION" val="36*12"/>
  <p:tag name="KSO_WM_SLIDE_LAYOUT_INFO" val="{&quot;backgroundInfo&quot;:[{&quot;bottom&quot;:0,&quot;bottomAbs&quot;:false,&quot;left&quot;:0,&quot;leftAbs&quot;:false,&quot;right&quot;:0,&quot;rightAbs&quot;:false,&quot;top&quot;:0,&quot;topAbs&quot;:false,&quot;type&quot;:&quot;general&quot;}],&quot;id&quot;:&quot;2026-01-13T21:12:29&quot;,&quot;maxSize&quot;:{&quot;size1&quot;:20},&quot;minSize&quot;:{&quot;size1&quot;:11.2},&quot;normalSize&quot;:{&quot;size1&quot;:11.2},&quot;subLayout&quot;:[{&quot;id&quot;:&quot;2026-01-13T21:12:29&quot;,&quot;margin&quot;:{&quot;bottom&quot;:0.025999998673796654,&quot;left&quot;:1.2699999809265137,&quot;right&quot;:1.2699999809265137,&quot;top&quot;:0.4230000376701355},&quot;type&quot;:0},{&quot;id&quot;:&quot;2026-01-13T21:12:29&quot;,&quot;margin&quot;:{&quot;bottom&quot;:0.847000002861023,&quot;left&quot;:1.2699999809265137,&quot;right&quot;:1.2699999809265137,&quot;top&quot;:1.2699999809265137},&quot;type&quot;:0}],&quot;type&quot;:0}"/>
  <p:tag name="KSO_WM_SLIDE_RATIO" val="1.777778"/>
  <p:tag name="KSO_WM_SLIDE_BACKGROUND" val="[&quot;general&quot;]"/>
  <p:tag name="KSO_WM_SLIDE_BACKGROUND_TYPE" val="general"/>
</p:tagLst>
</file>

<file path=ppt/tags/tag5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5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5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20058_1*i*1"/>
  <p:tag name="KSO_WM_TEMPLATE_CATEGORY" val="diagram"/>
  <p:tag name="KSO_WM_TEMPLATE_INDEX" val="20220058"/>
  <p:tag name="KSO_WM_UNIT_LAYERLEVEL" val="1"/>
  <p:tag name="KSO_WM_TAG_VERSION" val="1.0"/>
  <p:tag name="KSO_WM_BEAUTIFY_FLAG" val="#wm#"/>
  <p:tag name="KSO_WM_UNIT_BLOCK" val="0"/>
  <p:tag name="KSO_WM_UNIT_SM_LIMIT_TYPE" val="0"/>
  <p:tag name="KSO_WM_UNIT_DEC_AREA_ID" val="401453a90b9f4fd5b1215058b8a2f2e8"/>
  <p:tag name="KSO_WM_UNIT_DECORATE_INFO" val="{&quot;ReferentInfo&quot;:{&quot;Id&quot;:&quot;2d2094633d9c481aa0d84a95a0159686&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513.xml><?xml version="1.0" encoding="utf-8"?>
<p:tagLst xmlns:p="http://schemas.openxmlformats.org/presentationml/2006/main">
  <p:tag name="KSO_WM_UNIT_ISCONTENTSTITLE" val="0"/>
  <p:tag name="KSO_WM_UNIT_ISNUMDGMTITLE" val="0"/>
  <p:tag name="KSO_WM_UNIT_PRESET_TEXT" val="线型上下导航版"/>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diagram20220058_1*a*1"/>
  <p:tag name="KSO_WM_TEMPLATE_CATEGORY" val="diagram"/>
  <p:tag name="KSO_WM_TEMPLATE_INDEX" val="20220058"/>
  <p:tag name="KSO_WM_UNIT_LAYERLEVEL" val="1"/>
  <p:tag name="KSO_WM_TAG_VERSION" val="1.0"/>
  <p:tag name="KSO_WM_BEAUTIFY_FLAG" val="#wm#"/>
  <p:tag name="KSO_WM_UNIT_VALUE" val="27"/>
  <p:tag name="KSO_WM_UNIT_BLOCK" val="0"/>
  <p:tag name="KSO_WM_UNIT_SM_LIMIT_TYPE" val="2"/>
  <p:tag name="KSO_WM_UNIT_DEC_AREA_ID" val="2d2094633d9c481aa0d84a95a015968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514.xml><?xml version="1.0" encoding="utf-8"?>
<p:tagLst xmlns:p="http://schemas.openxmlformats.org/presentationml/2006/main">
  <p:tag name="KSO_WM_TAG_VERSION" val="1.0"/>
  <p:tag name="KSO_WM_BEAUTIFY_FLAG" val="#wm#"/>
  <p:tag name="KSO_WM_UNIT_TYPE" val="i"/>
  <p:tag name="KSO_WM_UNIT_ID" val="diagram20208604_1*i*1"/>
  <p:tag name="KSO_WM_TEMPLATE_CATEGORY" val="diagram"/>
  <p:tag name="KSO_WM_TEMPLATE_INDEX" val="20208604"/>
  <p:tag name="KSO_WM_UNIT_INDEX" val="1"/>
  <p:tag name="KSO_WM_UNIT_HIGHLIGHT" val="0"/>
  <p:tag name="KSO_WM_UNIT_COMPATIBLE" val="0"/>
  <p:tag name="KSO_WM_UNIT_DIAGRAM_ISNUMVISUAL" val="0"/>
  <p:tag name="KSO_WM_UNIT_DIAGRAM_ISREFERUNIT" val="0"/>
  <p:tag name="KSO_WM_UNIT_LAYERLEVEL" val="1"/>
  <p:tag name="KSO_WM_UNIT_BLOCK" val="0"/>
  <p:tag name="KSO_WM_UNIT_SM_LIMIT_TYPE" val="2"/>
  <p:tag name="KSO_WM_UNIT_DEC_AREA_ID" val="e352ecb8f5b840f19a3cb857467d0e4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UNIT_TEXT_FILL_FORE_SCHEMECOLOR_INDEX_BRIGHTNESS" val="0"/>
  <p:tag name="KSO_WM_UNIT_TEXT_FILL_FORE_SCHEMECOLOR_INDEX" val="2"/>
  <p:tag name="KSO_WM_UNIT_TEXT_FILL_TYPE" val="1"/>
  <p:tag name="KSO_WM_UNIT_VALUE" val="864"/>
  <p:tag name="KSO_WM_TEMPLATE_ASSEMBLE_XID" val="60656e7a4054ed1e2fb7f9a0"/>
  <p:tag name="KSO_WM_TEMPLATE_ASSEMBLE_GROUPID" val="60656e7a4054ed1e2fb7f9a0"/>
  <p:tag name="WM_BEAUTIFY_ZORDER_FLAG_TAG" val="3"/>
</p:tagLst>
</file>

<file path=ppt/tags/tag515.xml><?xml version="1.0" encoding="utf-8"?>
<p:tagLst xmlns:p="http://schemas.openxmlformats.org/presentationml/2006/main">
  <p:tag name="KSO_WM_TAG_VERSION" val="1.0"/>
  <p:tag name="KSO_WM_BEAUTIFY_FLAG" val="#wm#"/>
  <p:tag name="KSO_WM_UNIT_TYPE" val="i"/>
  <p:tag name="KSO_WM_UNIT_ID" val="diagram20208604_1*i*2"/>
  <p:tag name="KSO_WM_TEMPLATE_CATEGORY" val="diagram"/>
  <p:tag name="KSO_WM_TEMPLATE_INDEX" val="20208604"/>
  <p:tag name="KSO_WM_UNIT_INDEX" val="2"/>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65248d0e2eac4a16859a1c0559d33ac9"/>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4"/>
</p:tagLst>
</file>

<file path=ppt/tags/tag516.xml><?xml version="1.0" encoding="utf-8"?>
<p:tagLst xmlns:p="http://schemas.openxmlformats.org/presentationml/2006/main">
  <p:tag name="KSO_WM_TAG_VERSION" val="1.0"/>
  <p:tag name="KSO_WM_BEAUTIFY_FLAG" val="#wm#"/>
  <p:tag name="KSO_WM_UNIT_TYPE" val="i"/>
  <p:tag name="KSO_WM_UNIT_ID" val="diagram20208604_1*i*3"/>
  <p:tag name="KSO_WM_TEMPLATE_CATEGORY" val="diagram"/>
  <p:tag name="KSO_WM_TEMPLATE_INDEX" val="20208604"/>
  <p:tag name="KSO_WM_UNIT_INDEX" val="3"/>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d26b32aaa4d84b0dbd1030a6cabd7a68"/>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5"/>
</p:tagLst>
</file>

<file path=ppt/tags/tag517.xml><?xml version="1.0" encoding="utf-8"?>
<p:tagLst xmlns:p="http://schemas.openxmlformats.org/presentationml/2006/main">
  <p:tag name="KSO_WM_TAG_VERSION" val="1.0"/>
  <p:tag name="KSO_WM_BEAUTIFY_FLAG" val="#wm#"/>
  <p:tag name="KSO_WM_UNIT_TYPE" val="i"/>
  <p:tag name="KSO_WM_UNIT_ID" val="diagram20208604_1*i*4"/>
  <p:tag name="KSO_WM_TEMPLATE_CATEGORY" val="diagram"/>
  <p:tag name="KSO_WM_TEMPLATE_INDEX" val="20208604"/>
  <p:tag name="KSO_WM_UNIT_INDEX" val="4"/>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808fb1adb4d744cc9d369074d0507e4f"/>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6"/>
</p:tagLst>
</file>

<file path=ppt/tags/tag518.xml><?xml version="1.0" encoding="utf-8"?>
<p:tagLst xmlns:p="http://schemas.openxmlformats.org/presentationml/2006/main">
  <p:tag name="KSO_WM_TAG_VERSION" val="1.0"/>
  <p:tag name="KSO_WM_BEAUTIFY_FLAG" val="#wm#"/>
  <p:tag name="KSO_WM_UNIT_TYPE" val="i"/>
  <p:tag name="KSO_WM_UNIT_ID" val="diagram20208604_1*i*5"/>
  <p:tag name="KSO_WM_TEMPLATE_CATEGORY" val="diagram"/>
  <p:tag name="KSO_WM_TEMPLATE_INDEX" val="20208604"/>
  <p:tag name="KSO_WM_UNIT_INDEX" val="5"/>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060ccbb9a83241f2a52575c4e4f76136"/>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7"/>
</p:tagLst>
</file>

<file path=ppt/tags/tag519.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需要用更多的文字来表述；但请您尽可能提炼思想的精髓。"/>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8604_1*f*1"/>
  <p:tag name="KSO_WM_TEMPLATE_CATEGORY" val="diagram"/>
  <p:tag name="KSO_WM_TEMPLATE_INDEX" val="20208604"/>
  <p:tag name="KSO_WM_UNIT_LAYERLEVEL" val="1"/>
  <p:tag name="KSO_WM_TAG_VERSION" val="1.0"/>
  <p:tag name="KSO_WM_BEAUTIFY_FLAG" val="#wm#"/>
  <p:tag name="KSO_WM_UNIT_DEFAULT_FONT" val="14;20;2"/>
  <p:tag name="KSO_WM_UNIT_BLOCK" val="0"/>
  <p:tag name="KSO_WM_UNIT_VALUE" val="588"/>
  <p:tag name="KSO_WM_UNIT_SHOW_EDIT_AREA_INDICATION" val="1"/>
  <p:tag name="KSO_WM_CHIP_GROUPID" val="5e6b05596848fb12bee65ac8"/>
  <p:tag name="KSO_WM_CHIP_XID" val="5e6b05596848fb12bee65aca"/>
  <p:tag name="KSO_WM_UNIT_DEC_AREA_ID" val="5557aaf2e9bc4b2499ccf5d271336ab4"/>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ff7d2160ef064691979e787d147d2e4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e7a4054ed1e2fb7f9a0"/>
  <p:tag name="KSO_WM_TEMPLATE_ASSEMBLE_GROUPID" val="60656e7a4054ed1e2fb7f9a0"/>
  <p:tag name="WM_BEAUTIFY_ZORDER_FLAG_TAG" val="8"/>
</p:tagLst>
</file>

<file path=ppt/tags/tag520.xml><?xml version="1.0" encoding="utf-8"?>
<p:tagLst xmlns:p="http://schemas.openxmlformats.org/presentationml/2006/main">
  <p:tag name="KSO_WM_SLIDE_ID" val="diagram20220058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8"/>
  <p:tag name="KSO_WM_SLIDE_LAYOUT" val="a_d"/>
  <p:tag name="KSO_WM_SLIDE_LAYOUT_CNT" val="1_1"/>
  <p:tag name="KSO_WM_SLIDE_TYPE" val="text"/>
  <p:tag name="KSO_WM_SLIDE_SUBTYPE" val="picTxt"/>
  <p:tag name="KSO_WM_SLIDE_LAYOUTTYPE" val="topbottom"/>
  <p:tag name="KSO_WM_SLIDE_SIZE" val="888*504"/>
  <p:tag name="KSO_WM_SLIDE_POSITION" val="36*12"/>
  <p:tag name="KSO_WM_SLIDE_LAYOUT_INFO" val="{&quot;backgroundInfo&quot;:[{&quot;bottom&quot;:0,&quot;bottomAbs&quot;:false,&quot;left&quot;:0,&quot;leftAbs&quot;:false,&quot;right&quot;:0,&quot;rightAbs&quot;:false,&quot;top&quot;:0,&quot;topAbs&quot;:false,&quot;type&quot;:&quot;general&quot;}],&quot;id&quot;:&quot;2026-01-13T21:12:29&quot;,&quot;maxSize&quot;:{&quot;size1&quot;:20},&quot;minSize&quot;:{&quot;size1&quot;:11.2},&quot;normalSize&quot;:{&quot;size1&quot;:11.2},&quot;subLayout&quot;:[{&quot;id&quot;:&quot;2026-01-13T21:12:29&quot;,&quot;margin&quot;:{&quot;bottom&quot;:0.025999998673796654,&quot;left&quot;:1.2699999809265137,&quot;right&quot;:1.2699999809265137,&quot;top&quot;:0.4230000376701355},&quot;type&quot;:0},{&quot;id&quot;:&quot;2026-01-13T21:12:29&quot;,&quot;margin&quot;:{&quot;bottom&quot;:0.847000002861023,&quot;left&quot;:1.2699999809265137,&quot;right&quot;:1.2699999809265137,&quot;top&quot;:1.2699999809265137},&quot;type&quot;:0}],&quot;type&quot;:0}"/>
  <p:tag name="KSO_WM_SLIDE_RATIO" val="1.777778"/>
  <p:tag name="KSO_WM_SLIDE_BACKGROUND" val="[&quot;general&quot;]"/>
  <p:tag name="KSO_WM_SLIDE_BACKGROUND_TYPE" val="general"/>
</p:tagLst>
</file>

<file path=ppt/tags/tag5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5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5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20058_1*i*1"/>
  <p:tag name="KSO_WM_TEMPLATE_CATEGORY" val="diagram"/>
  <p:tag name="KSO_WM_TEMPLATE_INDEX" val="20220058"/>
  <p:tag name="KSO_WM_UNIT_LAYERLEVEL" val="1"/>
  <p:tag name="KSO_WM_TAG_VERSION" val="1.0"/>
  <p:tag name="KSO_WM_BEAUTIFY_FLAG" val="#wm#"/>
  <p:tag name="KSO_WM_UNIT_BLOCK" val="0"/>
  <p:tag name="KSO_WM_UNIT_SM_LIMIT_TYPE" val="0"/>
  <p:tag name="KSO_WM_UNIT_DEC_AREA_ID" val="401453a90b9f4fd5b1215058b8a2f2e8"/>
  <p:tag name="KSO_WM_UNIT_DECORATE_INFO" val="{&quot;ReferentInfo&quot;:{&quot;Id&quot;:&quot;2d2094633d9c481aa0d84a95a0159686&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524.xml><?xml version="1.0" encoding="utf-8"?>
<p:tagLst xmlns:p="http://schemas.openxmlformats.org/presentationml/2006/main">
  <p:tag name="KSO_WM_UNIT_ISCONTENTSTITLE" val="0"/>
  <p:tag name="KSO_WM_UNIT_ISNUMDGMTITLE" val="0"/>
  <p:tag name="KSO_WM_UNIT_PRESET_TEXT" val="线型上下导航版"/>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diagram20220058_1*a*1"/>
  <p:tag name="KSO_WM_TEMPLATE_CATEGORY" val="diagram"/>
  <p:tag name="KSO_WM_TEMPLATE_INDEX" val="20220058"/>
  <p:tag name="KSO_WM_UNIT_LAYERLEVEL" val="1"/>
  <p:tag name="KSO_WM_TAG_VERSION" val="1.0"/>
  <p:tag name="KSO_WM_BEAUTIFY_FLAG" val="#wm#"/>
  <p:tag name="KSO_WM_UNIT_VALUE" val="27"/>
  <p:tag name="KSO_WM_UNIT_BLOCK" val="0"/>
  <p:tag name="KSO_WM_UNIT_SM_LIMIT_TYPE" val="2"/>
  <p:tag name="KSO_WM_UNIT_DEC_AREA_ID" val="2d2094633d9c481aa0d84a95a015968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525.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2843_1*f*1"/>
  <p:tag name="KSO_WM_TEMPLATE_CATEGORY" val="diagram"/>
  <p:tag name="KSO_WM_TEMPLATE_INDEX" val="20212843"/>
  <p:tag name="KSO_WM_UNIT_LAYERLEVEL" val="1"/>
  <p:tag name="KSO_WM_TAG_VERSION" val="1.0"/>
  <p:tag name="KSO_WM_BEAUTIFY_FLAG" val="#wm#"/>
  <p:tag name="KSO_WM_UNIT_DEFAULT_FONT" val="14;20;2"/>
  <p:tag name="KSO_WM_UNIT_BLOCK" val="0"/>
  <p:tag name="KSO_WM_UNIT_VALUE" val="576"/>
  <p:tag name="KSO_WM_UNIT_SHOW_EDIT_AREA_INDICATION" val="1"/>
  <p:tag name="KSO_WM_CHIP_GROUPID" val="5e6b05596848fb12bee65ac8"/>
  <p:tag name="KSO_WM_CHIP_XID" val="5e6b05596848fb12bee65aca"/>
  <p:tag name="KSO_WM_UNIT_DEC_AREA_ID" val="8cb1ccbfd41a4f08aa021a2337e676da"/>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53f115901fe44f3787d5c3752471e8b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f644054ed1e2fb8092e"/>
  <p:tag name="KSO_WM_TEMPLATE_ASSEMBLE_GROUPID" val="60656f644054ed1e2fb8092e"/>
  <p:tag name="WM_BEAUTIFY_ZORDER_FLAG_TAG" val="3"/>
</p:tagLst>
</file>

<file path=ppt/tags/tag526.xml><?xml version="1.0" encoding="utf-8"?>
<p:tagLst xmlns:p="http://schemas.openxmlformats.org/presentationml/2006/main">
  <p:tag name="KSO_WM_SLIDE_ID" val="diagram20220058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8"/>
  <p:tag name="KSO_WM_SLIDE_LAYOUT" val="a_d"/>
  <p:tag name="KSO_WM_SLIDE_LAYOUT_CNT" val="1_1"/>
  <p:tag name="KSO_WM_SLIDE_TYPE" val="text"/>
  <p:tag name="KSO_WM_SLIDE_SUBTYPE" val="picTxt"/>
  <p:tag name="KSO_WM_SLIDE_LAYOUTTYPE" val="topbottom"/>
  <p:tag name="KSO_WM_SLIDE_SIZE" val="888*504"/>
  <p:tag name="KSO_WM_SLIDE_POSITION" val="36*12"/>
  <p:tag name="KSO_WM_SLIDE_LAYOUT_INFO" val="{&quot;backgroundInfo&quot;:[{&quot;bottom&quot;:0,&quot;bottomAbs&quot;:false,&quot;left&quot;:0,&quot;leftAbs&quot;:false,&quot;right&quot;:0,&quot;rightAbs&quot;:false,&quot;top&quot;:0,&quot;topAbs&quot;:false,&quot;type&quot;:&quot;general&quot;}],&quot;id&quot;:&quot;2026-01-13T21:12:29&quot;,&quot;maxSize&quot;:{&quot;size1&quot;:20},&quot;minSize&quot;:{&quot;size1&quot;:11.2},&quot;normalSize&quot;:{&quot;size1&quot;:11.2},&quot;subLayout&quot;:[{&quot;id&quot;:&quot;2026-01-13T21:12:29&quot;,&quot;margin&quot;:{&quot;bottom&quot;:0.025999998673796654,&quot;left&quot;:1.2699999809265137,&quot;right&quot;:1.2699999809265137,&quot;top&quot;:0.4230000376701355},&quot;type&quot;:0},{&quot;id&quot;:&quot;2026-01-13T21:12:29&quot;,&quot;margin&quot;:{&quot;bottom&quot;:0.847000002861023,&quot;left&quot;:1.2699999809265137,&quot;right&quot;:1.2699999809265137,&quot;top&quot;:1.2699999809265137},&quot;type&quot;:0}],&quot;type&quot;:0}"/>
  <p:tag name="KSO_WM_SLIDE_RATIO" val="1.777778"/>
  <p:tag name="KSO_WM_SLIDE_BACKGROUND" val="[&quot;general&quot;]"/>
  <p:tag name="KSO_WM_SLIDE_BACKGROUND_TYPE" val="general"/>
</p:tagLst>
</file>

<file path=ppt/tags/tag5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5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5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20058_1*i*1"/>
  <p:tag name="KSO_WM_TEMPLATE_CATEGORY" val="diagram"/>
  <p:tag name="KSO_WM_TEMPLATE_INDEX" val="20220058"/>
  <p:tag name="KSO_WM_UNIT_LAYERLEVEL" val="1"/>
  <p:tag name="KSO_WM_TAG_VERSION" val="1.0"/>
  <p:tag name="KSO_WM_BEAUTIFY_FLAG" val="#wm#"/>
  <p:tag name="KSO_WM_UNIT_BLOCK" val="0"/>
  <p:tag name="KSO_WM_UNIT_SM_LIMIT_TYPE" val="0"/>
  <p:tag name="KSO_WM_UNIT_DEC_AREA_ID" val="401453a90b9f4fd5b1215058b8a2f2e8"/>
  <p:tag name="KSO_WM_UNIT_DECORATE_INFO" val="{&quot;ReferentInfo&quot;:{&quot;Id&quot;:&quot;2d2094633d9c481aa0d84a95a0159686&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530.xml><?xml version="1.0" encoding="utf-8"?>
<p:tagLst xmlns:p="http://schemas.openxmlformats.org/presentationml/2006/main">
  <p:tag name="KSO_WM_UNIT_ISCONTENTSTITLE" val="0"/>
  <p:tag name="KSO_WM_UNIT_ISNUMDGMTITLE" val="0"/>
  <p:tag name="KSO_WM_UNIT_PRESET_TEXT" val="线型上下导航版"/>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diagram20220058_1*a*1"/>
  <p:tag name="KSO_WM_TEMPLATE_CATEGORY" val="diagram"/>
  <p:tag name="KSO_WM_TEMPLATE_INDEX" val="20220058"/>
  <p:tag name="KSO_WM_UNIT_LAYERLEVEL" val="1"/>
  <p:tag name="KSO_WM_TAG_VERSION" val="1.0"/>
  <p:tag name="KSO_WM_BEAUTIFY_FLAG" val="#wm#"/>
  <p:tag name="KSO_WM_UNIT_VALUE" val="27"/>
  <p:tag name="KSO_WM_UNIT_BLOCK" val="0"/>
  <p:tag name="KSO_WM_UNIT_SM_LIMIT_TYPE" val="2"/>
  <p:tag name="KSO_WM_UNIT_DEC_AREA_ID" val="2d2094633d9c481aa0d84a95a015968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531.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7315_1*f*1"/>
  <p:tag name="KSO_WM_TEMPLATE_CATEGORY" val="diagram"/>
  <p:tag name="KSO_WM_TEMPLATE_INDEX" val="20207315"/>
  <p:tag name="KSO_WM_UNIT_LAYERLEVEL" val="1"/>
  <p:tag name="KSO_WM_TAG_VERSION" val="1.0"/>
  <p:tag name="KSO_WM_BEAUTIFY_FLAG" val="#wm#"/>
  <p:tag name="KSO_WM_UNIT_DEFAULT_FONT" val="14;20;2"/>
  <p:tag name="KSO_WM_UNIT_BLOCK" val="0"/>
  <p:tag name="KSO_WM_UNIT_VALUE" val="290"/>
  <p:tag name="KSO_WM_UNIT_SHOW_EDIT_AREA_INDICATION" val="1"/>
  <p:tag name="KSO_WM_CHIP_GROUPID" val="5e6b05596848fb12bee65ac8"/>
  <p:tag name="KSO_WM_CHIP_XID" val="5e6b05596848fb12bee65aca"/>
  <p:tag name="KSO_WM_UNIT_DEC_AREA_ID" val="3462bde237c543c58b90892aede91ea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dc8ab5172452436899286f2808371cac"/>
  <p:tag name="KSO_WM_UNIT_TEXT_FILL_FORE_SCHEMECOLOR_INDEX_BRIGHTNESS" val="0.25"/>
  <p:tag name="KSO_WM_UNIT_TEXT_FILL_FORE_SCHEMECOLOR_INDEX" val="13"/>
  <p:tag name="KSO_WM_UNIT_TEXT_FILL_TYPE" val="1"/>
  <p:tag name="KSO_WM_TEMPLATE_ASSEMBLE_XID" val="6130c4e08b5cc6c91112a571"/>
  <p:tag name="KSO_WM_TEMPLATE_ASSEMBLE_GROUPID" val="6130c4e08b5cc6c91112a571"/>
  <p:tag name="WM_BEAUTIFY_ZORDER_FLAG_TAG" val="4"/>
</p:tagLst>
</file>

<file path=ppt/tags/tag532.xml><?xml version="1.0" encoding="utf-8"?>
<p:tagLst xmlns:p="http://schemas.openxmlformats.org/presentationml/2006/main">
  <p:tag name="KSO_WM_SLIDE_ID" val="diagram20220058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8"/>
  <p:tag name="KSO_WM_SLIDE_LAYOUT" val="a_d"/>
  <p:tag name="KSO_WM_SLIDE_LAYOUT_CNT" val="1_1"/>
  <p:tag name="KSO_WM_SLIDE_TYPE" val="text"/>
  <p:tag name="KSO_WM_SLIDE_SUBTYPE" val="picTxt"/>
  <p:tag name="KSO_WM_SLIDE_LAYOUTTYPE" val="topbottom"/>
  <p:tag name="KSO_WM_SLIDE_SIZE" val="888*504"/>
  <p:tag name="KSO_WM_SLIDE_POSITION" val="36*12"/>
  <p:tag name="KSO_WM_SLIDE_LAYOUT_INFO" val="{&quot;backgroundInfo&quot;:[{&quot;bottom&quot;:0,&quot;bottomAbs&quot;:false,&quot;left&quot;:0,&quot;leftAbs&quot;:false,&quot;right&quot;:0,&quot;rightAbs&quot;:false,&quot;top&quot;:0,&quot;topAbs&quot;:false,&quot;type&quot;:&quot;general&quot;}],&quot;id&quot;:&quot;2026-01-13T21:12:29&quot;,&quot;maxSize&quot;:{&quot;size1&quot;:20},&quot;minSize&quot;:{&quot;size1&quot;:11.2},&quot;normalSize&quot;:{&quot;size1&quot;:11.2},&quot;subLayout&quot;:[{&quot;id&quot;:&quot;2026-01-13T21:12:29&quot;,&quot;margin&quot;:{&quot;bottom&quot;:0.025999998673796654,&quot;left&quot;:1.2699999809265137,&quot;right&quot;:1.2699999809265137,&quot;top&quot;:0.4230000376701355},&quot;type&quot;:0},{&quot;id&quot;:&quot;2026-01-13T21:12:29&quot;,&quot;margin&quot;:{&quot;bottom&quot;:0.847000002861023,&quot;left&quot;:1.2699999809265137,&quot;right&quot;:1.2699999809265137,&quot;top&quot;:1.2699999809265137},&quot;type&quot;:0}],&quot;type&quot;:0}"/>
  <p:tag name="KSO_WM_SLIDE_RATIO" val="1.777778"/>
  <p:tag name="KSO_WM_SLIDE_BACKGROUND" val="[&quot;general&quot;]"/>
  <p:tag name="KSO_WM_SLIDE_BACKGROUND_TYPE" val="general"/>
</p:tagLst>
</file>

<file path=ppt/tags/tag53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53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53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20058_1*i*1"/>
  <p:tag name="KSO_WM_TEMPLATE_CATEGORY" val="diagram"/>
  <p:tag name="KSO_WM_TEMPLATE_INDEX" val="20220058"/>
  <p:tag name="KSO_WM_UNIT_LAYERLEVEL" val="1"/>
  <p:tag name="KSO_WM_TAG_VERSION" val="1.0"/>
  <p:tag name="KSO_WM_BEAUTIFY_FLAG" val="#wm#"/>
  <p:tag name="KSO_WM_UNIT_BLOCK" val="0"/>
  <p:tag name="KSO_WM_UNIT_SM_LIMIT_TYPE" val="0"/>
  <p:tag name="KSO_WM_UNIT_DEC_AREA_ID" val="401453a90b9f4fd5b1215058b8a2f2e8"/>
  <p:tag name="KSO_WM_UNIT_DECORATE_INFO" val="{&quot;ReferentInfo&quot;:{&quot;Id&quot;:&quot;2d2094633d9c481aa0d84a95a0159686&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536.xml><?xml version="1.0" encoding="utf-8"?>
<p:tagLst xmlns:p="http://schemas.openxmlformats.org/presentationml/2006/main">
  <p:tag name="KSO_WM_UNIT_ISCONTENTSTITLE" val="0"/>
  <p:tag name="KSO_WM_UNIT_ISNUMDGMTITLE" val="0"/>
  <p:tag name="KSO_WM_UNIT_PRESET_TEXT" val="线型上下导航版"/>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diagram20220058_1*a*1"/>
  <p:tag name="KSO_WM_TEMPLATE_CATEGORY" val="diagram"/>
  <p:tag name="KSO_WM_TEMPLATE_INDEX" val="20220058"/>
  <p:tag name="KSO_WM_UNIT_LAYERLEVEL" val="1"/>
  <p:tag name="KSO_WM_TAG_VERSION" val="1.0"/>
  <p:tag name="KSO_WM_BEAUTIFY_FLAG" val="#wm#"/>
  <p:tag name="KSO_WM_UNIT_VALUE" val="27"/>
  <p:tag name="KSO_WM_UNIT_BLOCK" val="0"/>
  <p:tag name="KSO_WM_UNIT_SM_LIMIT_TYPE" val="2"/>
  <p:tag name="KSO_WM_UNIT_DEC_AREA_ID" val="2d2094633d9c481aa0d84a95a015968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537.xml><?xml version="1.0" encoding="utf-8"?>
<p:tagLst xmlns:p="http://schemas.openxmlformats.org/presentationml/2006/main">
  <p:tag name="KSO_WM_TAG_VERSION" val="1.0"/>
  <p:tag name="KSO_WM_BEAUTIFY_FLAG" val="#wm#"/>
  <p:tag name="KSO_WM_UNIT_TYPE" val="i"/>
  <p:tag name="KSO_WM_UNIT_ID" val="diagram20208604_1*i*1"/>
  <p:tag name="KSO_WM_TEMPLATE_CATEGORY" val="diagram"/>
  <p:tag name="KSO_WM_TEMPLATE_INDEX" val="20208604"/>
  <p:tag name="KSO_WM_UNIT_INDEX" val="1"/>
  <p:tag name="KSO_WM_UNIT_HIGHLIGHT" val="0"/>
  <p:tag name="KSO_WM_UNIT_COMPATIBLE" val="0"/>
  <p:tag name="KSO_WM_UNIT_DIAGRAM_ISNUMVISUAL" val="0"/>
  <p:tag name="KSO_WM_UNIT_DIAGRAM_ISREFERUNIT" val="0"/>
  <p:tag name="KSO_WM_UNIT_LAYERLEVEL" val="1"/>
  <p:tag name="KSO_WM_UNIT_BLOCK" val="0"/>
  <p:tag name="KSO_WM_UNIT_SM_LIMIT_TYPE" val="2"/>
  <p:tag name="KSO_WM_UNIT_DEC_AREA_ID" val="e352ecb8f5b840f19a3cb857467d0e4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UNIT_TEXT_FILL_FORE_SCHEMECOLOR_INDEX_BRIGHTNESS" val="0"/>
  <p:tag name="KSO_WM_UNIT_TEXT_FILL_FORE_SCHEMECOLOR_INDEX" val="2"/>
  <p:tag name="KSO_WM_UNIT_TEXT_FILL_TYPE" val="1"/>
  <p:tag name="KSO_WM_UNIT_VALUE" val="864"/>
  <p:tag name="KSO_WM_TEMPLATE_ASSEMBLE_XID" val="60656e7a4054ed1e2fb7f9a0"/>
  <p:tag name="KSO_WM_TEMPLATE_ASSEMBLE_GROUPID" val="60656e7a4054ed1e2fb7f9a0"/>
  <p:tag name="WM_BEAUTIFY_ZORDER_FLAG_TAG" val="3"/>
</p:tagLst>
</file>

<file path=ppt/tags/tag538.xml><?xml version="1.0" encoding="utf-8"?>
<p:tagLst xmlns:p="http://schemas.openxmlformats.org/presentationml/2006/main">
  <p:tag name="KSO_WM_TAG_VERSION" val="1.0"/>
  <p:tag name="KSO_WM_BEAUTIFY_FLAG" val="#wm#"/>
  <p:tag name="KSO_WM_UNIT_TYPE" val="i"/>
  <p:tag name="KSO_WM_UNIT_ID" val="diagram20208604_1*i*2"/>
  <p:tag name="KSO_WM_TEMPLATE_CATEGORY" val="diagram"/>
  <p:tag name="KSO_WM_TEMPLATE_INDEX" val="20208604"/>
  <p:tag name="KSO_WM_UNIT_INDEX" val="2"/>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65248d0e2eac4a16859a1c0559d33ac9"/>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4"/>
</p:tagLst>
</file>

<file path=ppt/tags/tag539.xml><?xml version="1.0" encoding="utf-8"?>
<p:tagLst xmlns:p="http://schemas.openxmlformats.org/presentationml/2006/main">
  <p:tag name="KSO_WM_TAG_VERSION" val="1.0"/>
  <p:tag name="KSO_WM_BEAUTIFY_FLAG" val="#wm#"/>
  <p:tag name="KSO_WM_UNIT_TYPE" val="i"/>
  <p:tag name="KSO_WM_UNIT_ID" val="diagram20208604_1*i*3"/>
  <p:tag name="KSO_WM_TEMPLATE_CATEGORY" val="diagram"/>
  <p:tag name="KSO_WM_TEMPLATE_INDEX" val="20208604"/>
  <p:tag name="KSO_WM_UNIT_INDEX" val="3"/>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d26b32aaa4d84b0dbd1030a6cabd7a68"/>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5"/>
</p:tagLst>
</file>

<file path=ppt/tags/tag540.xml><?xml version="1.0" encoding="utf-8"?>
<p:tagLst xmlns:p="http://schemas.openxmlformats.org/presentationml/2006/main">
  <p:tag name="KSO_WM_TAG_VERSION" val="1.0"/>
  <p:tag name="KSO_WM_BEAUTIFY_FLAG" val="#wm#"/>
  <p:tag name="KSO_WM_UNIT_TYPE" val="i"/>
  <p:tag name="KSO_WM_UNIT_ID" val="diagram20208604_1*i*4"/>
  <p:tag name="KSO_WM_TEMPLATE_CATEGORY" val="diagram"/>
  <p:tag name="KSO_WM_TEMPLATE_INDEX" val="20208604"/>
  <p:tag name="KSO_WM_UNIT_INDEX" val="4"/>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808fb1adb4d744cc9d369074d0507e4f"/>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6"/>
</p:tagLst>
</file>

<file path=ppt/tags/tag541.xml><?xml version="1.0" encoding="utf-8"?>
<p:tagLst xmlns:p="http://schemas.openxmlformats.org/presentationml/2006/main">
  <p:tag name="KSO_WM_TAG_VERSION" val="1.0"/>
  <p:tag name="KSO_WM_BEAUTIFY_FLAG" val="#wm#"/>
  <p:tag name="KSO_WM_UNIT_TYPE" val="i"/>
  <p:tag name="KSO_WM_UNIT_ID" val="diagram20208604_1*i*5"/>
  <p:tag name="KSO_WM_TEMPLATE_CATEGORY" val="diagram"/>
  <p:tag name="KSO_WM_TEMPLATE_INDEX" val="20208604"/>
  <p:tag name="KSO_WM_UNIT_INDEX" val="5"/>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060ccbb9a83241f2a52575c4e4f76136"/>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7"/>
</p:tagLst>
</file>

<file path=ppt/tags/tag542.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需要用更多的文字来表述；但请您尽可能提炼思想的精髓。"/>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8604_1*f*1"/>
  <p:tag name="KSO_WM_TEMPLATE_CATEGORY" val="diagram"/>
  <p:tag name="KSO_WM_TEMPLATE_INDEX" val="20208604"/>
  <p:tag name="KSO_WM_UNIT_LAYERLEVEL" val="1"/>
  <p:tag name="KSO_WM_TAG_VERSION" val="1.0"/>
  <p:tag name="KSO_WM_BEAUTIFY_FLAG" val="#wm#"/>
  <p:tag name="KSO_WM_UNIT_DEFAULT_FONT" val="14;20;2"/>
  <p:tag name="KSO_WM_UNIT_BLOCK" val="0"/>
  <p:tag name="KSO_WM_UNIT_VALUE" val="588"/>
  <p:tag name="KSO_WM_UNIT_SHOW_EDIT_AREA_INDICATION" val="1"/>
  <p:tag name="KSO_WM_CHIP_GROUPID" val="5e6b05596848fb12bee65ac8"/>
  <p:tag name="KSO_WM_CHIP_XID" val="5e6b05596848fb12bee65aca"/>
  <p:tag name="KSO_WM_UNIT_DEC_AREA_ID" val="5557aaf2e9bc4b2499ccf5d271336ab4"/>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ff7d2160ef064691979e787d147d2e4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e7a4054ed1e2fb7f9a0"/>
  <p:tag name="KSO_WM_TEMPLATE_ASSEMBLE_GROUPID" val="60656e7a4054ed1e2fb7f9a0"/>
  <p:tag name="WM_BEAUTIFY_ZORDER_FLAG_TAG" val="8"/>
</p:tagLst>
</file>

<file path=ppt/tags/tag543.xml><?xml version="1.0" encoding="utf-8"?>
<p:tagLst xmlns:p="http://schemas.openxmlformats.org/presentationml/2006/main">
  <p:tag name="KSO_WM_SLIDE_ID" val="diagram20220058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8"/>
  <p:tag name="KSO_WM_SLIDE_LAYOUT" val="a_d"/>
  <p:tag name="KSO_WM_SLIDE_LAYOUT_CNT" val="1_1"/>
  <p:tag name="KSO_WM_SLIDE_TYPE" val="text"/>
  <p:tag name="KSO_WM_SLIDE_SUBTYPE" val="picTxt"/>
  <p:tag name="KSO_WM_SLIDE_LAYOUTTYPE" val="topbottom"/>
  <p:tag name="KSO_WM_SLIDE_SIZE" val="888*504"/>
  <p:tag name="KSO_WM_SLIDE_POSITION" val="36*12"/>
  <p:tag name="KSO_WM_SLIDE_LAYOUT_INFO" val="{&quot;backgroundInfo&quot;:[{&quot;bottom&quot;:0,&quot;bottomAbs&quot;:false,&quot;left&quot;:0,&quot;leftAbs&quot;:false,&quot;right&quot;:0,&quot;rightAbs&quot;:false,&quot;top&quot;:0,&quot;topAbs&quot;:false,&quot;type&quot;:&quot;general&quot;}],&quot;id&quot;:&quot;2026-01-13T21:12:29&quot;,&quot;maxSize&quot;:{&quot;size1&quot;:20},&quot;minSize&quot;:{&quot;size1&quot;:11.2},&quot;normalSize&quot;:{&quot;size1&quot;:11.2},&quot;subLayout&quot;:[{&quot;id&quot;:&quot;2026-01-13T21:12:29&quot;,&quot;margin&quot;:{&quot;bottom&quot;:0.025999998673796654,&quot;left&quot;:1.2699999809265137,&quot;right&quot;:1.2699999809265137,&quot;top&quot;:0.4230000376701355},&quot;type&quot;:0},{&quot;id&quot;:&quot;2026-01-13T21:12:29&quot;,&quot;margin&quot;:{&quot;bottom&quot;:0.847000002861023,&quot;left&quot;:1.2699999809265137,&quot;right&quot;:1.2699999809265137,&quot;top&quot;:1.2699999809265137},&quot;type&quot;:0}],&quot;type&quot;:0}"/>
  <p:tag name="KSO_WM_SLIDE_RATIO" val="1.777778"/>
  <p:tag name="KSO_WM_SLIDE_BACKGROUND" val="[&quot;general&quot;]"/>
  <p:tag name="KSO_WM_SLIDE_BACKGROUND_TYPE" val="general"/>
</p:tagLst>
</file>

<file path=ppt/tags/tag54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54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54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20058_1*i*1"/>
  <p:tag name="KSO_WM_TEMPLATE_CATEGORY" val="diagram"/>
  <p:tag name="KSO_WM_TEMPLATE_INDEX" val="20220058"/>
  <p:tag name="KSO_WM_UNIT_LAYERLEVEL" val="1"/>
  <p:tag name="KSO_WM_TAG_VERSION" val="1.0"/>
  <p:tag name="KSO_WM_BEAUTIFY_FLAG" val="#wm#"/>
  <p:tag name="KSO_WM_UNIT_BLOCK" val="0"/>
  <p:tag name="KSO_WM_UNIT_SM_LIMIT_TYPE" val="0"/>
  <p:tag name="KSO_WM_UNIT_DEC_AREA_ID" val="401453a90b9f4fd5b1215058b8a2f2e8"/>
  <p:tag name="KSO_WM_UNIT_DECORATE_INFO" val="{&quot;ReferentInfo&quot;:{&quot;Id&quot;:&quot;2d2094633d9c481aa0d84a95a0159686&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547.xml><?xml version="1.0" encoding="utf-8"?>
<p:tagLst xmlns:p="http://schemas.openxmlformats.org/presentationml/2006/main">
  <p:tag name="KSO_WM_UNIT_ISCONTENTSTITLE" val="0"/>
  <p:tag name="KSO_WM_UNIT_ISNUMDGMTITLE" val="0"/>
  <p:tag name="KSO_WM_UNIT_PRESET_TEXT" val="线型上下导航版"/>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diagram20220058_1*a*1"/>
  <p:tag name="KSO_WM_TEMPLATE_CATEGORY" val="diagram"/>
  <p:tag name="KSO_WM_TEMPLATE_INDEX" val="20220058"/>
  <p:tag name="KSO_WM_UNIT_LAYERLEVEL" val="1"/>
  <p:tag name="KSO_WM_TAG_VERSION" val="1.0"/>
  <p:tag name="KSO_WM_BEAUTIFY_FLAG" val="#wm#"/>
  <p:tag name="KSO_WM_UNIT_VALUE" val="27"/>
  <p:tag name="KSO_WM_UNIT_BLOCK" val="0"/>
  <p:tag name="KSO_WM_UNIT_SM_LIMIT_TYPE" val="2"/>
  <p:tag name="KSO_WM_UNIT_DEC_AREA_ID" val="2d2094633d9c481aa0d84a95a015968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548.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7315_1*f*1"/>
  <p:tag name="KSO_WM_TEMPLATE_CATEGORY" val="diagram"/>
  <p:tag name="KSO_WM_TEMPLATE_INDEX" val="20207315"/>
  <p:tag name="KSO_WM_UNIT_LAYERLEVEL" val="1"/>
  <p:tag name="KSO_WM_TAG_VERSION" val="1.0"/>
  <p:tag name="KSO_WM_BEAUTIFY_FLAG" val="#wm#"/>
  <p:tag name="KSO_WM_UNIT_DEFAULT_FONT" val="14;20;2"/>
  <p:tag name="KSO_WM_UNIT_BLOCK" val="0"/>
  <p:tag name="KSO_WM_UNIT_VALUE" val="290"/>
  <p:tag name="KSO_WM_UNIT_SHOW_EDIT_AREA_INDICATION" val="1"/>
  <p:tag name="KSO_WM_CHIP_GROUPID" val="5e6b05596848fb12bee65ac8"/>
  <p:tag name="KSO_WM_CHIP_XID" val="5e6b05596848fb12bee65aca"/>
  <p:tag name="KSO_WM_UNIT_DEC_AREA_ID" val="3462bde237c543c58b90892aede91ea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dc8ab5172452436899286f2808371cac"/>
  <p:tag name="KSO_WM_UNIT_TEXT_FILL_FORE_SCHEMECOLOR_INDEX_BRIGHTNESS" val="0.25"/>
  <p:tag name="KSO_WM_UNIT_TEXT_FILL_FORE_SCHEMECOLOR_INDEX" val="13"/>
  <p:tag name="KSO_WM_UNIT_TEXT_FILL_TYPE" val="1"/>
  <p:tag name="KSO_WM_TEMPLATE_ASSEMBLE_XID" val="6130c4e08b5cc6c91112a571"/>
  <p:tag name="KSO_WM_TEMPLATE_ASSEMBLE_GROUPID" val="6130c4e08b5cc6c91112a571"/>
  <p:tag name="WM_BEAUTIFY_ZORDER_FLAG_TAG" val="4"/>
</p:tagLst>
</file>

<file path=ppt/tags/tag549.xml><?xml version="1.0" encoding="utf-8"?>
<p:tagLst xmlns:p="http://schemas.openxmlformats.org/presentationml/2006/main">
  <p:tag name="KSO_WM_SLIDE_ID" val="diagram20220058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8"/>
  <p:tag name="KSO_WM_SLIDE_LAYOUT" val="a_d"/>
  <p:tag name="KSO_WM_SLIDE_LAYOUT_CNT" val="1_1"/>
  <p:tag name="KSO_WM_SLIDE_TYPE" val="text"/>
  <p:tag name="KSO_WM_SLIDE_SUBTYPE" val="picTxt"/>
  <p:tag name="KSO_WM_SLIDE_LAYOUTTYPE" val="topbottom"/>
  <p:tag name="KSO_WM_SLIDE_SIZE" val="888*504"/>
  <p:tag name="KSO_WM_SLIDE_POSITION" val="36*12"/>
  <p:tag name="KSO_WM_SLIDE_LAYOUT_INFO" val="{&quot;backgroundInfo&quot;:[{&quot;bottom&quot;:0,&quot;bottomAbs&quot;:false,&quot;left&quot;:0,&quot;leftAbs&quot;:false,&quot;right&quot;:0,&quot;rightAbs&quot;:false,&quot;top&quot;:0,&quot;topAbs&quot;:false,&quot;type&quot;:&quot;general&quot;}],&quot;id&quot;:&quot;2026-01-13T21:12:29&quot;,&quot;maxSize&quot;:{&quot;size1&quot;:20},&quot;minSize&quot;:{&quot;size1&quot;:11.2},&quot;normalSize&quot;:{&quot;size1&quot;:11.2},&quot;subLayout&quot;:[{&quot;id&quot;:&quot;2026-01-13T21:12:29&quot;,&quot;margin&quot;:{&quot;bottom&quot;:0.025999998673796654,&quot;left&quot;:1.2699999809265137,&quot;right&quot;:1.2699999809265137,&quot;top&quot;:0.4230000376701355},&quot;type&quot;:0},{&quot;id&quot;:&quot;2026-01-13T21:12:29&quot;,&quot;margin&quot;:{&quot;bottom&quot;:0.847000002861023,&quot;left&quot;:1.2699999809265137,&quot;right&quot;:1.2699999809265137,&quot;top&quot;:1.2699999809265137},&quot;type&quot;:0}],&quot;type&quot;:0}"/>
  <p:tag name="KSO_WM_SLIDE_RATIO" val="1.777778"/>
  <p:tag name="KSO_WM_SLIDE_BACKGROUND" val="[&quot;general&quot;]"/>
  <p:tag name="KSO_WM_SLIDE_BACKGROUND_TYPE" val="general"/>
</p:tagLst>
</file>

<file path=ppt/tags/tag55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55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55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20058_1*i*1"/>
  <p:tag name="KSO_WM_TEMPLATE_CATEGORY" val="diagram"/>
  <p:tag name="KSO_WM_TEMPLATE_INDEX" val="20220058"/>
  <p:tag name="KSO_WM_UNIT_LAYERLEVEL" val="1"/>
  <p:tag name="KSO_WM_TAG_VERSION" val="1.0"/>
  <p:tag name="KSO_WM_BEAUTIFY_FLAG" val="#wm#"/>
  <p:tag name="KSO_WM_UNIT_BLOCK" val="0"/>
  <p:tag name="KSO_WM_UNIT_SM_LIMIT_TYPE" val="0"/>
  <p:tag name="KSO_WM_UNIT_DEC_AREA_ID" val="401453a90b9f4fd5b1215058b8a2f2e8"/>
  <p:tag name="KSO_WM_UNIT_DECORATE_INFO" val="{&quot;ReferentInfo&quot;:{&quot;Id&quot;:&quot;2d2094633d9c481aa0d84a95a0159686&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553.xml><?xml version="1.0" encoding="utf-8"?>
<p:tagLst xmlns:p="http://schemas.openxmlformats.org/presentationml/2006/main">
  <p:tag name="KSO_WM_UNIT_ISCONTENTSTITLE" val="0"/>
  <p:tag name="KSO_WM_UNIT_ISNUMDGMTITLE" val="0"/>
  <p:tag name="KSO_WM_UNIT_PRESET_TEXT" val="线型上下导航版"/>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diagram20220058_1*a*1"/>
  <p:tag name="KSO_WM_TEMPLATE_CATEGORY" val="diagram"/>
  <p:tag name="KSO_WM_TEMPLATE_INDEX" val="20220058"/>
  <p:tag name="KSO_WM_UNIT_LAYERLEVEL" val="1"/>
  <p:tag name="KSO_WM_TAG_VERSION" val="1.0"/>
  <p:tag name="KSO_WM_BEAUTIFY_FLAG" val="#wm#"/>
  <p:tag name="KSO_WM_UNIT_VALUE" val="27"/>
  <p:tag name="KSO_WM_UNIT_BLOCK" val="0"/>
  <p:tag name="KSO_WM_UNIT_SM_LIMIT_TYPE" val="2"/>
  <p:tag name="KSO_WM_UNIT_DEC_AREA_ID" val="2d2094633d9c481aa0d84a95a015968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554.xml><?xml version="1.0" encoding="utf-8"?>
<p:tagLst xmlns:p="http://schemas.openxmlformats.org/presentationml/2006/main">
  <p:tag name="KSO_WM_TAG_VERSION" val="1.0"/>
  <p:tag name="KSO_WM_BEAUTIFY_FLAG" val="#wm#"/>
  <p:tag name="KSO_WM_UNIT_TYPE" val="i"/>
  <p:tag name="KSO_WM_UNIT_ID" val="diagram20208604_1*i*1"/>
  <p:tag name="KSO_WM_TEMPLATE_CATEGORY" val="diagram"/>
  <p:tag name="KSO_WM_TEMPLATE_INDEX" val="20208604"/>
  <p:tag name="KSO_WM_UNIT_INDEX" val="1"/>
  <p:tag name="KSO_WM_UNIT_HIGHLIGHT" val="0"/>
  <p:tag name="KSO_WM_UNIT_COMPATIBLE" val="0"/>
  <p:tag name="KSO_WM_UNIT_DIAGRAM_ISNUMVISUAL" val="0"/>
  <p:tag name="KSO_WM_UNIT_DIAGRAM_ISREFERUNIT" val="0"/>
  <p:tag name="KSO_WM_UNIT_LAYERLEVEL" val="1"/>
  <p:tag name="KSO_WM_UNIT_BLOCK" val="0"/>
  <p:tag name="KSO_WM_UNIT_SM_LIMIT_TYPE" val="2"/>
  <p:tag name="KSO_WM_UNIT_DEC_AREA_ID" val="e352ecb8f5b840f19a3cb857467d0e4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UNIT_TEXT_FILL_FORE_SCHEMECOLOR_INDEX_BRIGHTNESS" val="0"/>
  <p:tag name="KSO_WM_UNIT_TEXT_FILL_FORE_SCHEMECOLOR_INDEX" val="2"/>
  <p:tag name="KSO_WM_UNIT_TEXT_FILL_TYPE" val="1"/>
  <p:tag name="KSO_WM_UNIT_VALUE" val="864"/>
  <p:tag name="KSO_WM_TEMPLATE_ASSEMBLE_XID" val="60656e7a4054ed1e2fb7f9a0"/>
  <p:tag name="KSO_WM_TEMPLATE_ASSEMBLE_GROUPID" val="60656e7a4054ed1e2fb7f9a0"/>
  <p:tag name="WM_BEAUTIFY_ZORDER_FLAG_TAG" val="3"/>
</p:tagLst>
</file>

<file path=ppt/tags/tag555.xml><?xml version="1.0" encoding="utf-8"?>
<p:tagLst xmlns:p="http://schemas.openxmlformats.org/presentationml/2006/main">
  <p:tag name="KSO_WM_TAG_VERSION" val="1.0"/>
  <p:tag name="KSO_WM_BEAUTIFY_FLAG" val="#wm#"/>
  <p:tag name="KSO_WM_UNIT_TYPE" val="i"/>
  <p:tag name="KSO_WM_UNIT_ID" val="diagram20208604_1*i*2"/>
  <p:tag name="KSO_WM_TEMPLATE_CATEGORY" val="diagram"/>
  <p:tag name="KSO_WM_TEMPLATE_INDEX" val="20208604"/>
  <p:tag name="KSO_WM_UNIT_INDEX" val="2"/>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65248d0e2eac4a16859a1c0559d33ac9"/>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4"/>
</p:tagLst>
</file>

<file path=ppt/tags/tag556.xml><?xml version="1.0" encoding="utf-8"?>
<p:tagLst xmlns:p="http://schemas.openxmlformats.org/presentationml/2006/main">
  <p:tag name="KSO_WM_TAG_VERSION" val="1.0"/>
  <p:tag name="KSO_WM_BEAUTIFY_FLAG" val="#wm#"/>
  <p:tag name="KSO_WM_UNIT_TYPE" val="i"/>
  <p:tag name="KSO_WM_UNIT_ID" val="diagram20208604_1*i*3"/>
  <p:tag name="KSO_WM_TEMPLATE_CATEGORY" val="diagram"/>
  <p:tag name="KSO_WM_TEMPLATE_INDEX" val="20208604"/>
  <p:tag name="KSO_WM_UNIT_INDEX" val="3"/>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d26b32aaa4d84b0dbd1030a6cabd7a68"/>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5"/>
</p:tagLst>
</file>

<file path=ppt/tags/tag557.xml><?xml version="1.0" encoding="utf-8"?>
<p:tagLst xmlns:p="http://schemas.openxmlformats.org/presentationml/2006/main">
  <p:tag name="KSO_WM_TAG_VERSION" val="1.0"/>
  <p:tag name="KSO_WM_BEAUTIFY_FLAG" val="#wm#"/>
  <p:tag name="KSO_WM_UNIT_TYPE" val="i"/>
  <p:tag name="KSO_WM_UNIT_ID" val="diagram20208604_1*i*4"/>
  <p:tag name="KSO_WM_TEMPLATE_CATEGORY" val="diagram"/>
  <p:tag name="KSO_WM_TEMPLATE_INDEX" val="20208604"/>
  <p:tag name="KSO_WM_UNIT_INDEX" val="4"/>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808fb1adb4d744cc9d369074d0507e4f"/>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6"/>
</p:tagLst>
</file>

<file path=ppt/tags/tag558.xml><?xml version="1.0" encoding="utf-8"?>
<p:tagLst xmlns:p="http://schemas.openxmlformats.org/presentationml/2006/main">
  <p:tag name="KSO_WM_TAG_VERSION" val="1.0"/>
  <p:tag name="KSO_WM_BEAUTIFY_FLAG" val="#wm#"/>
  <p:tag name="KSO_WM_UNIT_TYPE" val="i"/>
  <p:tag name="KSO_WM_UNIT_ID" val="diagram20208604_1*i*5"/>
  <p:tag name="KSO_WM_TEMPLATE_CATEGORY" val="diagram"/>
  <p:tag name="KSO_WM_TEMPLATE_INDEX" val="20208604"/>
  <p:tag name="KSO_WM_UNIT_INDEX" val="5"/>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060ccbb9a83241f2a52575c4e4f76136"/>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7"/>
</p:tagLst>
</file>

<file path=ppt/tags/tag559.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需要用更多的文字来表述；但请您尽可能提炼思想的精髓。"/>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8604_1*f*1"/>
  <p:tag name="KSO_WM_TEMPLATE_CATEGORY" val="diagram"/>
  <p:tag name="KSO_WM_TEMPLATE_INDEX" val="20208604"/>
  <p:tag name="KSO_WM_UNIT_LAYERLEVEL" val="1"/>
  <p:tag name="KSO_WM_TAG_VERSION" val="1.0"/>
  <p:tag name="KSO_WM_BEAUTIFY_FLAG" val="#wm#"/>
  <p:tag name="KSO_WM_UNIT_DEFAULT_FONT" val="14;20;2"/>
  <p:tag name="KSO_WM_UNIT_BLOCK" val="0"/>
  <p:tag name="KSO_WM_UNIT_VALUE" val="588"/>
  <p:tag name="KSO_WM_UNIT_SHOW_EDIT_AREA_INDICATION" val="1"/>
  <p:tag name="KSO_WM_CHIP_GROUPID" val="5e6b05596848fb12bee65ac8"/>
  <p:tag name="KSO_WM_CHIP_XID" val="5e6b05596848fb12bee65aca"/>
  <p:tag name="KSO_WM_UNIT_DEC_AREA_ID" val="5557aaf2e9bc4b2499ccf5d271336ab4"/>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ff7d2160ef064691979e787d147d2e4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e7a4054ed1e2fb7f9a0"/>
  <p:tag name="KSO_WM_TEMPLATE_ASSEMBLE_GROUPID" val="60656e7a4054ed1e2fb7f9a0"/>
  <p:tag name="WM_BEAUTIFY_ZORDER_FLAG_TAG" val="8"/>
</p:tagLst>
</file>

<file path=ppt/tags/tag560.xml><?xml version="1.0" encoding="utf-8"?>
<p:tagLst xmlns:p="http://schemas.openxmlformats.org/presentationml/2006/main">
  <p:tag name="KSO_WM_SLIDE_ID" val="diagram20220058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8"/>
  <p:tag name="KSO_WM_SLIDE_LAYOUT" val="a_d"/>
  <p:tag name="KSO_WM_SLIDE_LAYOUT_CNT" val="1_1"/>
  <p:tag name="KSO_WM_SLIDE_TYPE" val="text"/>
  <p:tag name="KSO_WM_SLIDE_SUBTYPE" val="picTxt"/>
  <p:tag name="KSO_WM_SLIDE_LAYOUTTYPE" val="topbottom"/>
  <p:tag name="KSO_WM_SLIDE_SIZE" val="888*504"/>
  <p:tag name="KSO_WM_SLIDE_POSITION" val="36*12"/>
  <p:tag name="KSO_WM_SLIDE_LAYOUT_INFO" val="{&quot;backgroundInfo&quot;:[{&quot;bottom&quot;:0,&quot;bottomAbs&quot;:false,&quot;left&quot;:0,&quot;leftAbs&quot;:false,&quot;right&quot;:0,&quot;rightAbs&quot;:false,&quot;top&quot;:0,&quot;topAbs&quot;:false,&quot;type&quot;:&quot;general&quot;}],&quot;id&quot;:&quot;2026-01-13T21:12:29&quot;,&quot;maxSize&quot;:{&quot;size1&quot;:20},&quot;minSize&quot;:{&quot;size1&quot;:11.2},&quot;normalSize&quot;:{&quot;size1&quot;:11.2},&quot;subLayout&quot;:[{&quot;id&quot;:&quot;2026-01-13T21:12:29&quot;,&quot;margin&quot;:{&quot;bottom&quot;:0.025999998673796654,&quot;left&quot;:1.2699999809265137,&quot;right&quot;:1.2699999809265137,&quot;top&quot;:0.4230000376701355},&quot;type&quot;:0},{&quot;id&quot;:&quot;2026-01-13T21:12:29&quot;,&quot;margin&quot;:{&quot;bottom&quot;:0.847000002861023,&quot;left&quot;:1.2699999809265137,&quot;right&quot;:1.2699999809265137,&quot;top&quot;:1.2699999809265137},&quot;type&quot;:0}],&quot;type&quot;:0}"/>
  <p:tag name="KSO_WM_SLIDE_RATIO" val="1.777778"/>
  <p:tag name="KSO_WM_SLIDE_BACKGROUND" val="[&quot;general&quot;]"/>
  <p:tag name="KSO_WM_SLIDE_BACKGROUND_TYPE" val="general"/>
</p:tagLst>
</file>

<file path=ppt/tags/tag56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56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56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20058_1*i*1"/>
  <p:tag name="KSO_WM_TEMPLATE_CATEGORY" val="diagram"/>
  <p:tag name="KSO_WM_TEMPLATE_INDEX" val="20220058"/>
  <p:tag name="KSO_WM_UNIT_LAYERLEVEL" val="1"/>
  <p:tag name="KSO_WM_TAG_VERSION" val="1.0"/>
  <p:tag name="KSO_WM_BEAUTIFY_FLAG" val="#wm#"/>
  <p:tag name="KSO_WM_UNIT_BLOCK" val="0"/>
  <p:tag name="KSO_WM_UNIT_SM_LIMIT_TYPE" val="0"/>
  <p:tag name="KSO_WM_UNIT_DEC_AREA_ID" val="401453a90b9f4fd5b1215058b8a2f2e8"/>
  <p:tag name="KSO_WM_UNIT_DECORATE_INFO" val="{&quot;ReferentInfo&quot;:{&quot;Id&quot;:&quot;2d2094633d9c481aa0d84a95a0159686&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564.xml><?xml version="1.0" encoding="utf-8"?>
<p:tagLst xmlns:p="http://schemas.openxmlformats.org/presentationml/2006/main">
  <p:tag name="KSO_WM_UNIT_ISCONTENTSTITLE" val="0"/>
  <p:tag name="KSO_WM_UNIT_ISNUMDGMTITLE" val="0"/>
  <p:tag name="KSO_WM_UNIT_PRESET_TEXT" val="线型上下导航版"/>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diagram20220058_1*a*1"/>
  <p:tag name="KSO_WM_TEMPLATE_CATEGORY" val="diagram"/>
  <p:tag name="KSO_WM_TEMPLATE_INDEX" val="20220058"/>
  <p:tag name="KSO_WM_UNIT_LAYERLEVEL" val="1"/>
  <p:tag name="KSO_WM_TAG_VERSION" val="1.0"/>
  <p:tag name="KSO_WM_BEAUTIFY_FLAG" val="#wm#"/>
  <p:tag name="KSO_WM_UNIT_VALUE" val="27"/>
  <p:tag name="KSO_WM_UNIT_BLOCK" val="0"/>
  <p:tag name="KSO_WM_UNIT_SM_LIMIT_TYPE" val="2"/>
  <p:tag name="KSO_WM_UNIT_DEC_AREA_ID" val="2d2094633d9c481aa0d84a95a015968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565.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7315_1*f*1"/>
  <p:tag name="KSO_WM_TEMPLATE_CATEGORY" val="diagram"/>
  <p:tag name="KSO_WM_TEMPLATE_INDEX" val="20207315"/>
  <p:tag name="KSO_WM_UNIT_LAYERLEVEL" val="1"/>
  <p:tag name="KSO_WM_TAG_VERSION" val="1.0"/>
  <p:tag name="KSO_WM_BEAUTIFY_FLAG" val="#wm#"/>
  <p:tag name="KSO_WM_UNIT_DEFAULT_FONT" val="14;20;2"/>
  <p:tag name="KSO_WM_UNIT_BLOCK" val="0"/>
  <p:tag name="KSO_WM_UNIT_VALUE" val="290"/>
  <p:tag name="KSO_WM_UNIT_SHOW_EDIT_AREA_INDICATION" val="1"/>
  <p:tag name="KSO_WM_CHIP_GROUPID" val="5e6b05596848fb12bee65ac8"/>
  <p:tag name="KSO_WM_CHIP_XID" val="5e6b05596848fb12bee65aca"/>
  <p:tag name="KSO_WM_UNIT_DEC_AREA_ID" val="3462bde237c543c58b90892aede91ea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dc8ab5172452436899286f2808371cac"/>
  <p:tag name="KSO_WM_UNIT_TEXT_FILL_FORE_SCHEMECOLOR_INDEX_BRIGHTNESS" val="0.25"/>
  <p:tag name="KSO_WM_UNIT_TEXT_FILL_FORE_SCHEMECOLOR_INDEX" val="13"/>
  <p:tag name="KSO_WM_UNIT_TEXT_FILL_TYPE" val="1"/>
  <p:tag name="KSO_WM_TEMPLATE_ASSEMBLE_XID" val="6130c4e08b5cc6c91112a571"/>
  <p:tag name="KSO_WM_TEMPLATE_ASSEMBLE_GROUPID" val="6130c4e08b5cc6c91112a571"/>
  <p:tag name="WM_BEAUTIFY_ZORDER_FLAG_TAG" val="4"/>
</p:tagLst>
</file>

<file path=ppt/tags/tag566.xml><?xml version="1.0" encoding="utf-8"?>
<p:tagLst xmlns:p="http://schemas.openxmlformats.org/presentationml/2006/main">
  <p:tag name="KSO_WM_SLIDE_ID" val="diagram20220058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8"/>
  <p:tag name="KSO_WM_SLIDE_LAYOUT" val="a_d"/>
  <p:tag name="KSO_WM_SLIDE_LAYOUT_CNT" val="1_1"/>
  <p:tag name="KSO_WM_SLIDE_TYPE" val="text"/>
  <p:tag name="KSO_WM_SLIDE_SUBTYPE" val="picTxt"/>
  <p:tag name="KSO_WM_SLIDE_LAYOUTTYPE" val="topbottom"/>
  <p:tag name="KSO_WM_SLIDE_SIZE" val="888*504"/>
  <p:tag name="KSO_WM_SLIDE_POSITION" val="36*12"/>
  <p:tag name="KSO_WM_SLIDE_LAYOUT_INFO" val="{&quot;backgroundInfo&quot;:[{&quot;bottom&quot;:0,&quot;bottomAbs&quot;:false,&quot;left&quot;:0,&quot;leftAbs&quot;:false,&quot;right&quot;:0,&quot;rightAbs&quot;:false,&quot;top&quot;:0,&quot;topAbs&quot;:false,&quot;type&quot;:&quot;general&quot;}],&quot;id&quot;:&quot;2026-01-13T21:12:29&quot;,&quot;maxSize&quot;:{&quot;size1&quot;:20},&quot;minSize&quot;:{&quot;size1&quot;:11.2},&quot;normalSize&quot;:{&quot;size1&quot;:11.2},&quot;subLayout&quot;:[{&quot;id&quot;:&quot;2026-01-13T21:12:29&quot;,&quot;margin&quot;:{&quot;bottom&quot;:0.025999998673796654,&quot;left&quot;:1.2699999809265137,&quot;right&quot;:1.2699999809265137,&quot;top&quot;:0.4230000376701355},&quot;type&quot;:0},{&quot;id&quot;:&quot;2026-01-13T21:12:29&quot;,&quot;margin&quot;:{&quot;bottom&quot;:0.847000002861023,&quot;left&quot;:1.2699999809265137,&quot;right&quot;:1.2699999809265137,&quot;top&quot;:1.2699999809265137},&quot;type&quot;:0}],&quot;type&quot;:0}"/>
  <p:tag name="KSO_WM_SLIDE_RATIO" val="1.777778"/>
  <p:tag name="KSO_WM_SLIDE_BACKGROUND" val="[&quot;general&quot;]"/>
  <p:tag name="KSO_WM_SLIDE_BACKGROUND_TYPE" val="general"/>
</p:tagLst>
</file>

<file path=ppt/tags/tag56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56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56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20058_1*i*1"/>
  <p:tag name="KSO_WM_TEMPLATE_CATEGORY" val="diagram"/>
  <p:tag name="KSO_WM_TEMPLATE_INDEX" val="20220058"/>
  <p:tag name="KSO_WM_UNIT_LAYERLEVEL" val="1"/>
  <p:tag name="KSO_WM_TAG_VERSION" val="1.0"/>
  <p:tag name="KSO_WM_BEAUTIFY_FLAG" val="#wm#"/>
  <p:tag name="KSO_WM_UNIT_BLOCK" val="0"/>
  <p:tag name="KSO_WM_UNIT_SM_LIMIT_TYPE" val="0"/>
  <p:tag name="KSO_WM_UNIT_DEC_AREA_ID" val="401453a90b9f4fd5b1215058b8a2f2e8"/>
  <p:tag name="KSO_WM_UNIT_DECORATE_INFO" val="{&quot;ReferentInfo&quot;:{&quot;Id&quot;:&quot;2d2094633d9c481aa0d84a95a0159686&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570.xml><?xml version="1.0" encoding="utf-8"?>
<p:tagLst xmlns:p="http://schemas.openxmlformats.org/presentationml/2006/main">
  <p:tag name="KSO_WM_UNIT_ISCONTENTSTITLE" val="0"/>
  <p:tag name="KSO_WM_UNIT_ISNUMDGMTITLE" val="0"/>
  <p:tag name="KSO_WM_UNIT_PRESET_TEXT" val="线型上下导航版"/>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diagram20220058_1*a*1"/>
  <p:tag name="KSO_WM_TEMPLATE_CATEGORY" val="diagram"/>
  <p:tag name="KSO_WM_TEMPLATE_INDEX" val="20220058"/>
  <p:tag name="KSO_WM_UNIT_LAYERLEVEL" val="1"/>
  <p:tag name="KSO_WM_TAG_VERSION" val="1.0"/>
  <p:tag name="KSO_WM_BEAUTIFY_FLAG" val="#wm#"/>
  <p:tag name="KSO_WM_UNIT_VALUE" val="27"/>
  <p:tag name="KSO_WM_UNIT_BLOCK" val="0"/>
  <p:tag name="KSO_WM_UNIT_SM_LIMIT_TYPE" val="2"/>
  <p:tag name="KSO_WM_UNIT_DEC_AREA_ID" val="2d2094633d9c481aa0d84a95a015968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571.xml><?xml version="1.0" encoding="utf-8"?>
<p:tagLst xmlns:p="http://schemas.openxmlformats.org/presentationml/2006/main">
  <p:tag name="KSO_WM_TAG_VERSION" val="1.0"/>
  <p:tag name="KSO_WM_BEAUTIFY_FLAG" val="#wm#"/>
  <p:tag name="KSO_WM_UNIT_TYPE" val="i"/>
  <p:tag name="KSO_WM_UNIT_ID" val="diagram20208604_1*i*1"/>
  <p:tag name="KSO_WM_TEMPLATE_CATEGORY" val="diagram"/>
  <p:tag name="KSO_WM_TEMPLATE_INDEX" val="20208604"/>
  <p:tag name="KSO_WM_UNIT_INDEX" val="1"/>
  <p:tag name="KSO_WM_UNIT_HIGHLIGHT" val="0"/>
  <p:tag name="KSO_WM_UNIT_COMPATIBLE" val="0"/>
  <p:tag name="KSO_WM_UNIT_DIAGRAM_ISNUMVISUAL" val="0"/>
  <p:tag name="KSO_WM_UNIT_DIAGRAM_ISREFERUNIT" val="0"/>
  <p:tag name="KSO_WM_UNIT_LAYERLEVEL" val="1"/>
  <p:tag name="KSO_WM_UNIT_BLOCK" val="0"/>
  <p:tag name="KSO_WM_UNIT_SM_LIMIT_TYPE" val="2"/>
  <p:tag name="KSO_WM_UNIT_DEC_AREA_ID" val="e352ecb8f5b840f19a3cb857467d0e4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UNIT_TEXT_FILL_FORE_SCHEMECOLOR_INDEX_BRIGHTNESS" val="0"/>
  <p:tag name="KSO_WM_UNIT_TEXT_FILL_FORE_SCHEMECOLOR_INDEX" val="2"/>
  <p:tag name="KSO_WM_UNIT_TEXT_FILL_TYPE" val="1"/>
  <p:tag name="KSO_WM_UNIT_VALUE" val="864"/>
  <p:tag name="KSO_WM_TEMPLATE_ASSEMBLE_XID" val="60656e7a4054ed1e2fb7f9a0"/>
  <p:tag name="KSO_WM_TEMPLATE_ASSEMBLE_GROUPID" val="60656e7a4054ed1e2fb7f9a0"/>
  <p:tag name="WM_BEAUTIFY_ZORDER_FLAG_TAG" val="3"/>
</p:tagLst>
</file>

<file path=ppt/tags/tag572.xml><?xml version="1.0" encoding="utf-8"?>
<p:tagLst xmlns:p="http://schemas.openxmlformats.org/presentationml/2006/main">
  <p:tag name="KSO_WM_TAG_VERSION" val="1.0"/>
  <p:tag name="KSO_WM_BEAUTIFY_FLAG" val="#wm#"/>
  <p:tag name="KSO_WM_UNIT_TYPE" val="i"/>
  <p:tag name="KSO_WM_UNIT_ID" val="diagram20208604_1*i*2"/>
  <p:tag name="KSO_WM_TEMPLATE_CATEGORY" val="diagram"/>
  <p:tag name="KSO_WM_TEMPLATE_INDEX" val="20208604"/>
  <p:tag name="KSO_WM_UNIT_INDEX" val="2"/>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65248d0e2eac4a16859a1c0559d33ac9"/>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4"/>
</p:tagLst>
</file>

<file path=ppt/tags/tag573.xml><?xml version="1.0" encoding="utf-8"?>
<p:tagLst xmlns:p="http://schemas.openxmlformats.org/presentationml/2006/main">
  <p:tag name="KSO_WM_TAG_VERSION" val="1.0"/>
  <p:tag name="KSO_WM_BEAUTIFY_FLAG" val="#wm#"/>
  <p:tag name="KSO_WM_UNIT_TYPE" val="i"/>
  <p:tag name="KSO_WM_UNIT_ID" val="diagram20208604_1*i*3"/>
  <p:tag name="KSO_WM_TEMPLATE_CATEGORY" val="diagram"/>
  <p:tag name="KSO_WM_TEMPLATE_INDEX" val="20208604"/>
  <p:tag name="KSO_WM_UNIT_INDEX" val="3"/>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d26b32aaa4d84b0dbd1030a6cabd7a68"/>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5"/>
</p:tagLst>
</file>

<file path=ppt/tags/tag574.xml><?xml version="1.0" encoding="utf-8"?>
<p:tagLst xmlns:p="http://schemas.openxmlformats.org/presentationml/2006/main">
  <p:tag name="KSO_WM_TAG_VERSION" val="1.0"/>
  <p:tag name="KSO_WM_BEAUTIFY_FLAG" val="#wm#"/>
  <p:tag name="KSO_WM_UNIT_TYPE" val="i"/>
  <p:tag name="KSO_WM_UNIT_ID" val="diagram20208604_1*i*4"/>
  <p:tag name="KSO_WM_TEMPLATE_CATEGORY" val="diagram"/>
  <p:tag name="KSO_WM_TEMPLATE_INDEX" val="20208604"/>
  <p:tag name="KSO_WM_UNIT_INDEX" val="4"/>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808fb1adb4d744cc9d369074d0507e4f"/>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6"/>
</p:tagLst>
</file>

<file path=ppt/tags/tag575.xml><?xml version="1.0" encoding="utf-8"?>
<p:tagLst xmlns:p="http://schemas.openxmlformats.org/presentationml/2006/main">
  <p:tag name="KSO_WM_TAG_VERSION" val="1.0"/>
  <p:tag name="KSO_WM_BEAUTIFY_FLAG" val="#wm#"/>
  <p:tag name="KSO_WM_UNIT_TYPE" val="i"/>
  <p:tag name="KSO_WM_UNIT_ID" val="diagram20208604_1*i*5"/>
  <p:tag name="KSO_WM_TEMPLATE_CATEGORY" val="diagram"/>
  <p:tag name="KSO_WM_TEMPLATE_INDEX" val="20208604"/>
  <p:tag name="KSO_WM_UNIT_INDEX" val="5"/>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060ccbb9a83241f2a52575c4e4f76136"/>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7"/>
</p:tagLst>
</file>

<file path=ppt/tags/tag576.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需要用更多的文字来表述；但请您尽可能提炼思想的精髓。"/>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8604_1*f*1"/>
  <p:tag name="KSO_WM_TEMPLATE_CATEGORY" val="diagram"/>
  <p:tag name="KSO_WM_TEMPLATE_INDEX" val="20208604"/>
  <p:tag name="KSO_WM_UNIT_LAYERLEVEL" val="1"/>
  <p:tag name="KSO_WM_TAG_VERSION" val="1.0"/>
  <p:tag name="KSO_WM_BEAUTIFY_FLAG" val="#wm#"/>
  <p:tag name="KSO_WM_UNIT_DEFAULT_FONT" val="14;20;2"/>
  <p:tag name="KSO_WM_UNIT_BLOCK" val="0"/>
  <p:tag name="KSO_WM_UNIT_VALUE" val="588"/>
  <p:tag name="KSO_WM_UNIT_SHOW_EDIT_AREA_INDICATION" val="1"/>
  <p:tag name="KSO_WM_CHIP_GROUPID" val="5e6b05596848fb12bee65ac8"/>
  <p:tag name="KSO_WM_CHIP_XID" val="5e6b05596848fb12bee65aca"/>
  <p:tag name="KSO_WM_UNIT_DEC_AREA_ID" val="5557aaf2e9bc4b2499ccf5d271336ab4"/>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ff7d2160ef064691979e787d147d2e4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e7a4054ed1e2fb7f9a0"/>
  <p:tag name="KSO_WM_TEMPLATE_ASSEMBLE_GROUPID" val="60656e7a4054ed1e2fb7f9a0"/>
  <p:tag name="WM_BEAUTIFY_ZORDER_FLAG_TAG" val="8"/>
</p:tagLst>
</file>

<file path=ppt/tags/tag577.xml><?xml version="1.0" encoding="utf-8"?>
<p:tagLst xmlns:p="http://schemas.openxmlformats.org/presentationml/2006/main">
  <p:tag name="KSO_WM_SLIDE_ID" val="diagram20220058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8"/>
  <p:tag name="KSO_WM_SLIDE_LAYOUT" val="a_d"/>
  <p:tag name="KSO_WM_SLIDE_LAYOUT_CNT" val="1_1"/>
  <p:tag name="KSO_WM_SLIDE_TYPE" val="text"/>
  <p:tag name="KSO_WM_SLIDE_SUBTYPE" val="picTxt"/>
  <p:tag name="KSO_WM_SLIDE_LAYOUTTYPE" val="topbottom"/>
  <p:tag name="KSO_WM_SLIDE_SIZE" val="888*504"/>
  <p:tag name="KSO_WM_SLIDE_POSITION" val="36*12"/>
  <p:tag name="KSO_WM_SLIDE_LAYOUT_INFO" val="{&quot;backgroundInfo&quot;:[{&quot;bottom&quot;:0,&quot;bottomAbs&quot;:false,&quot;left&quot;:0,&quot;leftAbs&quot;:false,&quot;right&quot;:0,&quot;rightAbs&quot;:false,&quot;top&quot;:0,&quot;topAbs&quot;:false,&quot;type&quot;:&quot;general&quot;}],&quot;id&quot;:&quot;2026-01-13T21:12:29&quot;,&quot;maxSize&quot;:{&quot;size1&quot;:20},&quot;minSize&quot;:{&quot;size1&quot;:11.2},&quot;normalSize&quot;:{&quot;size1&quot;:11.2},&quot;subLayout&quot;:[{&quot;id&quot;:&quot;2026-01-13T21:12:29&quot;,&quot;margin&quot;:{&quot;bottom&quot;:0.025999998673796654,&quot;left&quot;:1.2699999809265137,&quot;right&quot;:1.2699999809265137,&quot;top&quot;:0.4230000376701355},&quot;type&quot;:0},{&quot;id&quot;:&quot;2026-01-13T21:12:29&quot;,&quot;margin&quot;:{&quot;bottom&quot;:0.847000002861023,&quot;left&quot;:1.2699999809265137,&quot;right&quot;:1.2699999809265137,&quot;top&quot;:1.2699999809265137},&quot;type&quot;:0}],&quot;type&quot;:0}"/>
  <p:tag name="KSO_WM_SLIDE_RATIO" val="1.777778"/>
  <p:tag name="KSO_WM_SLIDE_BACKGROUND" val="[&quot;general&quot;]"/>
  <p:tag name="KSO_WM_SLIDE_BACKGROUND_TYPE" val="general"/>
</p:tagLst>
</file>

<file path=ppt/tags/tag578.xml><?xml version="1.0" encoding="utf-8"?>
<p:tagLst xmlns:p="http://schemas.openxmlformats.org/presentationml/2006/main">
  <p:tag name="KSO_WM_UNIT_ISCONTENTSTITLE" val="0"/>
  <p:tag name="KSO_WM_UNIT_ISNUMDGMTITLE" val="0"/>
  <p:tag name="KSO_WM_UNIT_NOCLEAR" val="0"/>
  <p:tag name="KSO_WM_UNIT_VALUE" val="11"/>
  <p:tag name="KSO_WM_UNIT_HIGHLIGHT" val="0"/>
  <p:tag name="KSO_WM_UNIT_COMPATIBLE" val="0"/>
  <p:tag name="KSO_WM_UNIT_DIAGRAM_ISNUMVISUAL" val="0"/>
  <p:tag name="KSO_WM_UNIT_DIAGRAM_ISREFERUNIT" val="0"/>
  <p:tag name="KSO_WM_UNIT_TYPE" val="a"/>
  <p:tag name="KSO_WM_UNIT_INDEX" val="1"/>
  <p:tag name="KSO_WM_UNIT_ID" val="custom20206915_1*a*1"/>
  <p:tag name="KSO_WM_TEMPLATE_CATEGORY" val="custom"/>
  <p:tag name="KSO_WM_TEMPLATE_INDEX" val="20206915"/>
  <p:tag name="KSO_WM_UNIT_LAYERLEVEL" val="1"/>
  <p:tag name="KSO_WM_TAG_VERSION" val="1.0"/>
  <p:tag name="KSO_WM_BEAUTIFY_FLAG" val="#wm#"/>
  <p:tag name="KSO_WM_UNIT_PRESET_TEXT" val="空白演示经典风格"/>
  <p:tag name="KSO_WM_UNIT_TEXT_FILL_FORE_SCHEMECOLOR_INDEX_BRIGHTNESS" val="0"/>
  <p:tag name="KSO_WM_UNIT_TEXT_FILL_FORE_SCHEMECOLOR_INDEX" val="5"/>
  <p:tag name="KSO_WM_UNIT_TEXT_FILL_TYPE" val="1"/>
</p:tagLst>
</file>

<file path=ppt/tags/tag579.xml><?xml version="1.0" encoding="utf-8"?>
<p:tagLst xmlns:p="http://schemas.openxmlformats.org/presentationml/2006/main">
  <p:tag name="KSO_WM_UNIT_NOCLEAR" val="0"/>
  <p:tag name="KSO_WM_UNIT_VALUE" val="10"/>
  <p:tag name="KSO_WM_UNIT_HIGHLIGHT" val="0"/>
  <p:tag name="KSO_WM_UNIT_COMPATIBLE" val="0"/>
  <p:tag name="KSO_WM_UNIT_DIAGRAM_ISNUMVISUAL" val="0"/>
  <p:tag name="KSO_WM_UNIT_DIAGRAM_ISREFERUNIT" val="0"/>
  <p:tag name="KSO_WM_UNIT_TYPE" val="f"/>
  <p:tag name="KSO_WM_UNIT_INDEX" val="1"/>
  <p:tag name="KSO_WM_UNIT_ID" val="custom20206915_1*f*1"/>
  <p:tag name="KSO_WM_TEMPLATE_CATEGORY" val="custom"/>
  <p:tag name="KSO_WM_TEMPLATE_INDEX" val="20206915"/>
  <p:tag name="KSO_WM_UNIT_LAYERLEVEL" val="1"/>
  <p:tag name="KSO_WM_TAG_VERSION" val="1.0"/>
  <p:tag name="KSO_WM_BEAUTIFY_FLAG" val="#wm#"/>
  <p:tag name="KSO_WM_UNIT_ISCONTENTSTITLE" val="0"/>
  <p:tag name="KSO_WM_UNIT_ISNUMDGMTITLE" val="0"/>
  <p:tag name="KSO_WM_UNIT_PRESET_TEXT" val="演讲者："/>
  <p:tag name="KSO_WM_UNIT_SUBTYPE" val="b"/>
  <p:tag name="KSO_WM_UNIT_TEXT_FILL_FORE_SCHEMECOLOR_INDEX_BRIGHTNESS" val="0"/>
  <p:tag name="KSO_WM_UNIT_TEXT_FILL_FORE_SCHEMECOLOR_INDEX" val="5"/>
  <p:tag name="KSO_WM_UNIT_TEXT_FILL_TYPE" val="1"/>
</p:tagLst>
</file>

<file path=ppt/tags/tag580.xml><?xml version="1.0" encoding="utf-8"?>
<p:tagLst xmlns:p="http://schemas.openxmlformats.org/presentationml/2006/main">
  <p:tag name="KSO_WM_SLIDE_ID" val="custom20206915_1"/>
  <p:tag name="KSO_WM_TEMPLATE_SUBCATEGORY" val="0"/>
  <p:tag name="KSO_WM_TEMPLATE_MASTER_TYPE" val="1"/>
  <p:tag name="KSO_WM_TEMPLATE_COLOR_TYPE" val="1"/>
  <p:tag name="KSO_WM_SLIDE_TYPE" val="title"/>
  <p:tag name="KSO_WM_SLIDE_SUBTYPE" val="pureTxt"/>
  <p:tag name="KSO_WM_SLIDE_ITEM_CNT" val="0"/>
  <p:tag name="KSO_WM_SLIDE_INDEX" val="1"/>
  <p:tag name="KSO_WM_TAG_VERSION" val="1.0"/>
  <p:tag name="KSO_WM_BEAUTIFY_FLAG" val="#wm#"/>
  <p:tag name="KSO_WM_TEMPLATE_CATEGORY" val="custom"/>
  <p:tag name="KSO_WM_TEMPLATE_INDEX" val="20206915"/>
  <p:tag name="KSO_WM_SLIDE_LAYOUT" val="a_b_f"/>
  <p:tag name="KSO_WM_SLIDE_LAYOUT_CNT" val="1_1_1"/>
  <p:tag name="KSO_WM_TEMPLATE_MASTER_THUMB_INDEX" val="12"/>
  <p:tag name="KSO_WM_TEMPLATE_THUMBS_INDEX" val="1、4、7、8、10、11、12、13、15"/>
</p:tagLst>
</file>

<file path=ppt/tags/tag58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58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58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20058_1*i*1"/>
  <p:tag name="KSO_WM_TEMPLATE_CATEGORY" val="diagram"/>
  <p:tag name="KSO_WM_TEMPLATE_INDEX" val="20220058"/>
  <p:tag name="KSO_WM_UNIT_LAYERLEVEL" val="1"/>
  <p:tag name="KSO_WM_TAG_VERSION" val="1.0"/>
  <p:tag name="KSO_WM_BEAUTIFY_FLAG" val="#wm#"/>
  <p:tag name="KSO_WM_UNIT_BLOCK" val="0"/>
  <p:tag name="KSO_WM_UNIT_SM_LIMIT_TYPE" val="0"/>
  <p:tag name="KSO_WM_UNIT_DEC_AREA_ID" val="401453a90b9f4fd5b1215058b8a2f2e8"/>
  <p:tag name="KSO_WM_UNIT_DECORATE_INFO" val="{&quot;ReferentInfo&quot;:{&quot;Id&quot;:&quot;2d2094633d9c481aa0d84a95a0159686&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584.xml><?xml version="1.0" encoding="utf-8"?>
<p:tagLst xmlns:p="http://schemas.openxmlformats.org/presentationml/2006/main">
  <p:tag name="KSO_WM_UNIT_ISCONTENTSTITLE" val="0"/>
  <p:tag name="KSO_WM_UNIT_ISNUMDGMTITLE" val="0"/>
  <p:tag name="KSO_WM_UNIT_PRESET_TEXT" val="线型上下导航版"/>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diagram20220058_1*a*1"/>
  <p:tag name="KSO_WM_TEMPLATE_CATEGORY" val="diagram"/>
  <p:tag name="KSO_WM_TEMPLATE_INDEX" val="20220058"/>
  <p:tag name="KSO_WM_UNIT_LAYERLEVEL" val="1"/>
  <p:tag name="KSO_WM_TAG_VERSION" val="1.0"/>
  <p:tag name="KSO_WM_BEAUTIFY_FLAG" val="#wm#"/>
  <p:tag name="KSO_WM_UNIT_VALUE" val="27"/>
  <p:tag name="KSO_WM_UNIT_BLOCK" val="0"/>
  <p:tag name="KSO_WM_UNIT_SM_LIMIT_TYPE" val="2"/>
  <p:tag name="KSO_WM_UNIT_DEC_AREA_ID" val="2d2094633d9c481aa0d84a95a015968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585.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2843_1*f*1"/>
  <p:tag name="KSO_WM_TEMPLATE_CATEGORY" val="diagram"/>
  <p:tag name="KSO_WM_TEMPLATE_INDEX" val="20212843"/>
  <p:tag name="KSO_WM_UNIT_LAYERLEVEL" val="1"/>
  <p:tag name="KSO_WM_TAG_VERSION" val="1.0"/>
  <p:tag name="KSO_WM_BEAUTIFY_FLAG" val="#wm#"/>
  <p:tag name="KSO_WM_UNIT_DEFAULT_FONT" val="14;20;2"/>
  <p:tag name="KSO_WM_UNIT_BLOCK" val="0"/>
  <p:tag name="KSO_WM_UNIT_VALUE" val="576"/>
  <p:tag name="KSO_WM_UNIT_SHOW_EDIT_AREA_INDICATION" val="1"/>
  <p:tag name="KSO_WM_CHIP_GROUPID" val="5e6b05596848fb12bee65ac8"/>
  <p:tag name="KSO_WM_CHIP_XID" val="5e6b05596848fb12bee65aca"/>
  <p:tag name="KSO_WM_UNIT_DEC_AREA_ID" val="8cb1ccbfd41a4f08aa021a2337e676da"/>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53f115901fe44f3787d5c3752471e8b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f644054ed1e2fb8092e"/>
  <p:tag name="KSO_WM_TEMPLATE_ASSEMBLE_GROUPID" val="60656f644054ed1e2fb8092e"/>
  <p:tag name="WM_BEAUTIFY_ZORDER_FLAG_TAG" val="3"/>
</p:tagLst>
</file>

<file path=ppt/tags/tag586.xml><?xml version="1.0" encoding="utf-8"?>
<p:tagLst xmlns:p="http://schemas.openxmlformats.org/presentationml/2006/main">
  <p:tag name="KSO_WM_SLIDE_ID" val="diagram20220058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8"/>
  <p:tag name="KSO_WM_SLIDE_LAYOUT" val="a_d"/>
  <p:tag name="KSO_WM_SLIDE_LAYOUT_CNT" val="1_1"/>
  <p:tag name="KSO_WM_SLIDE_TYPE" val="text"/>
  <p:tag name="KSO_WM_SLIDE_SUBTYPE" val="picTxt"/>
  <p:tag name="KSO_WM_SLIDE_LAYOUTTYPE" val="topbottom"/>
  <p:tag name="KSO_WM_SLIDE_SIZE" val="888*504"/>
  <p:tag name="KSO_WM_SLIDE_POSITION" val="36*12"/>
  <p:tag name="KSO_WM_SLIDE_LAYOUT_INFO" val="{&quot;backgroundInfo&quot;:[{&quot;bottom&quot;:0,&quot;bottomAbs&quot;:false,&quot;left&quot;:0,&quot;leftAbs&quot;:false,&quot;right&quot;:0,&quot;rightAbs&quot;:false,&quot;top&quot;:0,&quot;topAbs&quot;:false,&quot;type&quot;:&quot;general&quot;}],&quot;id&quot;:&quot;2026-01-13T21:13:15&quot;,&quot;maxSize&quot;:{&quot;size1&quot;:20},&quot;minSize&quot;:{&quot;size1&quot;:11.2},&quot;normalSize&quot;:{&quot;size1&quot;:11.2},&quot;subLayout&quot;:[{&quot;id&quot;:&quot;2026-01-13T21:13:15&quot;,&quot;margin&quot;:{&quot;bottom&quot;:0.025999998673796654,&quot;left&quot;:1.2699999809265137,&quot;right&quot;:1.2699999809265137,&quot;top&quot;:0.4230000376701355},&quot;type&quot;:0},{&quot;id&quot;:&quot;2026-01-13T21:13:15&quot;,&quot;margin&quot;:{&quot;bottom&quot;:0.847000002861023,&quot;left&quot;:1.2699999809265137,&quot;right&quot;:1.2699999809265137,&quot;top&quot;:1.2699999809265137},&quot;type&quot;:0}],&quot;type&quot;:0}"/>
  <p:tag name="KSO_WM_SLIDE_RATIO" val="1.777778"/>
  <p:tag name="KSO_WM_SLIDE_BACKGROUND" val="[&quot;general&quot;]"/>
  <p:tag name="KSO_WM_SLIDE_BACKGROUND_TYPE" val="general"/>
</p:tagLst>
</file>

<file path=ppt/tags/tag58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58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58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20058_1*i*1"/>
  <p:tag name="KSO_WM_TEMPLATE_CATEGORY" val="diagram"/>
  <p:tag name="KSO_WM_TEMPLATE_INDEX" val="20220058"/>
  <p:tag name="KSO_WM_UNIT_LAYERLEVEL" val="1"/>
  <p:tag name="KSO_WM_TAG_VERSION" val="1.0"/>
  <p:tag name="KSO_WM_BEAUTIFY_FLAG" val="#wm#"/>
  <p:tag name="KSO_WM_UNIT_BLOCK" val="0"/>
  <p:tag name="KSO_WM_UNIT_SM_LIMIT_TYPE" val="0"/>
  <p:tag name="KSO_WM_UNIT_DEC_AREA_ID" val="401453a90b9f4fd5b1215058b8a2f2e8"/>
  <p:tag name="KSO_WM_UNIT_DECORATE_INFO" val="{&quot;ReferentInfo&quot;:{&quot;Id&quot;:&quot;2d2094633d9c481aa0d84a95a0159686&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590.xml><?xml version="1.0" encoding="utf-8"?>
<p:tagLst xmlns:p="http://schemas.openxmlformats.org/presentationml/2006/main">
  <p:tag name="KSO_WM_UNIT_ISCONTENTSTITLE" val="0"/>
  <p:tag name="KSO_WM_UNIT_ISNUMDGMTITLE" val="0"/>
  <p:tag name="KSO_WM_UNIT_PRESET_TEXT" val="线型上下导航版"/>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diagram20220058_1*a*1"/>
  <p:tag name="KSO_WM_TEMPLATE_CATEGORY" val="diagram"/>
  <p:tag name="KSO_WM_TEMPLATE_INDEX" val="20220058"/>
  <p:tag name="KSO_WM_UNIT_LAYERLEVEL" val="1"/>
  <p:tag name="KSO_WM_TAG_VERSION" val="1.0"/>
  <p:tag name="KSO_WM_BEAUTIFY_FLAG" val="#wm#"/>
  <p:tag name="KSO_WM_UNIT_VALUE" val="27"/>
  <p:tag name="KSO_WM_UNIT_BLOCK" val="0"/>
  <p:tag name="KSO_WM_UNIT_SM_LIMIT_TYPE" val="2"/>
  <p:tag name="KSO_WM_UNIT_DEC_AREA_ID" val="2d2094633d9c481aa0d84a95a015968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591.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2843_1*f*1"/>
  <p:tag name="KSO_WM_TEMPLATE_CATEGORY" val="diagram"/>
  <p:tag name="KSO_WM_TEMPLATE_INDEX" val="20212843"/>
  <p:tag name="KSO_WM_UNIT_LAYERLEVEL" val="1"/>
  <p:tag name="KSO_WM_TAG_VERSION" val="1.0"/>
  <p:tag name="KSO_WM_BEAUTIFY_FLAG" val="#wm#"/>
  <p:tag name="KSO_WM_UNIT_DEFAULT_FONT" val="14;20;2"/>
  <p:tag name="KSO_WM_UNIT_BLOCK" val="0"/>
  <p:tag name="KSO_WM_UNIT_VALUE" val="576"/>
  <p:tag name="KSO_WM_UNIT_SHOW_EDIT_AREA_INDICATION" val="1"/>
  <p:tag name="KSO_WM_CHIP_GROUPID" val="5e6b05596848fb12bee65ac8"/>
  <p:tag name="KSO_WM_CHIP_XID" val="5e6b05596848fb12bee65aca"/>
  <p:tag name="KSO_WM_UNIT_DEC_AREA_ID" val="8cb1ccbfd41a4f08aa021a2337e676da"/>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53f115901fe44f3787d5c3752471e8b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f644054ed1e2fb8092e"/>
  <p:tag name="KSO_WM_TEMPLATE_ASSEMBLE_GROUPID" val="60656f644054ed1e2fb8092e"/>
  <p:tag name="WM_BEAUTIFY_ZORDER_FLAG_TAG" val="3"/>
</p:tagLst>
</file>

<file path=ppt/tags/tag592.xml><?xml version="1.0" encoding="utf-8"?>
<p:tagLst xmlns:p="http://schemas.openxmlformats.org/presentationml/2006/main">
  <p:tag name="KSO_WM_SLIDE_ID" val="diagram20220058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8"/>
  <p:tag name="KSO_WM_SLIDE_LAYOUT" val="a_d"/>
  <p:tag name="KSO_WM_SLIDE_LAYOUT_CNT" val="1_1"/>
  <p:tag name="KSO_WM_SLIDE_TYPE" val="text"/>
  <p:tag name="KSO_WM_SLIDE_SUBTYPE" val="picTxt"/>
  <p:tag name="KSO_WM_SLIDE_LAYOUTTYPE" val="topbottom"/>
  <p:tag name="KSO_WM_SLIDE_SIZE" val="888*504"/>
  <p:tag name="KSO_WM_SLIDE_POSITION" val="36*12"/>
  <p:tag name="KSO_WM_SLIDE_LAYOUT_INFO" val="{&quot;backgroundInfo&quot;:[{&quot;bottom&quot;:0,&quot;bottomAbs&quot;:false,&quot;left&quot;:0,&quot;leftAbs&quot;:false,&quot;right&quot;:0,&quot;rightAbs&quot;:false,&quot;top&quot;:0,&quot;topAbs&quot;:false,&quot;type&quot;:&quot;general&quot;}],&quot;id&quot;:&quot;2026-01-13T21:13:15&quot;,&quot;maxSize&quot;:{&quot;size1&quot;:20},&quot;minSize&quot;:{&quot;size1&quot;:11.2},&quot;normalSize&quot;:{&quot;size1&quot;:11.2},&quot;subLayout&quot;:[{&quot;id&quot;:&quot;2026-01-13T21:13:15&quot;,&quot;margin&quot;:{&quot;bottom&quot;:0.025999998673796654,&quot;left&quot;:1.2699999809265137,&quot;right&quot;:1.2699999809265137,&quot;top&quot;:0.4230000376701355},&quot;type&quot;:0},{&quot;id&quot;:&quot;2026-01-13T21:13:15&quot;,&quot;margin&quot;:{&quot;bottom&quot;:0.847000002861023,&quot;left&quot;:1.2699999809265137,&quot;right&quot;:1.2699999809265137,&quot;top&quot;:1.2699999809265137},&quot;type&quot;:0}],&quot;type&quot;:0}"/>
  <p:tag name="KSO_WM_SLIDE_RATIO" val="1.777778"/>
  <p:tag name="KSO_WM_SLIDE_BACKGROUND" val="[&quot;general&quot;]"/>
  <p:tag name="KSO_WM_SLIDE_BACKGROUND_TYPE" val="general"/>
</p:tagLst>
</file>

<file path=ppt/tags/tag59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59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59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20058_1*i*1"/>
  <p:tag name="KSO_WM_TEMPLATE_CATEGORY" val="diagram"/>
  <p:tag name="KSO_WM_TEMPLATE_INDEX" val="20220058"/>
  <p:tag name="KSO_WM_UNIT_LAYERLEVEL" val="1"/>
  <p:tag name="KSO_WM_TAG_VERSION" val="1.0"/>
  <p:tag name="KSO_WM_BEAUTIFY_FLAG" val="#wm#"/>
  <p:tag name="KSO_WM_UNIT_BLOCK" val="0"/>
  <p:tag name="KSO_WM_UNIT_SM_LIMIT_TYPE" val="0"/>
  <p:tag name="KSO_WM_UNIT_DEC_AREA_ID" val="401453a90b9f4fd5b1215058b8a2f2e8"/>
  <p:tag name="KSO_WM_UNIT_DECORATE_INFO" val="{&quot;ReferentInfo&quot;:{&quot;Id&quot;:&quot;2d2094633d9c481aa0d84a95a0159686&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596.xml><?xml version="1.0" encoding="utf-8"?>
<p:tagLst xmlns:p="http://schemas.openxmlformats.org/presentationml/2006/main">
  <p:tag name="KSO_WM_UNIT_ISCONTENTSTITLE" val="0"/>
  <p:tag name="KSO_WM_UNIT_ISNUMDGMTITLE" val="0"/>
  <p:tag name="KSO_WM_UNIT_PRESET_TEXT" val="线型上下导航版"/>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diagram20220058_1*a*1"/>
  <p:tag name="KSO_WM_TEMPLATE_CATEGORY" val="diagram"/>
  <p:tag name="KSO_WM_TEMPLATE_INDEX" val="20220058"/>
  <p:tag name="KSO_WM_UNIT_LAYERLEVEL" val="1"/>
  <p:tag name="KSO_WM_TAG_VERSION" val="1.0"/>
  <p:tag name="KSO_WM_BEAUTIFY_FLAG" val="#wm#"/>
  <p:tag name="KSO_WM_UNIT_VALUE" val="27"/>
  <p:tag name="KSO_WM_UNIT_BLOCK" val="0"/>
  <p:tag name="KSO_WM_UNIT_SM_LIMIT_TYPE" val="2"/>
  <p:tag name="KSO_WM_UNIT_DEC_AREA_ID" val="2d2094633d9c481aa0d84a95a015968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597.xml><?xml version="1.0" encoding="utf-8"?>
<p:tagLst xmlns:p="http://schemas.openxmlformats.org/presentationml/2006/main">
  <p:tag name="KSO_WM_TAG_VERSION" val="1.0"/>
  <p:tag name="KSO_WM_BEAUTIFY_FLAG" val="#wm#"/>
  <p:tag name="KSO_WM_UNIT_TYPE" val="i"/>
  <p:tag name="KSO_WM_UNIT_ID" val="diagram20208604_1*i*1"/>
  <p:tag name="KSO_WM_TEMPLATE_CATEGORY" val="diagram"/>
  <p:tag name="KSO_WM_TEMPLATE_INDEX" val="20208604"/>
  <p:tag name="KSO_WM_UNIT_INDEX" val="1"/>
  <p:tag name="KSO_WM_UNIT_HIGHLIGHT" val="0"/>
  <p:tag name="KSO_WM_UNIT_COMPATIBLE" val="0"/>
  <p:tag name="KSO_WM_UNIT_DIAGRAM_ISNUMVISUAL" val="0"/>
  <p:tag name="KSO_WM_UNIT_DIAGRAM_ISREFERUNIT" val="0"/>
  <p:tag name="KSO_WM_UNIT_LAYERLEVEL" val="1"/>
  <p:tag name="KSO_WM_UNIT_BLOCK" val="0"/>
  <p:tag name="KSO_WM_UNIT_SM_LIMIT_TYPE" val="2"/>
  <p:tag name="KSO_WM_UNIT_DEC_AREA_ID" val="e352ecb8f5b840f19a3cb857467d0e4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UNIT_TEXT_FILL_FORE_SCHEMECOLOR_INDEX_BRIGHTNESS" val="0"/>
  <p:tag name="KSO_WM_UNIT_TEXT_FILL_FORE_SCHEMECOLOR_INDEX" val="2"/>
  <p:tag name="KSO_WM_UNIT_TEXT_FILL_TYPE" val="1"/>
  <p:tag name="KSO_WM_UNIT_VALUE" val="864"/>
  <p:tag name="KSO_WM_TEMPLATE_ASSEMBLE_XID" val="60656e7a4054ed1e2fb7f9a0"/>
  <p:tag name="KSO_WM_TEMPLATE_ASSEMBLE_GROUPID" val="60656e7a4054ed1e2fb7f9a0"/>
  <p:tag name="WM_BEAUTIFY_ZORDER_FLAG_TAG" val="3"/>
</p:tagLst>
</file>

<file path=ppt/tags/tag598.xml><?xml version="1.0" encoding="utf-8"?>
<p:tagLst xmlns:p="http://schemas.openxmlformats.org/presentationml/2006/main">
  <p:tag name="KSO_WM_TAG_VERSION" val="1.0"/>
  <p:tag name="KSO_WM_BEAUTIFY_FLAG" val="#wm#"/>
  <p:tag name="KSO_WM_UNIT_TYPE" val="i"/>
  <p:tag name="KSO_WM_UNIT_ID" val="diagram20208604_1*i*2"/>
  <p:tag name="KSO_WM_TEMPLATE_CATEGORY" val="diagram"/>
  <p:tag name="KSO_WM_TEMPLATE_INDEX" val="20208604"/>
  <p:tag name="KSO_WM_UNIT_INDEX" val="2"/>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65248d0e2eac4a16859a1c0559d33ac9"/>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4"/>
</p:tagLst>
</file>

<file path=ppt/tags/tag599.xml><?xml version="1.0" encoding="utf-8"?>
<p:tagLst xmlns:p="http://schemas.openxmlformats.org/presentationml/2006/main">
  <p:tag name="KSO_WM_TAG_VERSION" val="1.0"/>
  <p:tag name="KSO_WM_BEAUTIFY_FLAG" val="#wm#"/>
  <p:tag name="KSO_WM_UNIT_TYPE" val="i"/>
  <p:tag name="KSO_WM_UNIT_ID" val="diagram20208604_1*i*3"/>
  <p:tag name="KSO_WM_TEMPLATE_CATEGORY" val="diagram"/>
  <p:tag name="KSO_WM_TEMPLATE_INDEX" val="20208604"/>
  <p:tag name="KSO_WM_UNIT_INDEX" val="3"/>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d26b32aaa4d84b0dbd1030a6cabd7a68"/>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5"/>
</p:tagLst>
</file>

<file path=ppt/tags/tag600.xml><?xml version="1.0" encoding="utf-8"?>
<p:tagLst xmlns:p="http://schemas.openxmlformats.org/presentationml/2006/main">
  <p:tag name="KSO_WM_TAG_VERSION" val="1.0"/>
  <p:tag name="KSO_WM_BEAUTIFY_FLAG" val="#wm#"/>
  <p:tag name="KSO_WM_UNIT_TYPE" val="i"/>
  <p:tag name="KSO_WM_UNIT_ID" val="diagram20208604_1*i*4"/>
  <p:tag name="KSO_WM_TEMPLATE_CATEGORY" val="diagram"/>
  <p:tag name="KSO_WM_TEMPLATE_INDEX" val="20208604"/>
  <p:tag name="KSO_WM_UNIT_INDEX" val="4"/>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808fb1adb4d744cc9d369074d0507e4f"/>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6"/>
</p:tagLst>
</file>

<file path=ppt/tags/tag601.xml><?xml version="1.0" encoding="utf-8"?>
<p:tagLst xmlns:p="http://schemas.openxmlformats.org/presentationml/2006/main">
  <p:tag name="KSO_WM_TAG_VERSION" val="1.0"/>
  <p:tag name="KSO_WM_BEAUTIFY_FLAG" val="#wm#"/>
  <p:tag name="KSO_WM_UNIT_TYPE" val="i"/>
  <p:tag name="KSO_WM_UNIT_ID" val="diagram20208604_1*i*5"/>
  <p:tag name="KSO_WM_TEMPLATE_CATEGORY" val="diagram"/>
  <p:tag name="KSO_WM_TEMPLATE_INDEX" val="20208604"/>
  <p:tag name="KSO_WM_UNIT_INDEX" val="5"/>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060ccbb9a83241f2a52575c4e4f76136"/>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7"/>
</p:tagLst>
</file>

<file path=ppt/tags/tag602.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需要用更多的文字来表述；但请您尽可能提炼思想的精髓。"/>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8604_1*f*1"/>
  <p:tag name="KSO_WM_TEMPLATE_CATEGORY" val="diagram"/>
  <p:tag name="KSO_WM_TEMPLATE_INDEX" val="20208604"/>
  <p:tag name="KSO_WM_UNIT_LAYERLEVEL" val="1"/>
  <p:tag name="KSO_WM_TAG_VERSION" val="1.0"/>
  <p:tag name="KSO_WM_BEAUTIFY_FLAG" val="#wm#"/>
  <p:tag name="KSO_WM_UNIT_DEFAULT_FONT" val="14;20;2"/>
  <p:tag name="KSO_WM_UNIT_BLOCK" val="0"/>
  <p:tag name="KSO_WM_UNIT_VALUE" val="588"/>
  <p:tag name="KSO_WM_UNIT_SHOW_EDIT_AREA_INDICATION" val="1"/>
  <p:tag name="KSO_WM_CHIP_GROUPID" val="5e6b05596848fb12bee65ac8"/>
  <p:tag name="KSO_WM_CHIP_XID" val="5e6b05596848fb12bee65aca"/>
  <p:tag name="KSO_WM_UNIT_DEC_AREA_ID" val="5557aaf2e9bc4b2499ccf5d271336ab4"/>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ff7d2160ef064691979e787d147d2e4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e7a4054ed1e2fb7f9a0"/>
  <p:tag name="KSO_WM_TEMPLATE_ASSEMBLE_GROUPID" val="60656e7a4054ed1e2fb7f9a0"/>
  <p:tag name="WM_BEAUTIFY_ZORDER_FLAG_TAG" val="8"/>
</p:tagLst>
</file>

<file path=ppt/tags/tag603.xml><?xml version="1.0" encoding="utf-8"?>
<p:tagLst xmlns:p="http://schemas.openxmlformats.org/presentationml/2006/main">
  <p:tag name="KSO_WM_SLIDE_ID" val="diagram20220058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8"/>
  <p:tag name="KSO_WM_SLIDE_LAYOUT" val="a_d"/>
  <p:tag name="KSO_WM_SLIDE_LAYOUT_CNT" val="1_1"/>
  <p:tag name="KSO_WM_SLIDE_TYPE" val="text"/>
  <p:tag name="KSO_WM_SLIDE_SUBTYPE" val="picTxt"/>
  <p:tag name="KSO_WM_SLIDE_LAYOUTTYPE" val="topbottom"/>
  <p:tag name="KSO_WM_SLIDE_SIZE" val="888*504"/>
  <p:tag name="KSO_WM_SLIDE_POSITION" val="36*12"/>
  <p:tag name="KSO_WM_SLIDE_LAYOUT_INFO" val="{&quot;backgroundInfo&quot;:[{&quot;bottom&quot;:0,&quot;bottomAbs&quot;:false,&quot;left&quot;:0,&quot;leftAbs&quot;:false,&quot;right&quot;:0,&quot;rightAbs&quot;:false,&quot;top&quot;:0,&quot;topAbs&quot;:false,&quot;type&quot;:&quot;general&quot;}],&quot;id&quot;:&quot;2026-01-13T21:13:15&quot;,&quot;maxSize&quot;:{&quot;size1&quot;:20},&quot;minSize&quot;:{&quot;size1&quot;:11.2},&quot;normalSize&quot;:{&quot;size1&quot;:11.2},&quot;subLayout&quot;:[{&quot;id&quot;:&quot;2026-01-13T21:13:15&quot;,&quot;margin&quot;:{&quot;bottom&quot;:0.025999998673796654,&quot;left&quot;:1.2699999809265137,&quot;right&quot;:1.2699999809265137,&quot;top&quot;:0.4230000376701355},&quot;type&quot;:0},{&quot;id&quot;:&quot;2026-01-13T21:13:15&quot;,&quot;margin&quot;:{&quot;bottom&quot;:0.847000002861023,&quot;left&quot;:1.2699999809265137,&quot;right&quot;:1.2699999809265137,&quot;top&quot;:1.2699999809265137},&quot;type&quot;:0}],&quot;type&quot;:0}"/>
  <p:tag name="KSO_WM_SLIDE_RATIO" val="1.777778"/>
  <p:tag name="KSO_WM_SLIDE_BACKGROUND" val="[&quot;general&quot;]"/>
  <p:tag name="KSO_WM_SLIDE_BACKGROUND_TYPE" val="general"/>
</p:tagLst>
</file>

<file path=ppt/tags/tag60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60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60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20058_1*i*1"/>
  <p:tag name="KSO_WM_TEMPLATE_CATEGORY" val="diagram"/>
  <p:tag name="KSO_WM_TEMPLATE_INDEX" val="20220058"/>
  <p:tag name="KSO_WM_UNIT_LAYERLEVEL" val="1"/>
  <p:tag name="KSO_WM_TAG_VERSION" val="1.0"/>
  <p:tag name="KSO_WM_BEAUTIFY_FLAG" val="#wm#"/>
  <p:tag name="KSO_WM_UNIT_BLOCK" val="0"/>
  <p:tag name="KSO_WM_UNIT_SM_LIMIT_TYPE" val="0"/>
  <p:tag name="KSO_WM_UNIT_DEC_AREA_ID" val="401453a90b9f4fd5b1215058b8a2f2e8"/>
  <p:tag name="KSO_WM_UNIT_DECORATE_INFO" val="{&quot;ReferentInfo&quot;:{&quot;Id&quot;:&quot;2d2094633d9c481aa0d84a95a0159686&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607.xml><?xml version="1.0" encoding="utf-8"?>
<p:tagLst xmlns:p="http://schemas.openxmlformats.org/presentationml/2006/main">
  <p:tag name="KSO_WM_UNIT_ISCONTENTSTITLE" val="0"/>
  <p:tag name="KSO_WM_UNIT_ISNUMDGMTITLE" val="0"/>
  <p:tag name="KSO_WM_UNIT_PRESET_TEXT" val="线型上下导航版"/>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diagram20220058_1*a*1"/>
  <p:tag name="KSO_WM_TEMPLATE_CATEGORY" val="diagram"/>
  <p:tag name="KSO_WM_TEMPLATE_INDEX" val="20220058"/>
  <p:tag name="KSO_WM_UNIT_LAYERLEVEL" val="1"/>
  <p:tag name="KSO_WM_TAG_VERSION" val="1.0"/>
  <p:tag name="KSO_WM_BEAUTIFY_FLAG" val="#wm#"/>
  <p:tag name="KSO_WM_UNIT_VALUE" val="27"/>
  <p:tag name="KSO_WM_UNIT_BLOCK" val="0"/>
  <p:tag name="KSO_WM_UNIT_SM_LIMIT_TYPE" val="2"/>
  <p:tag name="KSO_WM_UNIT_DEC_AREA_ID" val="2d2094633d9c481aa0d84a95a015968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608.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2843_1*f*1"/>
  <p:tag name="KSO_WM_TEMPLATE_CATEGORY" val="diagram"/>
  <p:tag name="KSO_WM_TEMPLATE_INDEX" val="20212843"/>
  <p:tag name="KSO_WM_UNIT_LAYERLEVEL" val="1"/>
  <p:tag name="KSO_WM_TAG_VERSION" val="1.0"/>
  <p:tag name="KSO_WM_BEAUTIFY_FLAG" val="#wm#"/>
  <p:tag name="KSO_WM_UNIT_DEFAULT_FONT" val="14;20;2"/>
  <p:tag name="KSO_WM_UNIT_BLOCK" val="0"/>
  <p:tag name="KSO_WM_UNIT_VALUE" val="576"/>
  <p:tag name="KSO_WM_UNIT_SHOW_EDIT_AREA_INDICATION" val="1"/>
  <p:tag name="KSO_WM_CHIP_GROUPID" val="5e6b05596848fb12bee65ac8"/>
  <p:tag name="KSO_WM_CHIP_XID" val="5e6b05596848fb12bee65aca"/>
  <p:tag name="KSO_WM_UNIT_DEC_AREA_ID" val="8cb1ccbfd41a4f08aa021a2337e676da"/>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53f115901fe44f3787d5c3752471e8b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f644054ed1e2fb8092e"/>
  <p:tag name="KSO_WM_TEMPLATE_ASSEMBLE_GROUPID" val="60656f644054ed1e2fb8092e"/>
  <p:tag name="WM_BEAUTIFY_ZORDER_FLAG_TAG" val="3"/>
</p:tagLst>
</file>

<file path=ppt/tags/tag609.xml><?xml version="1.0" encoding="utf-8"?>
<p:tagLst xmlns:p="http://schemas.openxmlformats.org/presentationml/2006/main">
  <p:tag name="KSO_WM_SLIDE_ID" val="diagram20220058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8"/>
  <p:tag name="KSO_WM_SLIDE_LAYOUT" val="a_d"/>
  <p:tag name="KSO_WM_SLIDE_LAYOUT_CNT" val="1_1"/>
  <p:tag name="KSO_WM_SLIDE_TYPE" val="text"/>
  <p:tag name="KSO_WM_SLIDE_SUBTYPE" val="picTxt"/>
  <p:tag name="KSO_WM_SLIDE_LAYOUTTYPE" val="topbottom"/>
  <p:tag name="KSO_WM_SLIDE_SIZE" val="888*504"/>
  <p:tag name="KSO_WM_SLIDE_POSITION" val="36*12"/>
  <p:tag name="KSO_WM_SLIDE_LAYOUT_INFO" val="{&quot;backgroundInfo&quot;:[{&quot;bottom&quot;:0,&quot;bottomAbs&quot;:false,&quot;left&quot;:0,&quot;leftAbs&quot;:false,&quot;right&quot;:0,&quot;rightAbs&quot;:false,&quot;top&quot;:0,&quot;topAbs&quot;:false,&quot;type&quot;:&quot;general&quot;}],&quot;id&quot;:&quot;2026-01-13T21:13:15&quot;,&quot;maxSize&quot;:{&quot;size1&quot;:20},&quot;minSize&quot;:{&quot;size1&quot;:11.2},&quot;normalSize&quot;:{&quot;size1&quot;:11.2},&quot;subLayout&quot;:[{&quot;id&quot;:&quot;2026-01-13T21:13:15&quot;,&quot;margin&quot;:{&quot;bottom&quot;:0.025999998673796654,&quot;left&quot;:1.2699999809265137,&quot;right&quot;:1.2699999809265137,&quot;top&quot;:0.4230000376701355},&quot;type&quot;:0},{&quot;id&quot;:&quot;2026-01-13T21:13:15&quot;,&quot;margin&quot;:{&quot;bottom&quot;:0.847000002861023,&quot;left&quot;:1.2699999809265137,&quot;right&quot;:1.2699999809265137,&quot;top&quot;:1.2699999809265137},&quot;type&quot;:0}],&quot;type&quot;:0}"/>
  <p:tag name="KSO_WM_SLIDE_RATIO" val="1.777778"/>
  <p:tag name="KSO_WM_SLIDE_BACKGROUND" val="[&quot;general&quot;]"/>
  <p:tag name="KSO_WM_SLIDE_BACKGROUND_TYPE" val="general"/>
</p:tagLst>
</file>

<file path=ppt/tags/tag6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6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6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20058_1*i*1"/>
  <p:tag name="KSO_WM_TEMPLATE_CATEGORY" val="diagram"/>
  <p:tag name="KSO_WM_TEMPLATE_INDEX" val="20220058"/>
  <p:tag name="KSO_WM_UNIT_LAYERLEVEL" val="1"/>
  <p:tag name="KSO_WM_TAG_VERSION" val="1.0"/>
  <p:tag name="KSO_WM_BEAUTIFY_FLAG" val="#wm#"/>
  <p:tag name="KSO_WM_UNIT_BLOCK" val="0"/>
  <p:tag name="KSO_WM_UNIT_SM_LIMIT_TYPE" val="0"/>
  <p:tag name="KSO_WM_UNIT_DEC_AREA_ID" val="401453a90b9f4fd5b1215058b8a2f2e8"/>
  <p:tag name="KSO_WM_UNIT_DECORATE_INFO" val="{&quot;ReferentInfo&quot;:{&quot;Id&quot;:&quot;2d2094633d9c481aa0d84a95a0159686&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613.xml><?xml version="1.0" encoding="utf-8"?>
<p:tagLst xmlns:p="http://schemas.openxmlformats.org/presentationml/2006/main">
  <p:tag name="KSO_WM_UNIT_ISCONTENTSTITLE" val="0"/>
  <p:tag name="KSO_WM_UNIT_ISNUMDGMTITLE" val="0"/>
  <p:tag name="KSO_WM_UNIT_PRESET_TEXT" val="线型上下导航版"/>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diagram20220058_1*a*1"/>
  <p:tag name="KSO_WM_TEMPLATE_CATEGORY" val="diagram"/>
  <p:tag name="KSO_WM_TEMPLATE_INDEX" val="20220058"/>
  <p:tag name="KSO_WM_UNIT_LAYERLEVEL" val="1"/>
  <p:tag name="KSO_WM_TAG_VERSION" val="1.0"/>
  <p:tag name="KSO_WM_BEAUTIFY_FLAG" val="#wm#"/>
  <p:tag name="KSO_WM_UNIT_VALUE" val="27"/>
  <p:tag name="KSO_WM_UNIT_BLOCK" val="0"/>
  <p:tag name="KSO_WM_UNIT_SM_LIMIT_TYPE" val="2"/>
  <p:tag name="KSO_WM_UNIT_DEC_AREA_ID" val="2d2094633d9c481aa0d84a95a015968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614.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2843_1*f*1"/>
  <p:tag name="KSO_WM_TEMPLATE_CATEGORY" val="diagram"/>
  <p:tag name="KSO_WM_TEMPLATE_INDEX" val="20212843"/>
  <p:tag name="KSO_WM_UNIT_LAYERLEVEL" val="1"/>
  <p:tag name="KSO_WM_TAG_VERSION" val="1.0"/>
  <p:tag name="KSO_WM_BEAUTIFY_FLAG" val="#wm#"/>
  <p:tag name="KSO_WM_UNIT_DEFAULT_FONT" val="14;20;2"/>
  <p:tag name="KSO_WM_UNIT_BLOCK" val="0"/>
  <p:tag name="KSO_WM_UNIT_VALUE" val="576"/>
  <p:tag name="KSO_WM_UNIT_SHOW_EDIT_AREA_INDICATION" val="1"/>
  <p:tag name="KSO_WM_CHIP_GROUPID" val="5e6b05596848fb12bee65ac8"/>
  <p:tag name="KSO_WM_CHIP_XID" val="5e6b05596848fb12bee65aca"/>
  <p:tag name="KSO_WM_UNIT_DEC_AREA_ID" val="8cb1ccbfd41a4f08aa021a2337e676da"/>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53f115901fe44f3787d5c3752471e8b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f644054ed1e2fb8092e"/>
  <p:tag name="KSO_WM_TEMPLATE_ASSEMBLE_GROUPID" val="60656f644054ed1e2fb8092e"/>
  <p:tag name="WM_BEAUTIFY_ZORDER_FLAG_TAG" val="3"/>
</p:tagLst>
</file>

<file path=ppt/tags/tag615.xml><?xml version="1.0" encoding="utf-8"?>
<p:tagLst xmlns:p="http://schemas.openxmlformats.org/presentationml/2006/main">
  <p:tag name="KSO_WM_SLIDE_ID" val="diagram20220058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8"/>
  <p:tag name="KSO_WM_SLIDE_LAYOUT" val="a_d"/>
  <p:tag name="KSO_WM_SLIDE_LAYOUT_CNT" val="1_1"/>
  <p:tag name="KSO_WM_SLIDE_TYPE" val="text"/>
  <p:tag name="KSO_WM_SLIDE_SUBTYPE" val="picTxt"/>
  <p:tag name="KSO_WM_SLIDE_LAYOUTTYPE" val="topbottom"/>
  <p:tag name="KSO_WM_SLIDE_SIZE" val="888*504"/>
  <p:tag name="KSO_WM_SLIDE_POSITION" val="36*12"/>
  <p:tag name="KSO_WM_SLIDE_LAYOUT_INFO" val="{&quot;backgroundInfo&quot;:[{&quot;bottom&quot;:0,&quot;bottomAbs&quot;:false,&quot;left&quot;:0,&quot;leftAbs&quot;:false,&quot;right&quot;:0,&quot;rightAbs&quot;:false,&quot;top&quot;:0,&quot;topAbs&quot;:false,&quot;type&quot;:&quot;general&quot;}],&quot;id&quot;:&quot;2026-01-13T21:13:15&quot;,&quot;maxSize&quot;:{&quot;size1&quot;:20},&quot;minSize&quot;:{&quot;size1&quot;:11.2},&quot;normalSize&quot;:{&quot;size1&quot;:11.2},&quot;subLayout&quot;:[{&quot;id&quot;:&quot;2026-01-13T21:13:15&quot;,&quot;margin&quot;:{&quot;bottom&quot;:0.025999998673796654,&quot;left&quot;:1.2699999809265137,&quot;right&quot;:1.2699999809265137,&quot;top&quot;:0.4230000376701355},&quot;type&quot;:0},{&quot;id&quot;:&quot;2026-01-13T21:13:15&quot;,&quot;margin&quot;:{&quot;bottom&quot;:0.847000002861023,&quot;left&quot;:1.2699999809265137,&quot;right&quot;:1.2699999809265137,&quot;top&quot;:1.2699999809265137},&quot;type&quot;:0}],&quot;type&quot;:0}"/>
  <p:tag name="KSO_WM_SLIDE_RATIO" val="1.777778"/>
  <p:tag name="KSO_WM_SLIDE_BACKGROUND" val="[&quot;general&quot;]"/>
  <p:tag name="KSO_WM_SLIDE_BACKGROUND_TYPE" val="general"/>
</p:tagLst>
</file>

<file path=ppt/tags/tag6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6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6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20058_1*i*1"/>
  <p:tag name="KSO_WM_TEMPLATE_CATEGORY" val="diagram"/>
  <p:tag name="KSO_WM_TEMPLATE_INDEX" val="20220058"/>
  <p:tag name="KSO_WM_UNIT_LAYERLEVEL" val="1"/>
  <p:tag name="KSO_WM_TAG_VERSION" val="1.0"/>
  <p:tag name="KSO_WM_BEAUTIFY_FLAG" val="#wm#"/>
  <p:tag name="KSO_WM_UNIT_BLOCK" val="0"/>
  <p:tag name="KSO_WM_UNIT_SM_LIMIT_TYPE" val="0"/>
  <p:tag name="KSO_WM_UNIT_DEC_AREA_ID" val="401453a90b9f4fd5b1215058b8a2f2e8"/>
  <p:tag name="KSO_WM_UNIT_DECORATE_INFO" val="{&quot;ReferentInfo&quot;:{&quot;Id&quot;:&quot;2d2094633d9c481aa0d84a95a0159686&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619.xml><?xml version="1.0" encoding="utf-8"?>
<p:tagLst xmlns:p="http://schemas.openxmlformats.org/presentationml/2006/main">
  <p:tag name="KSO_WM_UNIT_ISCONTENTSTITLE" val="0"/>
  <p:tag name="KSO_WM_UNIT_ISNUMDGMTITLE" val="0"/>
  <p:tag name="KSO_WM_UNIT_PRESET_TEXT" val="线型上下导航版"/>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diagram20220058_1*a*1"/>
  <p:tag name="KSO_WM_TEMPLATE_CATEGORY" val="diagram"/>
  <p:tag name="KSO_WM_TEMPLATE_INDEX" val="20220058"/>
  <p:tag name="KSO_WM_UNIT_LAYERLEVEL" val="1"/>
  <p:tag name="KSO_WM_TAG_VERSION" val="1.0"/>
  <p:tag name="KSO_WM_BEAUTIFY_FLAG" val="#wm#"/>
  <p:tag name="KSO_WM_UNIT_VALUE" val="27"/>
  <p:tag name="KSO_WM_UNIT_BLOCK" val="0"/>
  <p:tag name="KSO_WM_UNIT_SM_LIMIT_TYPE" val="2"/>
  <p:tag name="KSO_WM_UNIT_DEC_AREA_ID" val="2d2094633d9c481aa0d84a95a015968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620.xml><?xml version="1.0" encoding="utf-8"?>
<p:tagLst xmlns:p="http://schemas.openxmlformats.org/presentationml/2006/main">
  <p:tag name="KSO_WM_TAG_VERSION" val="1.0"/>
  <p:tag name="KSO_WM_BEAUTIFY_FLAG" val="#wm#"/>
  <p:tag name="KSO_WM_UNIT_TYPE" val="i"/>
  <p:tag name="KSO_WM_UNIT_ID" val="diagram20208604_1*i*1"/>
  <p:tag name="KSO_WM_TEMPLATE_CATEGORY" val="diagram"/>
  <p:tag name="KSO_WM_TEMPLATE_INDEX" val="20208604"/>
  <p:tag name="KSO_WM_UNIT_INDEX" val="1"/>
  <p:tag name="KSO_WM_UNIT_HIGHLIGHT" val="0"/>
  <p:tag name="KSO_WM_UNIT_COMPATIBLE" val="0"/>
  <p:tag name="KSO_WM_UNIT_DIAGRAM_ISNUMVISUAL" val="0"/>
  <p:tag name="KSO_WM_UNIT_DIAGRAM_ISREFERUNIT" val="0"/>
  <p:tag name="KSO_WM_UNIT_LAYERLEVEL" val="1"/>
  <p:tag name="KSO_WM_UNIT_BLOCK" val="0"/>
  <p:tag name="KSO_WM_UNIT_SM_LIMIT_TYPE" val="2"/>
  <p:tag name="KSO_WM_UNIT_DEC_AREA_ID" val="e352ecb8f5b840f19a3cb857467d0e4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UNIT_TEXT_FILL_FORE_SCHEMECOLOR_INDEX_BRIGHTNESS" val="0"/>
  <p:tag name="KSO_WM_UNIT_TEXT_FILL_FORE_SCHEMECOLOR_INDEX" val="2"/>
  <p:tag name="KSO_WM_UNIT_TEXT_FILL_TYPE" val="1"/>
  <p:tag name="KSO_WM_UNIT_VALUE" val="864"/>
  <p:tag name="KSO_WM_TEMPLATE_ASSEMBLE_XID" val="60656e7a4054ed1e2fb7f9a0"/>
  <p:tag name="KSO_WM_TEMPLATE_ASSEMBLE_GROUPID" val="60656e7a4054ed1e2fb7f9a0"/>
  <p:tag name="WM_BEAUTIFY_ZORDER_FLAG_TAG" val="3"/>
</p:tagLst>
</file>

<file path=ppt/tags/tag621.xml><?xml version="1.0" encoding="utf-8"?>
<p:tagLst xmlns:p="http://schemas.openxmlformats.org/presentationml/2006/main">
  <p:tag name="KSO_WM_TAG_VERSION" val="1.0"/>
  <p:tag name="KSO_WM_BEAUTIFY_FLAG" val="#wm#"/>
  <p:tag name="KSO_WM_UNIT_TYPE" val="i"/>
  <p:tag name="KSO_WM_UNIT_ID" val="diagram20208604_1*i*2"/>
  <p:tag name="KSO_WM_TEMPLATE_CATEGORY" val="diagram"/>
  <p:tag name="KSO_WM_TEMPLATE_INDEX" val="20208604"/>
  <p:tag name="KSO_WM_UNIT_INDEX" val="2"/>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65248d0e2eac4a16859a1c0559d33ac9"/>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4"/>
</p:tagLst>
</file>

<file path=ppt/tags/tag622.xml><?xml version="1.0" encoding="utf-8"?>
<p:tagLst xmlns:p="http://schemas.openxmlformats.org/presentationml/2006/main">
  <p:tag name="KSO_WM_TAG_VERSION" val="1.0"/>
  <p:tag name="KSO_WM_BEAUTIFY_FLAG" val="#wm#"/>
  <p:tag name="KSO_WM_UNIT_TYPE" val="i"/>
  <p:tag name="KSO_WM_UNIT_ID" val="diagram20208604_1*i*3"/>
  <p:tag name="KSO_WM_TEMPLATE_CATEGORY" val="diagram"/>
  <p:tag name="KSO_WM_TEMPLATE_INDEX" val="20208604"/>
  <p:tag name="KSO_WM_UNIT_INDEX" val="3"/>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d26b32aaa4d84b0dbd1030a6cabd7a68"/>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5"/>
</p:tagLst>
</file>

<file path=ppt/tags/tag623.xml><?xml version="1.0" encoding="utf-8"?>
<p:tagLst xmlns:p="http://schemas.openxmlformats.org/presentationml/2006/main">
  <p:tag name="KSO_WM_TAG_VERSION" val="1.0"/>
  <p:tag name="KSO_WM_BEAUTIFY_FLAG" val="#wm#"/>
  <p:tag name="KSO_WM_UNIT_TYPE" val="i"/>
  <p:tag name="KSO_WM_UNIT_ID" val="diagram20208604_1*i*4"/>
  <p:tag name="KSO_WM_TEMPLATE_CATEGORY" val="diagram"/>
  <p:tag name="KSO_WM_TEMPLATE_INDEX" val="20208604"/>
  <p:tag name="KSO_WM_UNIT_INDEX" val="4"/>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808fb1adb4d744cc9d369074d0507e4f"/>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6"/>
</p:tagLst>
</file>

<file path=ppt/tags/tag624.xml><?xml version="1.0" encoding="utf-8"?>
<p:tagLst xmlns:p="http://schemas.openxmlformats.org/presentationml/2006/main">
  <p:tag name="KSO_WM_TAG_VERSION" val="1.0"/>
  <p:tag name="KSO_WM_BEAUTIFY_FLAG" val="#wm#"/>
  <p:tag name="KSO_WM_UNIT_TYPE" val="i"/>
  <p:tag name="KSO_WM_UNIT_ID" val="diagram20208604_1*i*5"/>
  <p:tag name="KSO_WM_TEMPLATE_CATEGORY" val="diagram"/>
  <p:tag name="KSO_WM_TEMPLATE_INDEX" val="20208604"/>
  <p:tag name="KSO_WM_UNIT_INDEX" val="5"/>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060ccbb9a83241f2a52575c4e4f76136"/>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7"/>
</p:tagLst>
</file>

<file path=ppt/tags/tag625.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需要用更多的文字来表述；但请您尽可能提炼思想的精髓。"/>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8604_1*f*1"/>
  <p:tag name="KSO_WM_TEMPLATE_CATEGORY" val="diagram"/>
  <p:tag name="KSO_WM_TEMPLATE_INDEX" val="20208604"/>
  <p:tag name="KSO_WM_UNIT_LAYERLEVEL" val="1"/>
  <p:tag name="KSO_WM_TAG_VERSION" val="1.0"/>
  <p:tag name="KSO_WM_BEAUTIFY_FLAG" val="#wm#"/>
  <p:tag name="KSO_WM_UNIT_DEFAULT_FONT" val="14;20;2"/>
  <p:tag name="KSO_WM_UNIT_BLOCK" val="0"/>
  <p:tag name="KSO_WM_UNIT_VALUE" val="588"/>
  <p:tag name="KSO_WM_UNIT_SHOW_EDIT_AREA_INDICATION" val="1"/>
  <p:tag name="KSO_WM_CHIP_GROUPID" val="5e6b05596848fb12bee65ac8"/>
  <p:tag name="KSO_WM_CHIP_XID" val="5e6b05596848fb12bee65aca"/>
  <p:tag name="KSO_WM_UNIT_DEC_AREA_ID" val="5557aaf2e9bc4b2499ccf5d271336ab4"/>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ff7d2160ef064691979e787d147d2e4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e7a4054ed1e2fb7f9a0"/>
  <p:tag name="KSO_WM_TEMPLATE_ASSEMBLE_GROUPID" val="60656e7a4054ed1e2fb7f9a0"/>
  <p:tag name="WM_BEAUTIFY_ZORDER_FLAG_TAG" val="8"/>
</p:tagLst>
</file>

<file path=ppt/tags/tag626.xml><?xml version="1.0" encoding="utf-8"?>
<p:tagLst xmlns:p="http://schemas.openxmlformats.org/presentationml/2006/main">
  <p:tag name="KSO_WM_SLIDE_ID" val="diagram20220058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8"/>
  <p:tag name="KSO_WM_SLIDE_LAYOUT" val="a_d"/>
  <p:tag name="KSO_WM_SLIDE_LAYOUT_CNT" val="1_1"/>
  <p:tag name="KSO_WM_SLIDE_TYPE" val="text"/>
  <p:tag name="KSO_WM_SLIDE_SUBTYPE" val="picTxt"/>
  <p:tag name="KSO_WM_SLIDE_LAYOUTTYPE" val="topbottom"/>
  <p:tag name="KSO_WM_SLIDE_SIZE" val="888*504"/>
  <p:tag name="KSO_WM_SLIDE_POSITION" val="36*12"/>
  <p:tag name="KSO_WM_SLIDE_LAYOUT_INFO" val="{&quot;backgroundInfo&quot;:[{&quot;bottom&quot;:0,&quot;bottomAbs&quot;:false,&quot;left&quot;:0,&quot;leftAbs&quot;:false,&quot;right&quot;:0,&quot;rightAbs&quot;:false,&quot;top&quot;:0,&quot;topAbs&quot;:false,&quot;type&quot;:&quot;general&quot;}],&quot;id&quot;:&quot;2026-01-13T21:13:15&quot;,&quot;maxSize&quot;:{&quot;size1&quot;:20},&quot;minSize&quot;:{&quot;size1&quot;:11.2},&quot;normalSize&quot;:{&quot;size1&quot;:11.2},&quot;subLayout&quot;:[{&quot;id&quot;:&quot;2026-01-13T21:13:15&quot;,&quot;margin&quot;:{&quot;bottom&quot;:0.025999998673796654,&quot;left&quot;:1.2699999809265137,&quot;right&quot;:1.2699999809265137,&quot;top&quot;:0.4230000376701355},&quot;type&quot;:0},{&quot;id&quot;:&quot;2026-01-13T21:13:15&quot;,&quot;margin&quot;:{&quot;bottom&quot;:0.847000002861023,&quot;left&quot;:1.2699999809265137,&quot;right&quot;:1.2699999809265137,&quot;top&quot;:1.2699999809265137},&quot;type&quot;:0}],&quot;type&quot;:0}"/>
  <p:tag name="KSO_WM_SLIDE_RATIO" val="1.777778"/>
  <p:tag name="KSO_WM_SLIDE_BACKGROUND" val="[&quot;general&quot;]"/>
  <p:tag name="KSO_WM_SLIDE_BACKGROUND_TYPE" val="general"/>
</p:tagLst>
</file>

<file path=ppt/tags/tag6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6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6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20058_1*i*1"/>
  <p:tag name="KSO_WM_TEMPLATE_CATEGORY" val="diagram"/>
  <p:tag name="KSO_WM_TEMPLATE_INDEX" val="20220058"/>
  <p:tag name="KSO_WM_UNIT_LAYERLEVEL" val="1"/>
  <p:tag name="KSO_WM_TAG_VERSION" val="1.0"/>
  <p:tag name="KSO_WM_BEAUTIFY_FLAG" val="#wm#"/>
  <p:tag name="KSO_WM_UNIT_BLOCK" val="0"/>
  <p:tag name="KSO_WM_UNIT_SM_LIMIT_TYPE" val="0"/>
  <p:tag name="KSO_WM_UNIT_DEC_AREA_ID" val="401453a90b9f4fd5b1215058b8a2f2e8"/>
  <p:tag name="KSO_WM_UNIT_DECORATE_INFO" val="{&quot;ReferentInfo&quot;:{&quot;Id&quot;:&quot;2d2094633d9c481aa0d84a95a0159686&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630.xml><?xml version="1.0" encoding="utf-8"?>
<p:tagLst xmlns:p="http://schemas.openxmlformats.org/presentationml/2006/main">
  <p:tag name="KSO_WM_UNIT_ISCONTENTSTITLE" val="0"/>
  <p:tag name="KSO_WM_UNIT_ISNUMDGMTITLE" val="0"/>
  <p:tag name="KSO_WM_UNIT_PRESET_TEXT" val="线型上下导航版"/>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diagram20220058_1*a*1"/>
  <p:tag name="KSO_WM_TEMPLATE_CATEGORY" val="diagram"/>
  <p:tag name="KSO_WM_TEMPLATE_INDEX" val="20220058"/>
  <p:tag name="KSO_WM_UNIT_LAYERLEVEL" val="1"/>
  <p:tag name="KSO_WM_TAG_VERSION" val="1.0"/>
  <p:tag name="KSO_WM_BEAUTIFY_FLAG" val="#wm#"/>
  <p:tag name="KSO_WM_UNIT_VALUE" val="27"/>
  <p:tag name="KSO_WM_UNIT_BLOCK" val="0"/>
  <p:tag name="KSO_WM_UNIT_SM_LIMIT_TYPE" val="2"/>
  <p:tag name="KSO_WM_UNIT_DEC_AREA_ID" val="2d2094633d9c481aa0d84a95a015968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631.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7315_1*f*1"/>
  <p:tag name="KSO_WM_TEMPLATE_CATEGORY" val="diagram"/>
  <p:tag name="KSO_WM_TEMPLATE_INDEX" val="20207315"/>
  <p:tag name="KSO_WM_UNIT_LAYERLEVEL" val="1"/>
  <p:tag name="KSO_WM_TAG_VERSION" val="1.0"/>
  <p:tag name="KSO_WM_BEAUTIFY_FLAG" val="#wm#"/>
  <p:tag name="KSO_WM_UNIT_DEFAULT_FONT" val="14;20;2"/>
  <p:tag name="KSO_WM_UNIT_BLOCK" val="0"/>
  <p:tag name="KSO_WM_UNIT_VALUE" val="290"/>
  <p:tag name="KSO_WM_UNIT_SHOW_EDIT_AREA_INDICATION" val="1"/>
  <p:tag name="KSO_WM_CHIP_GROUPID" val="5e6b05596848fb12bee65ac8"/>
  <p:tag name="KSO_WM_CHIP_XID" val="5e6b05596848fb12bee65aca"/>
  <p:tag name="KSO_WM_UNIT_DEC_AREA_ID" val="3462bde237c543c58b90892aede91ea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dc8ab5172452436899286f2808371cac"/>
  <p:tag name="KSO_WM_UNIT_TEXT_FILL_FORE_SCHEMECOLOR_INDEX_BRIGHTNESS" val="0.25"/>
  <p:tag name="KSO_WM_UNIT_TEXT_FILL_FORE_SCHEMECOLOR_INDEX" val="13"/>
  <p:tag name="KSO_WM_UNIT_TEXT_FILL_TYPE" val="1"/>
  <p:tag name="KSO_WM_TEMPLATE_ASSEMBLE_XID" val="6130c4e08b5cc6c91112a571"/>
  <p:tag name="KSO_WM_TEMPLATE_ASSEMBLE_GROUPID" val="6130c4e08b5cc6c91112a571"/>
  <p:tag name="WM_BEAUTIFY_ZORDER_FLAG_TAG" val="4"/>
</p:tagLst>
</file>

<file path=ppt/tags/tag632.xml><?xml version="1.0" encoding="utf-8"?>
<p:tagLst xmlns:p="http://schemas.openxmlformats.org/presentationml/2006/main">
  <p:tag name="KSO_WM_SLIDE_ID" val="diagram20220058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8"/>
  <p:tag name="KSO_WM_SLIDE_LAYOUT" val="a_d"/>
  <p:tag name="KSO_WM_SLIDE_LAYOUT_CNT" val="1_1"/>
  <p:tag name="KSO_WM_SLIDE_TYPE" val="text"/>
  <p:tag name="KSO_WM_SLIDE_SUBTYPE" val="picTxt"/>
  <p:tag name="KSO_WM_SLIDE_LAYOUTTYPE" val="topbottom"/>
  <p:tag name="KSO_WM_SLIDE_SIZE" val="888*504"/>
  <p:tag name="KSO_WM_SLIDE_POSITION" val="36*12"/>
  <p:tag name="KSO_WM_SLIDE_LAYOUT_INFO" val="{&quot;backgroundInfo&quot;:[{&quot;bottom&quot;:0,&quot;bottomAbs&quot;:false,&quot;left&quot;:0,&quot;leftAbs&quot;:false,&quot;right&quot;:0,&quot;rightAbs&quot;:false,&quot;top&quot;:0,&quot;topAbs&quot;:false,&quot;type&quot;:&quot;general&quot;}],&quot;id&quot;:&quot;2026-01-13T21:13:15&quot;,&quot;maxSize&quot;:{&quot;size1&quot;:20},&quot;minSize&quot;:{&quot;size1&quot;:11.2},&quot;normalSize&quot;:{&quot;size1&quot;:11.2},&quot;subLayout&quot;:[{&quot;id&quot;:&quot;2026-01-13T21:13:15&quot;,&quot;margin&quot;:{&quot;bottom&quot;:0.025999998673796654,&quot;left&quot;:1.2699999809265137,&quot;right&quot;:1.2699999809265137,&quot;top&quot;:0.4230000376701355},&quot;type&quot;:0},{&quot;id&quot;:&quot;2026-01-13T21:13:15&quot;,&quot;margin&quot;:{&quot;bottom&quot;:0.847000002861023,&quot;left&quot;:1.2699999809265137,&quot;right&quot;:1.2699999809265137,&quot;top&quot;:1.2699999809265137},&quot;type&quot;:0}],&quot;type&quot;:0}"/>
  <p:tag name="KSO_WM_SLIDE_RATIO" val="1.777778"/>
  <p:tag name="KSO_WM_SLIDE_BACKGROUND" val="[&quot;general&quot;]"/>
  <p:tag name="KSO_WM_SLIDE_BACKGROUND_TYPE" val="general"/>
</p:tagLst>
</file>

<file path=ppt/tags/tag63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63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63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20058_1*i*1"/>
  <p:tag name="KSO_WM_TEMPLATE_CATEGORY" val="diagram"/>
  <p:tag name="KSO_WM_TEMPLATE_INDEX" val="20220058"/>
  <p:tag name="KSO_WM_UNIT_LAYERLEVEL" val="1"/>
  <p:tag name="KSO_WM_TAG_VERSION" val="1.0"/>
  <p:tag name="KSO_WM_BEAUTIFY_FLAG" val="#wm#"/>
  <p:tag name="KSO_WM_UNIT_BLOCK" val="0"/>
  <p:tag name="KSO_WM_UNIT_SM_LIMIT_TYPE" val="0"/>
  <p:tag name="KSO_WM_UNIT_DEC_AREA_ID" val="401453a90b9f4fd5b1215058b8a2f2e8"/>
  <p:tag name="KSO_WM_UNIT_DECORATE_INFO" val="{&quot;ReferentInfo&quot;:{&quot;Id&quot;:&quot;2d2094633d9c481aa0d84a95a0159686&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636.xml><?xml version="1.0" encoding="utf-8"?>
<p:tagLst xmlns:p="http://schemas.openxmlformats.org/presentationml/2006/main">
  <p:tag name="KSO_WM_UNIT_ISCONTENTSTITLE" val="0"/>
  <p:tag name="KSO_WM_UNIT_ISNUMDGMTITLE" val="0"/>
  <p:tag name="KSO_WM_UNIT_PRESET_TEXT" val="线型上下导航版"/>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diagram20220058_1*a*1"/>
  <p:tag name="KSO_WM_TEMPLATE_CATEGORY" val="diagram"/>
  <p:tag name="KSO_WM_TEMPLATE_INDEX" val="20220058"/>
  <p:tag name="KSO_WM_UNIT_LAYERLEVEL" val="1"/>
  <p:tag name="KSO_WM_TAG_VERSION" val="1.0"/>
  <p:tag name="KSO_WM_BEAUTIFY_FLAG" val="#wm#"/>
  <p:tag name="KSO_WM_UNIT_VALUE" val="27"/>
  <p:tag name="KSO_WM_UNIT_BLOCK" val="0"/>
  <p:tag name="KSO_WM_UNIT_SM_LIMIT_TYPE" val="2"/>
  <p:tag name="KSO_WM_UNIT_DEC_AREA_ID" val="2d2094633d9c481aa0d84a95a015968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637.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2843_1*f*1"/>
  <p:tag name="KSO_WM_TEMPLATE_CATEGORY" val="diagram"/>
  <p:tag name="KSO_WM_TEMPLATE_INDEX" val="20212843"/>
  <p:tag name="KSO_WM_UNIT_LAYERLEVEL" val="1"/>
  <p:tag name="KSO_WM_TAG_VERSION" val="1.0"/>
  <p:tag name="KSO_WM_BEAUTIFY_FLAG" val="#wm#"/>
  <p:tag name="KSO_WM_UNIT_DEFAULT_FONT" val="14;20;2"/>
  <p:tag name="KSO_WM_UNIT_BLOCK" val="0"/>
  <p:tag name="KSO_WM_UNIT_VALUE" val="576"/>
  <p:tag name="KSO_WM_UNIT_SHOW_EDIT_AREA_INDICATION" val="1"/>
  <p:tag name="KSO_WM_CHIP_GROUPID" val="5e6b05596848fb12bee65ac8"/>
  <p:tag name="KSO_WM_CHIP_XID" val="5e6b05596848fb12bee65aca"/>
  <p:tag name="KSO_WM_UNIT_DEC_AREA_ID" val="8cb1ccbfd41a4f08aa021a2337e676da"/>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53f115901fe44f3787d5c3752471e8b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f644054ed1e2fb8092e"/>
  <p:tag name="KSO_WM_TEMPLATE_ASSEMBLE_GROUPID" val="60656f644054ed1e2fb8092e"/>
  <p:tag name="WM_BEAUTIFY_ZORDER_FLAG_TAG" val="3"/>
</p:tagLst>
</file>

<file path=ppt/tags/tag638.xml><?xml version="1.0" encoding="utf-8"?>
<p:tagLst xmlns:p="http://schemas.openxmlformats.org/presentationml/2006/main">
  <p:tag name="KSO_WM_SLIDE_ID" val="diagram20220058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8"/>
  <p:tag name="KSO_WM_SLIDE_LAYOUT" val="a_d"/>
  <p:tag name="KSO_WM_SLIDE_LAYOUT_CNT" val="1_1"/>
  <p:tag name="KSO_WM_SLIDE_TYPE" val="text"/>
  <p:tag name="KSO_WM_SLIDE_SUBTYPE" val="picTxt"/>
  <p:tag name="KSO_WM_SLIDE_LAYOUTTYPE" val="topbottom"/>
  <p:tag name="KSO_WM_SLIDE_SIZE" val="888*504"/>
  <p:tag name="KSO_WM_SLIDE_POSITION" val="36*12"/>
  <p:tag name="KSO_WM_SLIDE_LAYOUT_INFO" val="{&quot;backgroundInfo&quot;:[{&quot;bottom&quot;:0,&quot;bottomAbs&quot;:false,&quot;left&quot;:0,&quot;leftAbs&quot;:false,&quot;right&quot;:0,&quot;rightAbs&quot;:false,&quot;top&quot;:0,&quot;topAbs&quot;:false,&quot;type&quot;:&quot;general&quot;}],&quot;id&quot;:&quot;2026-01-13T21:13:15&quot;,&quot;maxSize&quot;:{&quot;size1&quot;:20},&quot;minSize&quot;:{&quot;size1&quot;:11.2},&quot;normalSize&quot;:{&quot;size1&quot;:11.2},&quot;subLayout&quot;:[{&quot;id&quot;:&quot;2026-01-13T21:13:15&quot;,&quot;margin&quot;:{&quot;bottom&quot;:0.025999998673796654,&quot;left&quot;:1.2699999809265137,&quot;right&quot;:1.2699999809265137,&quot;top&quot;:0.4230000376701355},&quot;type&quot;:0},{&quot;id&quot;:&quot;2026-01-13T21:13:15&quot;,&quot;margin&quot;:{&quot;bottom&quot;:0.847000002861023,&quot;left&quot;:1.2699999809265137,&quot;right&quot;:1.2699999809265137,&quot;top&quot;:1.2699999809265137},&quot;type&quot;:0}],&quot;type&quot;:0}"/>
  <p:tag name="KSO_WM_SLIDE_RATIO" val="1.777778"/>
  <p:tag name="KSO_WM_SLIDE_BACKGROUND" val="[&quot;general&quot;]"/>
  <p:tag name="KSO_WM_SLIDE_BACKGROUND_TYPE" val="general"/>
</p:tagLst>
</file>

<file path=ppt/tags/tag63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64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64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20058_1*i*1"/>
  <p:tag name="KSO_WM_TEMPLATE_CATEGORY" val="diagram"/>
  <p:tag name="KSO_WM_TEMPLATE_INDEX" val="20220058"/>
  <p:tag name="KSO_WM_UNIT_LAYERLEVEL" val="1"/>
  <p:tag name="KSO_WM_TAG_VERSION" val="1.0"/>
  <p:tag name="KSO_WM_BEAUTIFY_FLAG" val="#wm#"/>
  <p:tag name="KSO_WM_UNIT_BLOCK" val="0"/>
  <p:tag name="KSO_WM_UNIT_SM_LIMIT_TYPE" val="0"/>
  <p:tag name="KSO_WM_UNIT_DEC_AREA_ID" val="401453a90b9f4fd5b1215058b8a2f2e8"/>
  <p:tag name="KSO_WM_UNIT_DECORATE_INFO" val="{&quot;ReferentInfo&quot;:{&quot;Id&quot;:&quot;2d2094633d9c481aa0d84a95a0159686&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642.xml><?xml version="1.0" encoding="utf-8"?>
<p:tagLst xmlns:p="http://schemas.openxmlformats.org/presentationml/2006/main">
  <p:tag name="KSO_WM_UNIT_ISCONTENTSTITLE" val="0"/>
  <p:tag name="KSO_WM_UNIT_ISNUMDGMTITLE" val="0"/>
  <p:tag name="KSO_WM_UNIT_PRESET_TEXT" val="线型上下导航版"/>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diagram20220058_1*a*1"/>
  <p:tag name="KSO_WM_TEMPLATE_CATEGORY" val="diagram"/>
  <p:tag name="KSO_WM_TEMPLATE_INDEX" val="20220058"/>
  <p:tag name="KSO_WM_UNIT_LAYERLEVEL" val="1"/>
  <p:tag name="KSO_WM_TAG_VERSION" val="1.0"/>
  <p:tag name="KSO_WM_BEAUTIFY_FLAG" val="#wm#"/>
  <p:tag name="KSO_WM_UNIT_VALUE" val="27"/>
  <p:tag name="KSO_WM_UNIT_BLOCK" val="0"/>
  <p:tag name="KSO_WM_UNIT_SM_LIMIT_TYPE" val="2"/>
  <p:tag name="KSO_WM_UNIT_DEC_AREA_ID" val="2d2094633d9c481aa0d84a95a015968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643.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7315_1*f*1"/>
  <p:tag name="KSO_WM_TEMPLATE_CATEGORY" val="diagram"/>
  <p:tag name="KSO_WM_TEMPLATE_INDEX" val="20207315"/>
  <p:tag name="KSO_WM_UNIT_LAYERLEVEL" val="1"/>
  <p:tag name="KSO_WM_TAG_VERSION" val="1.0"/>
  <p:tag name="KSO_WM_BEAUTIFY_FLAG" val="#wm#"/>
  <p:tag name="KSO_WM_UNIT_DEFAULT_FONT" val="14;20;2"/>
  <p:tag name="KSO_WM_UNIT_BLOCK" val="0"/>
  <p:tag name="KSO_WM_UNIT_VALUE" val="290"/>
  <p:tag name="KSO_WM_UNIT_SHOW_EDIT_AREA_INDICATION" val="1"/>
  <p:tag name="KSO_WM_CHIP_GROUPID" val="5e6b05596848fb12bee65ac8"/>
  <p:tag name="KSO_WM_CHIP_XID" val="5e6b05596848fb12bee65aca"/>
  <p:tag name="KSO_WM_UNIT_DEC_AREA_ID" val="3462bde237c543c58b90892aede91ea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dc8ab5172452436899286f2808371cac"/>
  <p:tag name="KSO_WM_UNIT_TEXT_FILL_FORE_SCHEMECOLOR_INDEX_BRIGHTNESS" val="0.25"/>
  <p:tag name="KSO_WM_UNIT_TEXT_FILL_FORE_SCHEMECOLOR_INDEX" val="13"/>
  <p:tag name="KSO_WM_UNIT_TEXT_FILL_TYPE" val="1"/>
  <p:tag name="KSO_WM_TEMPLATE_ASSEMBLE_XID" val="6130c4e08b5cc6c91112a571"/>
  <p:tag name="KSO_WM_TEMPLATE_ASSEMBLE_GROUPID" val="6130c4e08b5cc6c91112a571"/>
  <p:tag name="WM_BEAUTIFY_ZORDER_FLAG_TAG" val="4"/>
</p:tagLst>
</file>

<file path=ppt/tags/tag644.xml><?xml version="1.0" encoding="utf-8"?>
<p:tagLst xmlns:p="http://schemas.openxmlformats.org/presentationml/2006/main">
  <p:tag name="KSO_WM_SLIDE_ID" val="diagram20220058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8"/>
  <p:tag name="KSO_WM_SLIDE_LAYOUT" val="a_d"/>
  <p:tag name="KSO_WM_SLIDE_LAYOUT_CNT" val="1_1"/>
  <p:tag name="KSO_WM_SLIDE_TYPE" val="text"/>
  <p:tag name="KSO_WM_SLIDE_SUBTYPE" val="picTxt"/>
  <p:tag name="KSO_WM_SLIDE_LAYOUTTYPE" val="topbottom"/>
  <p:tag name="KSO_WM_SLIDE_SIZE" val="888*504"/>
  <p:tag name="KSO_WM_SLIDE_POSITION" val="36*12"/>
  <p:tag name="KSO_WM_SLIDE_LAYOUT_INFO" val="{&quot;backgroundInfo&quot;:[{&quot;bottom&quot;:0,&quot;bottomAbs&quot;:false,&quot;left&quot;:0,&quot;leftAbs&quot;:false,&quot;right&quot;:0,&quot;rightAbs&quot;:false,&quot;top&quot;:0,&quot;topAbs&quot;:false,&quot;type&quot;:&quot;general&quot;}],&quot;id&quot;:&quot;2026-01-13T21:13:15&quot;,&quot;maxSize&quot;:{&quot;size1&quot;:20},&quot;minSize&quot;:{&quot;size1&quot;:11.2},&quot;normalSize&quot;:{&quot;size1&quot;:11.2},&quot;subLayout&quot;:[{&quot;id&quot;:&quot;2026-01-13T21:13:15&quot;,&quot;margin&quot;:{&quot;bottom&quot;:0.025999998673796654,&quot;left&quot;:1.2699999809265137,&quot;right&quot;:1.2699999809265137,&quot;top&quot;:0.4230000376701355},&quot;type&quot;:0},{&quot;id&quot;:&quot;2026-01-13T21:13:15&quot;,&quot;margin&quot;:{&quot;bottom&quot;:0.847000002861023,&quot;left&quot;:1.2699999809265137,&quot;right&quot;:1.2699999809265137,&quot;top&quot;:1.2699999809265137},&quot;type&quot;:0}],&quot;type&quot;:0}"/>
  <p:tag name="KSO_WM_SLIDE_RATIO" val="1.777778"/>
  <p:tag name="KSO_WM_SLIDE_BACKGROUND" val="[&quot;general&quot;]"/>
  <p:tag name="KSO_WM_SLIDE_BACKGROUND_TYPE" val="general"/>
</p:tagLst>
</file>

<file path=ppt/tags/tag64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64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64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20058_1*i*1"/>
  <p:tag name="KSO_WM_TEMPLATE_CATEGORY" val="diagram"/>
  <p:tag name="KSO_WM_TEMPLATE_INDEX" val="20220058"/>
  <p:tag name="KSO_WM_UNIT_LAYERLEVEL" val="1"/>
  <p:tag name="KSO_WM_TAG_VERSION" val="1.0"/>
  <p:tag name="KSO_WM_BEAUTIFY_FLAG" val="#wm#"/>
  <p:tag name="KSO_WM_UNIT_BLOCK" val="0"/>
  <p:tag name="KSO_WM_UNIT_SM_LIMIT_TYPE" val="0"/>
  <p:tag name="KSO_WM_UNIT_DEC_AREA_ID" val="401453a90b9f4fd5b1215058b8a2f2e8"/>
  <p:tag name="KSO_WM_UNIT_DECORATE_INFO" val="{&quot;ReferentInfo&quot;:{&quot;Id&quot;:&quot;2d2094633d9c481aa0d84a95a0159686&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648.xml><?xml version="1.0" encoding="utf-8"?>
<p:tagLst xmlns:p="http://schemas.openxmlformats.org/presentationml/2006/main">
  <p:tag name="KSO_WM_UNIT_ISCONTENTSTITLE" val="0"/>
  <p:tag name="KSO_WM_UNIT_ISNUMDGMTITLE" val="0"/>
  <p:tag name="KSO_WM_UNIT_PRESET_TEXT" val="线型上下导航版"/>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diagram20220058_1*a*1"/>
  <p:tag name="KSO_WM_TEMPLATE_CATEGORY" val="diagram"/>
  <p:tag name="KSO_WM_TEMPLATE_INDEX" val="20220058"/>
  <p:tag name="KSO_WM_UNIT_LAYERLEVEL" val="1"/>
  <p:tag name="KSO_WM_TAG_VERSION" val="1.0"/>
  <p:tag name="KSO_WM_BEAUTIFY_FLAG" val="#wm#"/>
  <p:tag name="KSO_WM_UNIT_VALUE" val="27"/>
  <p:tag name="KSO_WM_UNIT_BLOCK" val="0"/>
  <p:tag name="KSO_WM_UNIT_SM_LIMIT_TYPE" val="2"/>
  <p:tag name="KSO_WM_UNIT_DEC_AREA_ID" val="2d2094633d9c481aa0d84a95a015968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649.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2843_1*f*1"/>
  <p:tag name="KSO_WM_TEMPLATE_CATEGORY" val="diagram"/>
  <p:tag name="KSO_WM_TEMPLATE_INDEX" val="20212843"/>
  <p:tag name="KSO_WM_UNIT_LAYERLEVEL" val="1"/>
  <p:tag name="KSO_WM_TAG_VERSION" val="1.0"/>
  <p:tag name="KSO_WM_BEAUTIFY_FLAG" val="#wm#"/>
  <p:tag name="KSO_WM_UNIT_DEFAULT_FONT" val="14;20;2"/>
  <p:tag name="KSO_WM_UNIT_BLOCK" val="0"/>
  <p:tag name="KSO_WM_UNIT_VALUE" val="576"/>
  <p:tag name="KSO_WM_UNIT_SHOW_EDIT_AREA_INDICATION" val="1"/>
  <p:tag name="KSO_WM_CHIP_GROUPID" val="5e6b05596848fb12bee65ac8"/>
  <p:tag name="KSO_WM_CHIP_XID" val="5e6b05596848fb12bee65aca"/>
  <p:tag name="KSO_WM_UNIT_DEC_AREA_ID" val="8cb1ccbfd41a4f08aa021a2337e676da"/>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53f115901fe44f3787d5c3752471e8b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f644054ed1e2fb8092e"/>
  <p:tag name="KSO_WM_TEMPLATE_ASSEMBLE_GROUPID" val="60656f644054ed1e2fb8092e"/>
  <p:tag name="WM_BEAUTIFY_ZORDER_FLAG_TAG" val="3"/>
</p:tagLst>
</file>

<file path=ppt/tags/tag650.xml><?xml version="1.0" encoding="utf-8"?>
<p:tagLst xmlns:p="http://schemas.openxmlformats.org/presentationml/2006/main">
  <p:tag name="KSO_WM_SLIDE_ID" val="diagram20220058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8"/>
  <p:tag name="KSO_WM_SLIDE_LAYOUT" val="a_d"/>
  <p:tag name="KSO_WM_SLIDE_LAYOUT_CNT" val="1_1"/>
  <p:tag name="KSO_WM_SLIDE_TYPE" val="text"/>
  <p:tag name="KSO_WM_SLIDE_SUBTYPE" val="picTxt"/>
  <p:tag name="KSO_WM_SLIDE_LAYOUTTYPE" val="topbottom"/>
  <p:tag name="KSO_WM_SLIDE_SIZE" val="888*504"/>
  <p:tag name="KSO_WM_SLIDE_POSITION" val="36*12"/>
  <p:tag name="KSO_WM_SLIDE_LAYOUT_INFO" val="{&quot;backgroundInfo&quot;:[{&quot;bottom&quot;:0,&quot;bottomAbs&quot;:false,&quot;left&quot;:0,&quot;leftAbs&quot;:false,&quot;right&quot;:0,&quot;rightAbs&quot;:false,&quot;top&quot;:0,&quot;topAbs&quot;:false,&quot;type&quot;:&quot;general&quot;}],&quot;id&quot;:&quot;2026-01-13T21:13:15&quot;,&quot;maxSize&quot;:{&quot;size1&quot;:20},&quot;minSize&quot;:{&quot;size1&quot;:11.2},&quot;normalSize&quot;:{&quot;size1&quot;:11.2},&quot;subLayout&quot;:[{&quot;id&quot;:&quot;2026-01-13T21:13:15&quot;,&quot;margin&quot;:{&quot;bottom&quot;:0.025999998673796654,&quot;left&quot;:1.2699999809265137,&quot;right&quot;:1.2699999809265137,&quot;top&quot;:0.4230000376701355},&quot;type&quot;:0},{&quot;id&quot;:&quot;2026-01-13T21:13:15&quot;,&quot;margin&quot;:{&quot;bottom&quot;:0.847000002861023,&quot;left&quot;:1.2699999809265137,&quot;right&quot;:1.2699999809265137,&quot;top&quot;:1.2699999809265137},&quot;type&quot;:0}],&quot;type&quot;:0}"/>
  <p:tag name="KSO_WM_SLIDE_RATIO" val="1.777778"/>
  <p:tag name="KSO_WM_SLIDE_BACKGROUND" val="[&quot;general&quot;]"/>
  <p:tag name="KSO_WM_SLIDE_BACKGROUND_TYPE" val="general"/>
</p:tagLst>
</file>

<file path=ppt/tags/tag65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65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65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20058_1*i*1"/>
  <p:tag name="KSO_WM_TEMPLATE_CATEGORY" val="diagram"/>
  <p:tag name="KSO_WM_TEMPLATE_INDEX" val="20220058"/>
  <p:tag name="KSO_WM_UNIT_LAYERLEVEL" val="1"/>
  <p:tag name="KSO_WM_TAG_VERSION" val="1.0"/>
  <p:tag name="KSO_WM_BEAUTIFY_FLAG" val="#wm#"/>
  <p:tag name="KSO_WM_UNIT_BLOCK" val="0"/>
  <p:tag name="KSO_WM_UNIT_SM_LIMIT_TYPE" val="0"/>
  <p:tag name="KSO_WM_UNIT_DEC_AREA_ID" val="401453a90b9f4fd5b1215058b8a2f2e8"/>
  <p:tag name="KSO_WM_UNIT_DECORATE_INFO" val="{&quot;ReferentInfo&quot;:{&quot;Id&quot;:&quot;2d2094633d9c481aa0d84a95a0159686&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654.xml><?xml version="1.0" encoding="utf-8"?>
<p:tagLst xmlns:p="http://schemas.openxmlformats.org/presentationml/2006/main">
  <p:tag name="KSO_WM_UNIT_ISCONTENTSTITLE" val="0"/>
  <p:tag name="KSO_WM_UNIT_ISNUMDGMTITLE" val="0"/>
  <p:tag name="KSO_WM_UNIT_PRESET_TEXT" val="线型上下导航版"/>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diagram20220058_1*a*1"/>
  <p:tag name="KSO_WM_TEMPLATE_CATEGORY" val="diagram"/>
  <p:tag name="KSO_WM_TEMPLATE_INDEX" val="20220058"/>
  <p:tag name="KSO_WM_UNIT_LAYERLEVEL" val="1"/>
  <p:tag name="KSO_WM_TAG_VERSION" val="1.0"/>
  <p:tag name="KSO_WM_BEAUTIFY_FLAG" val="#wm#"/>
  <p:tag name="KSO_WM_UNIT_VALUE" val="27"/>
  <p:tag name="KSO_WM_UNIT_BLOCK" val="0"/>
  <p:tag name="KSO_WM_UNIT_SM_LIMIT_TYPE" val="2"/>
  <p:tag name="KSO_WM_UNIT_DEC_AREA_ID" val="2d2094633d9c481aa0d84a95a015968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655.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2843_1*f*1"/>
  <p:tag name="KSO_WM_TEMPLATE_CATEGORY" val="diagram"/>
  <p:tag name="KSO_WM_TEMPLATE_INDEX" val="20212843"/>
  <p:tag name="KSO_WM_UNIT_LAYERLEVEL" val="1"/>
  <p:tag name="KSO_WM_TAG_VERSION" val="1.0"/>
  <p:tag name="KSO_WM_BEAUTIFY_FLAG" val="#wm#"/>
  <p:tag name="KSO_WM_UNIT_DEFAULT_FONT" val="14;20;2"/>
  <p:tag name="KSO_WM_UNIT_BLOCK" val="0"/>
  <p:tag name="KSO_WM_UNIT_VALUE" val="576"/>
  <p:tag name="KSO_WM_UNIT_SHOW_EDIT_AREA_INDICATION" val="1"/>
  <p:tag name="KSO_WM_CHIP_GROUPID" val="5e6b05596848fb12bee65ac8"/>
  <p:tag name="KSO_WM_CHIP_XID" val="5e6b05596848fb12bee65aca"/>
  <p:tag name="KSO_WM_UNIT_DEC_AREA_ID" val="8cb1ccbfd41a4f08aa021a2337e676da"/>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53f115901fe44f3787d5c3752471e8b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f644054ed1e2fb8092e"/>
  <p:tag name="KSO_WM_TEMPLATE_ASSEMBLE_GROUPID" val="60656f644054ed1e2fb8092e"/>
  <p:tag name="WM_BEAUTIFY_ZORDER_FLAG_TAG" val="3"/>
</p:tagLst>
</file>

<file path=ppt/tags/tag656.xml><?xml version="1.0" encoding="utf-8"?>
<p:tagLst xmlns:p="http://schemas.openxmlformats.org/presentationml/2006/main">
  <p:tag name="KSO_WM_SLIDE_ID" val="diagram20220058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8"/>
  <p:tag name="KSO_WM_SLIDE_LAYOUT" val="a_d"/>
  <p:tag name="KSO_WM_SLIDE_LAYOUT_CNT" val="1_1"/>
  <p:tag name="KSO_WM_SLIDE_TYPE" val="text"/>
  <p:tag name="KSO_WM_SLIDE_SUBTYPE" val="picTxt"/>
  <p:tag name="KSO_WM_SLIDE_LAYOUTTYPE" val="topbottom"/>
  <p:tag name="KSO_WM_SLIDE_SIZE" val="888*504"/>
  <p:tag name="KSO_WM_SLIDE_POSITION" val="36*12"/>
  <p:tag name="KSO_WM_SLIDE_LAYOUT_INFO" val="{&quot;backgroundInfo&quot;:[{&quot;bottom&quot;:0,&quot;bottomAbs&quot;:false,&quot;left&quot;:0,&quot;leftAbs&quot;:false,&quot;right&quot;:0,&quot;rightAbs&quot;:false,&quot;top&quot;:0,&quot;topAbs&quot;:false,&quot;type&quot;:&quot;general&quot;}],&quot;id&quot;:&quot;2026-01-13T21:13:15&quot;,&quot;maxSize&quot;:{&quot;size1&quot;:20},&quot;minSize&quot;:{&quot;size1&quot;:11.2},&quot;normalSize&quot;:{&quot;size1&quot;:11.2},&quot;subLayout&quot;:[{&quot;id&quot;:&quot;2026-01-13T21:13:15&quot;,&quot;margin&quot;:{&quot;bottom&quot;:0.025999998673796654,&quot;left&quot;:1.2699999809265137,&quot;right&quot;:1.2699999809265137,&quot;top&quot;:0.4230000376701355},&quot;type&quot;:0},{&quot;id&quot;:&quot;2026-01-13T21:13:15&quot;,&quot;margin&quot;:{&quot;bottom&quot;:0.847000002861023,&quot;left&quot;:1.2699999809265137,&quot;right&quot;:1.2699999809265137,&quot;top&quot;:1.2699999809265137},&quot;type&quot;:0}],&quot;type&quot;:0}"/>
  <p:tag name="KSO_WM_SLIDE_RATIO" val="1.777778"/>
  <p:tag name="KSO_WM_SLIDE_BACKGROUND" val="[&quot;general&quot;]"/>
  <p:tag name="KSO_WM_SLIDE_BACKGROUND_TYPE" val="general"/>
</p:tagLst>
</file>

<file path=ppt/tags/tag65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65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65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20058_1*i*1"/>
  <p:tag name="KSO_WM_TEMPLATE_CATEGORY" val="diagram"/>
  <p:tag name="KSO_WM_TEMPLATE_INDEX" val="20220058"/>
  <p:tag name="KSO_WM_UNIT_LAYERLEVEL" val="1"/>
  <p:tag name="KSO_WM_TAG_VERSION" val="1.0"/>
  <p:tag name="KSO_WM_BEAUTIFY_FLAG" val="#wm#"/>
  <p:tag name="KSO_WM_UNIT_BLOCK" val="0"/>
  <p:tag name="KSO_WM_UNIT_SM_LIMIT_TYPE" val="0"/>
  <p:tag name="KSO_WM_UNIT_DEC_AREA_ID" val="401453a90b9f4fd5b1215058b8a2f2e8"/>
  <p:tag name="KSO_WM_UNIT_DECORATE_INFO" val="{&quot;ReferentInfo&quot;:{&quot;Id&quot;:&quot;2d2094633d9c481aa0d84a95a0159686&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660.xml><?xml version="1.0" encoding="utf-8"?>
<p:tagLst xmlns:p="http://schemas.openxmlformats.org/presentationml/2006/main">
  <p:tag name="KSO_WM_UNIT_ISCONTENTSTITLE" val="0"/>
  <p:tag name="KSO_WM_UNIT_ISNUMDGMTITLE" val="0"/>
  <p:tag name="KSO_WM_UNIT_PRESET_TEXT" val="线型上下导航版"/>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diagram20220058_1*a*1"/>
  <p:tag name="KSO_WM_TEMPLATE_CATEGORY" val="diagram"/>
  <p:tag name="KSO_WM_TEMPLATE_INDEX" val="20220058"/>
  <p:tag name="KSO_WM_UNIT_LAYERLEVEL" val="1"/>
  <p:tag name="KSO_WM_TAG_VERSION" val="1.0"/>
  <p:tag name="KSO_WM_BEAUTIFY_FLAG" val="#wm#"/>
  <p:tag name="KSO_WM_UNIT_VALUE" val="27"/>
  <p:tag name="KSO_WM_UNIT_BLOCK" val="0"/>
  <p:tag name="KSO_WM_UNIT_SM_LIMIT_TYPE" val="2"/>
  <p:tag name="KSO_WM_UNIT_DEC_AREA_ID" val="2d2094633d9c481aa0d84a95a015968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661.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2843_1*f*1"/>
  <p:tag name="KSO_WM_TEMPLATE_CATEGORY" val="diagram"/>
  <p:tag name="KSO_WM_TEMPLATE_INDEX" val="20212843"/>
  <p:tag name="KSO_WM_UNIT_LAYERLEVEL" val="1"/>
  <p:tag name="KSO_WM_TAG_VERSION" val="1.0"/>
  <p:tag name="KSO_WM_BEAUTIFY_FLAG" val="#wm#"/>
  <p:tag name="KSO_WM_UNIT_DEFAULT_FONT" val="14;20;2"/>
  <p:tag name="KSO_WM_UNIT_BLOCK" val="0"/>
  <p:tag name="KSO_WM_UNIT_VALUE" val="576"/>
  <p:tag name="KSO_WM_UNIT_SHOW_EDIT_AREA_INDICATION" val="1"/>
  <p:tag name="KSO_WM_CHIP_GROUPID" val="5e6b05596848fb12bee65ac8"/>
  <p:tag name="KSO_WM_CHIP_XID" val="5e6b05596848fb12bee65aca"/>
  <p:tag name="KSO_WM_UNIT_DEC_AREA_ID" val="8cb1ccbfd41a4f08aa021a2337e676da"/>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53f115901fe44f3787d5c3752471e8b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f644054ed1e2fb8092e"/>
  <p:tag name="KSO_WM_TEMPLATE_ASSEMBLE_GROUPID" val="60656f644054ed1e2fb8092e"/>
  <p:tag name="WM_BEAUTIFY_ZORDER_FLAG_TAG" val="3"/>
</p:tagLst>
</file>

<file path=ppt/tags/tag662.xml><?xml version="1.0" encoding="utf-8"?>
<p:tagLst xmlns:p="http://schemas.openxmlformats.org/presentationml/2006/main">
  <p:tag name="KSO_WM_SLIDE_ID" val="diagram20220058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8"/>
  <p:tag name="KSO_WM_SLIDE_LAYOUT" val="a_d"/>
  <p:tag name="KSO_WM_SLIDE_LAYOUT_CNT" val="1_1"/>
  <p:tag name="KSO_WM_SLIDE_TYPE" val="text"/>
  <p:tag name="KSO_WM_SLIDE_SUBTYPE" val="picTxt"/>
  <p:tag name="KSO_WM_SLIDE_LAYOUTTYPE" val="topbottom"/>
  <p:tag name="KSO_WM_SLIDE_SIZE" val="888*504"/>
  <p:tag name="KSO_WM_SLIDE_POSITION" val="36*12"/>
  <p:tag name="KSO_WM_SLIDE_LAYOUT_INFO" val="{&quot;backgroundInfo&quot;:[{&quot;bottom&quot;:0,&quot;bottomAbs&quot;:false,&quot;left&quot;:0,&quot;leftAbs&quot;:false,&quot;right&quot;:0,&quot;rightAbs&quot;:false,&quot;top&quot;:0,&quot;topAbs&quot;:false,&quot;type&quot;:&quot;general&quot;}],&quot;id&quot;:&quot;2026-01-13T21:13:15&quot;,&quot;maxSize&quot;:{&quot;size1&quot;:20},&quot;minSize&quot;:{&quot;size1&quot;:11.2},&quot;normalSize&quot;:{&quot;size1&quot;:11.2},&quot;subLayout&quot;:[{&quot;id&quot;:&quot;2026-01-13T21:13:15&quot;,&quot;margin&quot;:{&quot;bottom&quot;:0.025999998673796654,&quot;left&quot;:1.2699999809265137,&quot;right&quot;:1.2699999809265137,&quot;top&quot;:0.4230000376701355},&quot;type&quot;:0},{&quot;id&quot;:&quot;2026-01-13T21:13:15&quot;,&quot;margin&quot;:{&quot;bottom&quot;:0.847000002861023,&quot;left&quot;:1.2699999809265137,&quot;right&quot;:1.2699999809265137,&quot;top&quot;:1.2699999809265137},&quot;type&quot;:0}],&quot;type&quot;:0}"/>
  <p:tag name="KSO_WM_SLIDE_RATIO" val="1.777778"/>
  <p:tag name="KSO_WM_SLIDE_BACKGROUND" val="[&quot;general&quot;]"/>
  <p:tag name="KSO_WM_SLIDE_BACKGROUND_TYPE" val="general"/>
</p:tagLst>
</file>

<file path=ppt/tags/tag66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66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66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20058_1*i*1"/>
  <p:tag name="KSO_WM_TEMPLATE_CATEGORY" val="diagram"/>
  <p:tag name="KSO_WM_TEMPLATE_INDEX" val="20220058"/>
  <p:tag name="KSO_WM_UNIT_LAYERLEVEL" val="1"/>
  <p:tag name="KSO_WM_TAG_VERSION" val="1.0"/>
  <p:tag name="KSO_WM_BEAUTIFY_FLAG" val="#wm#"/>
  <p:tag name="KSO_WM_UNIT_BLOCK" val="0"/>
  <p:tag name="KSO_WM_UNIT_SM_LIMIT_TYPE" val="0"/>
  <p:tag name="KSO_WM_UNIT_DEC_AREA_ID" val="401453a90b9f4fd5b1215058b8a2f2e8"/>
  <p:tag name="KSO_WM_UNIT_DECORATE_INFO" val="{&quot;ReferentInfo&quot;:{&quot;Id&quot;:&quot;2d2094633d9c481aa0d84a95a0159686&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666.xml><?xml version="1.0" encoding="utf-8"?>
<p:tagLst xmlns:p="http://schemas.openxmlformats.org/presentationml/2006/main">
  <p:tag name="KSO_WM_UNIT_ISCONTENTSTITLE" val="0"/>
  <p:tag name="KSO_WM_UNIT_ISNUMDGMTITLE" val="0"/>
  <p:tag name="KSO_WM_UNIT_PRESET_TEXT" val="线型上下导航版"/>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diagram20220058_1*a*1"/>
  <p:tag name="KSO_WM_TEMPLATE_CATEGORY" val="diagram"/>
  <p:tag name="KSO_WM_TEMPLATE_INDEX" val="20220058"/>
  <p:tag name="KSO_WM_UNIT_LAYERLEVEL" val="1"/>
  <p:tag name="KSO_WM_TAG_VERSION" val="1.0"/>
  <p:tag name="KSO_WM_BEAUTIFY_FLAG" val="#wm#"/>
  <p:tag name="KSO_WM_UNIT_VALUE" val="27"/>
  <p:tag name="KSO_WM_UNIT_BLOCK" val="0"/>
  <p:tag name="KSO_WM_UNIT_SM_LIMIT_TYPE" val="2"/>
  <p:tag name="KSO_WM_UNIT_DEC_AREA_ID" val="2d2094633d9c481aa0d84a95a015968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667.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2843_1*f*1"/>
  <p:tag name="KSO_WM_TEMPLATE_CATEGORY" val="diagram"/>
  <p:tag name="KSO_WM_TEMPLATE_INDEX" val="20212843"/>
  <p:tag name="KSO_WM_UNIT_LAYERLEVEL" val="1"/>
  <p:tag name="KSO_WM_TAG_VERSION" val="1.0"/>
  <p:tag name="KSO_WM_BEAUTIFY_FLAG" val="#wm#"/>
  <p:tag name="KSO_WM_UNIT_DEFAULT_FONT" val="14;20;2"/>
  <p:tag name="KSO_WM_UNIT_BLOCK" val="0"/>
  <p:tag name="KSO_WM_UNIT_VALUE" val="576"/>
  <p:tag name="KSO_WM_UNIT_SHOW_EDIT_AREA_INDICATION" val="1"/>
  <p:tag name="KSO_WM_CHIP_GROUPID" val="5e6b05596848fb12bee65ac8"/>
  <p:tag name="KSO_WM_CHIP_XID" val="5e6b05596848fb12bee65aca"/>
  <p:tag name="KSO_WM_UNIT_DEC_AREA_ID" val="8cb1ccbfd41a4f08aa021a2337e676da"/>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53f115901fe44f3787d5c3752471e8b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f644054ed1e2fb8092e"/>
  <p:tag name="KSO_WM_TEMPLATE_ASSEMBLE_GROUPID" val="60656f644054ed1e2fb8092e"/>
  <p:tag name="WM_BEAUTIFY_ZORDER_FLAG_TAG" val="3"/>
</p:tagLst>
</file>

<file path=ppt/tags/tag668.xml><?xml version="1.0" encoding="utf-8"?>
<p:tagLst xmlns:p="http://schemas.openxmlformats.org/presentationml/2006/main">
  <p:tag name="KSO_WM_SLIDE_ID" val="diagram20220058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8"/>
  <p:tag name="KSO_WM_SLIDE_LAYOUT" val="a_d"/>
  <p:tag name="KSO_WM_SLIDE_LAYOUT_CNT" val="1_1"/>
  <p:tag name="KSO_WM_SLIDE_TYPE" val="text"/>
  <p:tag name="KSO_WM_SLIDE_SUBTYPE" val="picTxt"/>
  <p:tag name="KSO_WM_SLIDE_LAYOUTTYPE" val="topbottom"/>
  <p:tag name="KSO_WM_SLIDE_SIZE" val="888*504"/>
  <p:tag name="KSO_WM_SLIDE_POSITION" val="36*12"/>
  <p:tag name="KSO_WM_SLIDE_LAYOUT_INFO" val="{&quot;backgroundInfo&quot;:[{&quot;bottom&quot;:0,&quot;bottomAbs&quot;:false,&quot;left&quot;:0,&quot;leftAbs&quot;:false,&quot;right&quot;:0,&quot;rightAbs&quot;:false,&quot;top&quot;:0,&quot;topAbs&quot;:false,&quot;type&quot;:&quot;general&quot;}],&quot;id&quot;:&quot;2026-01-13T21:13:15&quot;,&quot;maxSize&quot;:{&quot;size1&quot;:20},&quot;minSize&quot;:{&quot;size1&quot;:11.2},&quot;normalSize&quot;:{&quot;size1&quot;:11.2},&quot;subLayout&quot;:[{&quot;id&quot;:&quot;2026-01-13T21:13:15&quot;,&quot;margin&quot;:{&quot;bottom&quot;:0.025999998673796654,&quot;left&quot;:1.2699999809265137,&quot;right&quot;:1.2699999809265137,&quot;top&quot;:0.4230000376701355},&quot;type&quot;:0},{&quot;id&quot;:&quot;2026-01-13T21:13:15&quot;,&quot;margin&quot;:{&quot;bottom&quot;:0.847000002861023,&quot;left&quot;:1.2699999809265137,&quot;right&quot;:1.2699999809265137,&quot;top&quot;:1.2699999809265137},&quot;type&quot;:0}],&quot;type&quot;:0}"/>
  <p:tag name="KSO_WM_SLIDE_RATIO" val="1.777778"/>
  <p:tag name="KSO_WM_SLIDE_BACKGROUND" val="[&quot;general&quot;]"/>
  <p:tag name="KSO_WM_SLIDE_BACKGROUND_TYPE" val="general"/>
</p:tagLst>
</file>

<file path=ppt/tags/tag66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67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67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20058_1*i*1"/>
  <p:tag name="KSO_WM_TEMPLATE_CATEGORY" val="diagram"/>
  <p:tag name="KSO_WM_TEMPLATE_INDEX" val="20220058"/>
  <p:tag name="KSO_WM_UNIT_LAYERLEVEL" val="1"/>
  <p:tag name="KSO_WM_TAG_VERSION" val="1.0"/>
  <p:tag name="KSO_WM_BEAUTIFY_FLAG" val="#wm#"/>
  <p:tag name="KSO_WM_UNIT_BLOCK" val="0"/>
  <p:tag name="KSO_WM_UNIT_SM_LIMIT_TYPE" val="0"/>
  <p:tag name="KSO_WM_UNIT_DEC_AREA_ID" val="401453a90b9f4fd5b1215058b8a2f2e8"/>
  <p:tag name="KSO_WM_UNIT_DECORATE_INFO" val="{&quot;ReferentInfo&quot;:{&quot;Id&quot;:&quot;2d2094633d9c481aa0d84a95a0159686&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672.xml><?xml version="1.0" encoding="utf-8"?>
<p:tagLst xmlns:p="http://schemas.openxmlformats.org/presentationml/2006/main">
  <p:tag name="KSO_WM_UNIT_ISCONTENTSTITLE" val="0"/>
  <p:tag name="KSO_WM_UNIT_ISNUMDGMTITLE" val="0"/>
  <p:tag name="KSO_WM_UNIT_PRESET_TEXT" val="线型上下导航版"/>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diagram20220058_1*a*1"/>
  <p:tag name="KSO_WM_TEMPLATE_CATEGORY" val="diagram"/>
  <p:tag name="KSO_WM_TEMPLATE_INDEX" val="20220058"/>
  <p:tag name="KSO_WM_UNIT_LAYERLEVEL" val="1"/>
  <p:tag name="KSO_WM_TAG_VERSION" val="1.0"/>
  <p:tag name="KSO_WM_BEAUTIFY_FLAG" val="#wm#"/>
  <p:tag name="KSO_WM_UNIT_VALUE" val="27"/>
  <p:tag name="KSO_WM_UNIT_BLOCK" val="0"/>
  <p:tag name="KSO_WM_UNIT_SM_LIMIT_TYPE" val="2"/>
  <p:tag name="KSO_WM_UNIT_DEC_AREA_ID" val="2d2094633d9c481aa0d84a95a015968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673.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2843_1*f*1"/>
  <p:tag name="KSO_WM_TEMPLATE_CATEGORY" val="diagram"/>
  <p:tag name="KSO_WM_TEMPLATE_INDEX" val="20212843"/>
  <p:tag name="KSO_WM_UNIT_LAYERLEVEL" val="1"/>
  <p:tag name="KSO_WM_TAG_VERSION" val="1.0"/>
  <p:tag name="KSO_WM_BEAUTIFY_FLAG" val="#wm#"/>
  <p:tag name="KSO_WM_UNIT_DEFAULT_FONT" val="14;20;2"/>
  <p:tag name="KSO_WM_UNIT_BLOCK" val="0"/>
  <p:tag name="KSO_WM_UNIT_VALUE" val="576"/>
  <p:tag name="KSO_WM_UNIT_SHOW_EDIT_AREA_INDICATION" val="1"/>
  <p:tag name="KSO_WM_CHIP_GROUPID" val="5e6b05596848fb12bee65ac8"/>
  <p:tag name="KSO_WM_CHIP_XID" val="5e6b05596848fb12bee65aca"/>
  <p:tag name="KSO_WM_UNIT_DEC_AREA_ID" val="8cb1ccbfd41a4f08aa021a2337e676da"/>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53f115901fe44f3787d5c3752471e8b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f644054ed1e2fb8092e"/>
  <p:tag name="KSO_WM_TEMPLATE_ASSEMBLE_GROUPID" val="60656f644054ed1e2fb8092e"/>
  <p:tag name="WM_BEAUTIFY_ZORDER_FLAG_TAG" val="3"/>
</p:tagLst>
</file>

<file path=ppt/tags/tag674.xml><?xml version="1.0" encoding="utf-8"?>
<p:tagLst xmlns:p="http://schemas.openxmlformats.org/presentationml/2006/main">
  <p:tag name="KSO_WM_SLIDE_ID" val="diagram20220058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8"/>
  <p:tag name="KSO_WM_SLIDE_LAYOUT" val="a_d"/>
  <p:tag name="KSO_WM_SLIDE_LAYOUT_CNT" val="1_1"/>
  <p:tag name="KSO_WM_SLIDE_TYPE" val="text"/>
  <p:tag name="KSO_WM_SLIDE_SUBTYPE" val="picTxt"/>
  <p:tag name="KSO_WM_SLIDE_LAYOUTTYPE" val="topbottom"/>
  <p:tag name="KSO_WM_SLIDE_SIZE" val="888*504"/>
  <p:tag name="KSO_WM_SLIDE_POSITION" val="36*12"/>
  <p:tag name="KSO_WM_SLIDE_LAYOUT_INFO" val="{&quot;backgroundInfo&quot;:[{&quot;bottom&quot;:0,&quot;bottomAbs&quot;:false,&quot;left&quot;:0,&quot;leftAbs&quot;:false,&quot;right&quot;:0,&quot;rightAbs&quot;:false,&quot;top&quot;:0,&quot;topAbs&quot;:false,&quot;type&quot;:&quot;general&quot;}],&quot;id&quot;:&quot;2026-01-13T21:13:15&quot;,&quot;maxSize&quot;:{&quot;size1&quot;:20},&quot;minSize&quot;:{&quot;size1&quot;:11.2},&quot;normalSize&quot;:{&quot;size1&quot;:11.2},&quot;subLayout&quot;:[{&quot;id&quot;:&quot;2026-01-13T21:13:15&quot;,&quot;margin&quot;:{&quot;bottom&quot;:0.025999998673796654,&quot;left&quot;:1.2699999809265137,&quot;right&quot;:1.2699999809265137,&quot;top&quot;:0.4230000376701355},&quot;type&quot;:0},{&quot;id&quot;:&quot;2026-01-13T21:13:15&quot;,&quot;margin&quot;:{&quot;bottom&quot;:0.847000002861023,&quot;left&quot;:1.2699999809265137,&quot;right&quot;:1.2699999809265137,&quot;top&quot;:1.2699999809265137},&quot;type&quot;:0}],&quot;type&quot;:0}"/>
  <p:tag name="KSO_WM_SLIDE_RATIO" val="1.777778"/>
  <p:tag name="KSO_WM_SLIDE_BACKGROUND" val="[&quot;general&quot;]"/>
  <p:tag name="KSO_WM_SLIDE_BACKGROUND_TYPE" val="general"/>
</p:tagLst>
</file>

<file path=ppt/tags/tag67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67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67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20058_1*i*1"/>
  <p:tag name="KSO_WM_TEMPLATE_CATEGORY" val="diagram"/>
  <p:tag name="KSO_WM_TEMPLATE_INDEX" val="20220058"/>
  <p:tag name="KSO_WM_UNIT_LAYERLEVEL" val="1"/>
  <p:tag name="KSO_WM_TAG_VERSION" val="1.0"/>
  <p:tag name="KSO_WM_BEAUTIFY_FLAG" val="#wm#"/>
  <p:tag name="KSO_WM_UNIT_BLOCK" val="0"/>
  <p:tag name="KSO_WM_UNIT_SM_LIMIT_TYPE" val="0"/>
  <p:tag name="KSO_WM_UNIT_DEC_AREA_ID" val="401453a90b9f4fd5b1215058b8a2f2e8"/>
  <p:tag name="KSO_WM_UNIT_DECORATE_INFO" val="{&quot;ReferentInfo&quot;:{&quot;Id&quot;:&quot;2d2094633d9c481aa0d84a95a0159686&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678.xml><?xml version="1.0" encoding="utf-8"?>
<p:tagLst xmlns:p="http://schemas.openxmlformats.org/presentationml/2006/main">
  <p:tag name="KSO_WM_UNIT_ISCONTENTSTITLE" val="0"/>
  <p:tag name="KSO_WM_UNIT_ISNUMDGMTITLE" val="0"/>
  <p:tag name="KSO_WM_UNIT_PRESET_TEXT" val="线型上下导航版"/>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diagram20220058_1*a*1"/>
  <p:tag name="KSO_WM_TEMPLATE_CATEGORY" val="diagram"/>
  <p:tag name="KSO_WM_TEMPLATE_INDEX" val="20220058"/>
  <p:tag name="KSO_WM_UNIT_LAYERLEVEL" val="1"/>
  <p:tag name="KSO_WM_TAG_VERSION" val="1.0"/>
  <p:tag name="KSO_WM_BEAUTIFY_FLAG" val="#wm#"/>
  <p:tag name="KSO_WM_UNIT_VALUE" val="27"/>
  <p:tag name="KSO_WM_UNIT_BLOCK" val="0"/>
  <p:tag name="KSO_WM_UNIT_SM_LIMIT_TYPE" val="2"/>
  <p:tag name="KSO_WM_UNIT_DEC_AREA_ID" val="2d2094633d9c481aa0d84a95a015968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679.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7315_1*f*1"/>
  <p:tag name="KSO_WM_TEMPLATE_CATEGORY" val="diagram"/>
  <p:tag name="KSO_WM_TEMPLATE_INDEX" val="20207315"/>
  <p:tag name="KSO_WM_UNIT_LAYERLEVEL" val="1"/>
  <p:tag name="KSO_WM_TAG_VERSION" val="1.0"/>
  <p:tag name="KSO_WM_BEAUTIFY_FLAG" val="#wm#"/>
  <p:tag name="KSO_WM_UNIT_DEFAULT_FONT" val="14;20;2"/>
  <p:tag name="KSO_WM_UNIT_BLOCK" val="0"/>
  <p:tag name="KSO_WM_UNIT_VALUE" val="290"/>
  <p:tag name="KSO_WM_UNIT_SHOW_EDIT_AREA_INDICATION" val="1"/>
  <p:tag name="KSO_WM_CHIP_GROUPID" val="5e6b05596848fb12bee65ac8"/>
  <p:tag name="KSO_WM_CHIP_XID" val="5e6b05596848fb12bee65aca"/>
  <p:tag name="KSO_WM_UNIT_DEC_AREA_ID" val="3462bde237c543c58b90892aede91ea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dc8ab5172452436899286f2808371cac"/>
  <p:tag name="KSO_WM_UNIT_TEXT_FILL_FORE_SCHEMECOLOR_INDEX_BRIGHTNESS" val="0.25"/>
  <p:tag name="KSO_WM_UNIT_TEXT_FILL_FORE_SCHEMECOLOR_INDEX" val="13"/>
  <p:tag name="KSO_WM_UNIT_TEXT_FILL_TYPE" val="1"/>
  <p:tag name="KSO_WM_TEMPLATE_ASSEMBLE_XID" val="6130c4e08b5cc6c91112a571"/>
  <p:tag name="KSO_WM_TEMPLATE_ASSEMBLE_GROUPID" val="6130c4e08b5cc6c91112a571"/>
  <p:tag name="WM_BEAUTIFY_ZORDER_FLAG_TAG" val="4"/>
</p:tagLst>
</file>

<file path=ppt/tags/tag680.xml><?xml version="1.0" encoding="utf-8"?>
<p:tagLst xmlns:p="http://schemas.openxmlformats.org/presentationml/2006/main">
  <p:tag name="KSO_WM_SLIDE_ID" val="diagram20220058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8"/>
  <p:tag name="KSO_WM_SLIDE_LAYOUT" val="a_d"/>
  <p:tag name="KSO_WM_SLIDE_LAYOUT_CNT" val="1_1"/>
  <p:tag name="KSO_WM_SLIDE_TYPE" val="text"/>
  <p:tag name="KSO_WM_SLIDE_SUBTYPE" val="picTxt"/>
  <p:tag name="KSO_WM_SLIDE_LAYOUTTYPE" val="topbottom"/>
  <p:tag name="KSO_WM_SLIDE_SIZE" val="888*504"/>
  <p:tag name="KSO_WM_SLIDE_POSITION" val="36*12"/>
  <p:tag name="KSO_WM_SLIDE_LAYOUT_INFO" val="{&quot;backgroundInfo&quot;:[{&quot;bottom&quot;:0,&quot;bottomAbs&quot;:false,&quot;left&quot;:0,&quot;leftAbs&quot;:false,&quot;right&quot;:0,&quot;rightAbs&quot;:false,&quot;top&quot;:0,&quot;topAbs&quot;:false,&quot;type&quot;:&quot;general&quot;}],&quot;id&quot;:&quot;2026-01-13T21:13:15&quot;,&quot;maxSize&quot;:{&quot;size1&quot;:20},&quot;minSize&quot;:{&quot;size1&quot;:11.2},&quot;normalSize&quot;:{&quot;size1&quot;:11.2},&quot;subLayout&quot;:[{&quot;id&quot;:&quot;2026-01-13T21:13:15&quot;,&quot;margin&quot;:{&quot;bottom&quot;:0.025999998673796654,&quot;left&quot;:1.2699999809265137,&quot;right&quot;:1.2699999809265137,&quot;top&quot;:0.4230000376701355},&quot;type&quot;:0},{&quot;id&quot;:&quot;2026-01-13T21:13:15&quot;,&quot;margin&quot;:{&quot;bottom&quot;:0.847000002861023,&quot;left&quot;:1.2699999809265137,&quot;right&quot;:1.2699999809265137,&quot;top&quot;:1.2699999809265137},&quot;type&quot;:0}],&quot;type&quot;:0}"/>
  <p:tag name="KSO_WM_SLIDE_RATIO" val="1.777778"/>
  <p:tag name="KSO_WM_SLIDE_BACKGROUND" val="[&quot;general&quot;]"/>
  <p:tag name="KSO_WM_SLIDE_BACKGROUND_TYPE" val="general"/>
</p:tagLst>
</file>

<file path=ppt/tags/tag68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68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68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20058_1*i*1"/>
  <p:tag name="KSO_WM_TEMPLATE_CATEGORY" val="diagram"/>
  <p:tag name="KSO_WM_TEMPLATE_INDEX" val="20220058"/>
  <p:tag name="KSO_WM_UNIT_LAYERLEVEL" val="1"/>
  <p:tag name="KSO_WM_TAG_VERSION" val="1.0"/>
  <p:tag name="KSO_WM_BEAUTIFY_FLAG" val="#wm#"/>
  <p:tag name="KSO_WM_UNIT_BLOCK" val="0"/>
  <p:tag name="KSO_WM_UNIT_SM_LIMIT_TYPE" val="0"/>
  <p:tag name="KSO_WM_UNIT_DEC_AREA_ID" val="401453a90b9f4fd5b1215058b8a2f2e8"/>
  <p:tag name="KSO_WM_UNIT_DECORATE_INFO" val="{&quot;ReferentInfo&quot;:{&quot;Id&quot;:&quot;2d2094633d9c481aa0d84a95a0159686&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684.xml><?xml version="1.0" encoding="utf-8"?>
<p:tagLst xmlns:p="http://schemas.openxmlformats.org/presentationml/2006/main">
  <p:tag name="KSO_WM_UNIT_ISCONTENTSTITLE" val="0"/>
  <p:tag name="KSO_WM_UNIT_ISNUMDGMTITLE" val="0"/>
  <p:tag name="KSO_WM_UNIT_PRESET_TEXT" val="线型上下导航版"/>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diagram20220058_1*a*1"/>
  <p:tag name="KSO_WM_TEMPLATE_CATEGORY" val="diagram"/>
  <p:tag name="KSO_WM_TEMPLATE_INDEX" val="20220058"/>
  <p:tag name="KSO_WM_UNIT_LAYERLEVEL" val="1"/>
  <p:tag name="KSO_WM_TAG_VERSION" val="1.0"/>
  <p:tag name="KSO_WM_BEAUTIFY_FLAG" val="#wm#"/>
  <p:tag name="KSO_WM_UNIT_VALUE" val="27"/>
  <p:tag name="KSO_WM_UNIT_BLOCK" val="0"/>
  <p:tag name="KSO_WM_UNIT_SM_LIMIT_TYPE" val="2"/>
  <p:tag name="KSO_WM_UNIT_DEC_AREA_ID" val="2d2094633d9c481aa0d84a95a015968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685.xml><?xml version="1.0" encoding="utf-8"?>
<p:tagLst xmlns:p="http://schemas.openxmlformats.org/presentationml/2006/main">
  <p:tag name="KSO_WM_TAG_VERSION" val="1.0"/>
  <p:tag name="KSO_WM_BEAUTIFY_FLAG" val="#wm#"/>
  <p:tag name="KSO_WM_UNIT_TYPE" val="i"/>
  <p:tag name="KSO_WM_UNIT_ID" val="diagram20208604_1*i*1"/>
  <p:tag name="KSO_WM_TEMPLATE_CATEGORY" val="diagram"/>
  <p:tag name="KSO_WM_TEMPLATE_INDEX" val="20208604"/>
  <p:tag name="KSO_WM_UNIT_INDEX" val="1"/>
  <p:tag name="KSO_WM_UNIT_HIGHLIGHT" val="0"/>
  <p:tag name="KSO_WM_UNIT_COMPATIBLE" val="0"/>
  <p:tag name="KSO_WM_UNIT_DIAGRAM_ISNUMVISUAL" val="0"/>
  <p:tag name="KSO_WM_UNIT_DIAGRAM_ISREFERUNIT" val="0"/>
  <p:tag name="KSO_WM_UNIT_LAYERLEVEL" val="1"/>
  <p:tag name="KSO_WM_UNIT_BLOCK" val="0"/>
  <p:tag name="KSO_WM_UNIT_SM_LIMIT_TYPE" val="2"/>
  <p:tag name="KSO_WM_UNIT_DEC_AREA_ID" val="e352ecb8f5b840f19a3cb857467d0e4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UNIT_TEXT_FILL_FORE_SCHEMECOLOR_INDEX_BRIGHTNESS" val="0"/>
  <p:tag name="KSO_WM_UNIT_TEXT_FILL_FORE_SCHEMECOLOR_INDEX" val="2"/>
  <p:tag name="KSO_WM_UNIT_TEXT_FILL_TYPE" val="1"/>
  <p:tag name="KSO_WM_UNIT_VALUE" val="864"/>
  <p:tag name="KSO_WM_TEMPLATE_ASSEMBLE_XID" val="60656e7a4054ed1e2fb7f9a0"/>
  <p:tag name="KSO_WM_TEMPLATE_ASSEMBLE_GROUPID" val="60656e7a4054ed1e2fb7f9a0"/>
  <p:tag name="WM_BEAUTIFY_ZORDER_FLAG_TAG" val="3"/>
</p:tagLst>
</file>

<file path=ppt/tags/tag686.xml><?xml version="1.0" encoding="utf-8"?>
<p:tagLst xmlns:p="http://schemas.openxmlformats.org/presentationml/2006/main">
  <p:tag name="KSO_WM_TAG_VERSION" val="1.0"/>
  <p:tag name="KSO_WM_BEAUTIFY_FLAG" val="#wm#"/>
  <p:tag name="KSO_WM_UNIT_TYPE" val="i"/>
  <p:tag name="KSO_WM_UNIT_ID" val="diagram20208604_1*i*2"/>
  <p:tag name="KSO_WM_TEMPLATE_CATEGORY" val="diagram"/>
  <p:tag name="KSO_WM_TEMPLATE_INDEX" val="20208604"/>
  <p:tag name="KSO_WM_UNIT_INDEX" val="2"/>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65248d0e2eac4a16859a1c0559d33ac9"/>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4"/>
</p:tagLst>
</file>

<file path=ppt/tags/tag687.xml><?xml version="1.0" encoding="utf-8"?>
<p:tagLst xmlns:p="http://schemas.openxmlformats.org/presentationml/2006/main">
  <p:tag name="KSO_WM_TAG_VERSION" val="1.0"/>
  <p:tag name="KSO_WM_BEAUTIFY_FLAG" val="#wm#"/>
  <p:tag name="KSO_WM_UNIT_TYPE" val="i"/>
  <p:tag name="KSO_WM_UNIT_ID" val="diagram20208604_1*i*3"/>
  <p:tag name="KSO_WM_TEMPLATE_CATEGORY" val="diagram"/>
  <p:tag name="KSO_WM_TEMPLATE_INDEX" val="20208604"/>
  <p:tag name="KSO_WM_UNIT_INDEX" val="3"/>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d26b32aaa4d84b0dbd1030a6cabd7a68"/>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5"/>
</p:tagLst>
</file>

<file path=ppt/tags/tag688.xml><?xml version="1.0" encoding="utf-8"?>
<p:tagLst xmlns:p="http://schemas.openxmlformats.org/presentationml/2006/main">
  <p:tag name="KSO_WM_TAG_VERSION" val="1.0"/>
  <p:tag name="KSO_WM_BEAUTIFY_FLAG" val="#wm#"/>
  <p:tag name="KSO_WM_UNIT_TYPE" val="i"/>
  <p:tag name="KSO_WM_UNIT_ID" val="diagram20208604_1*i*4"/>
  <p:tag name="KSO_WM_TEMPLATE_CATEGORY" val="diagram"/>
  <p:tag name="KSO_WM_TEMPLATE_INDEX" val="20208604"/>
  <p:tag name="KSO_WM_UNIT_INDEX" val="4"/>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808fb1adb4d744cc9d369074d0507e4f"/>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6"/>
</p:tagLst>
</file>

<file path=ppt/tags/tag689.xml><?xml version="1.0" encoding="utf-8"?>
<p:tagLst xmlns:p="http://schemas.openxmlformats.org/presentationml/2006/main">
  <p:tag name="KSO_WM_TAG_VERSION" val="1.0"/>
  <p:tag name="KSO_WM_BEAUTIFY_FLAG" val="#wm#"/>
  <p:tag name="KSO_WM_UNIT_TYPE" val="i"/>
  <p:tag name="KSO_WM_UNIT_ID" val="diagram20208604_1*i*5"/>
  <p:tag name="KSO_WM_TEMPLATE_CATEGORY" val="diagram"/>
  <p:tag name="KSO_WM_TEMPLATE_INDEX" val="20208604"/>
  <p:tag name="KSO_WM_UNIT_INDEX" val="5"/>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060ccbb9a83241f2a52575c4e4f76136"/>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7"/>
</p:tagLst>
</file>

<file path=ppt/tags/tag690.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需要用更多的文字来表述；但请您尽可能提炼思想的精髓。"/>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8604_1*f*1"/>
  <p:tag name="KSO_WM_TEMPLATE_CATEGORY" val="diagram"/>
  <p:tag name="KSO_WM_TEMPLATE_INDEX" val="20208604"/>
  <p:tag name="KSO_WM_UNIT_LAYERLEVEL" val="1"/>
  <p:tag name="KSO_WM_TAG_VERSION" val="1.0"/>
  <p:tag name="KSO_WM_BEAUTIFY_FLAG" val="#wm#"/>
  <p:tag name="KSO_WM_UNIT_DEFAULT_FONT" val="14;20;2"/>
  <p:tag name="KSO_WM_UNIT_BLOCK" val="0"/>
  <p:tag name="KSO_WM_UNIT_VALUE" val="588"/>
  <p:tag name="KSO_WM_UNIT_SHOW_EDIT_AREA_INDICATION" val="1"/>
  <p:tag name="KSO_WM_CHIP_GROUPID" val="5e6b05596848fb12bee65ac8"/>
  <p:tag name="KSO_WM_CHIP_XID" val="5e6b05596848fb12bee65aca"/>
  <p:tag name="KSO_WM_UNIT_DEC_AREA_ID" val="5557aaf2e9bc4b2499ccf5d271336ab4"/>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ff7d2160ef064691979e787d147d2e4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e7a4054ed1e2fb7f9a0"/>
  <p:tag name="KSO_WM_TEMPLATE_ASSEMBLE_GROUPID" val="60656e7a4054ed1e2fb7f9a0"/>
  <p:tag name="WM_BEAUTIFY_ZORDER_FLAG_TAG" val="8"/>
</p:tagLst>
</file>

<file path=ppt/tags/tag691.xml><?xml version="1.0" encoding="utf-8"?>
<p:tagLst xmlns:p="http://schemas.openxmlformats.org/presentationml/2006/main">
  <p:tag name="KSO_WM_SLIDE_ID" val="diagram20220058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8"/>
  <p:tag name="KSO_WM_SLIDE_LAYOUT" val="a_d"/>
  <p:tag name="KSO_WM_SLIDE_LAYOUT_CNT" val="1_1"/>
  <p:tag name="KSO_WM_SLIDE_TYPE" val="text"/>
  <p:tag name="KSO_WM_SLIDE_SUBTYPE" val="picTxt"/>
  <p:tag name="KSO_WM_SLIDE_LAYOUTTYPE" val="topbottom"/>
  <p:tag name="KSO_WM_SLIDE_SIZE" val="888*504"/>
  <p:tag name="KSO_WM_SLIDE_POSITION" val="36*12"/>
  <p:tag name="KSO_WM_SLIDE_LAYOUT_INFO" val="{&quot;backgroundInfo&quot;:[{&quot;bottom&quot;:0,&quot;bottomAbs&quot;:false,&quot;left&quot;:0,&quot;leftAbs&quot;:false,&quot;right&quot;:0,&quot;rightAbs&quot;:false,&quot;top&quot;:0,&quot;topAbs&quot;:false,&quot;type&quot;:&quot;general&quot;}],&quot;id&quot;:&quot;2026-01-13T21:13:15&quot;,&quot;maxSize&quot;:{&quot;size1&quot;:20},&quot;minSize&quot;:{&quot;size1&quot;:11.2},&quot;normalSize&quot;:{&quot;size1&quot;:11.2},&quot;subLayout&quot;:[{&quot;id&quot;:&quot;2026-01-13T21:13:15&quot;,&quot;margin&quot;:{&quot;bottom&quot;:0.025999998673796654,&quot;left&quot;:1.2699999809265137,&quot;right&quot;:1.2699999809265137,&quot;top&quot;:0.4230000376701355},&quot;type&quot;:0},{&quot;id&quot;:&quot;2026-01-13T21:13:15&quot;,&quot;margin&quot;:{&quot;bottom&quot;:0.847000002861023,&quot;left&quot;:1.2699999809265137,&quot;right&quot;:1.2699999809265137,&quot;top&quot;:1.2699999809265137},&quot;type&quot;:0}],&quot;type&quot;:0}"/>
  <p:tag name="KSO_WM_SLIDE_RATIO" val="1.777778"/>
  <p:tag name="KSO_WM_SLIDE_BACKGROUND" val="[&quot;general&quot;]"/>
  <p:tag name="KSO_WM_SLIDE_BACKGROUND_TYPE" val="general"/>
</p:tagLst>
</file>

<file path=ppt/tags/tag692.xml><?xml version="1.0" encoding="utf-8"?>
<p:tagLst xmlns:p="http://schemas.openxmlformats.org/presentationml/2006/main">
  <p:tag name="KSO_WM_UNIT_ISCONTENTSTITLE" val="0"/>
  <p:tag name="KSO_WM_UNIT_ISNUMDGMTITLE" val="0"/>
  <p:tag name="KSO_WM_UNIT_NOCLEAR" val="0"/>
  <p:tag name="KSO_WM_UNIT_VALUE" val="11"/>
  <p:tag name="KSO_WM_UNIT_HIGHLIGHT" val="0"/>
  <p:tag name="KSO_WM_UNIT_COMPATIBLE" val="0"/>
  <p:tag name="KSO_WM_UNIT_DIAGRAM_ISNUMVISUAL" val="0"/>
  <p:tag name="KSO_WM_UNIT_DIAGRAM_ISREFERUNIT" val="0"/>
  <p:tag name="KSO_WM_UNIT_TYPE" val="a"/>
  <p:tag name="KSO_WM_UNIT_INDEX" val="1"/>
  <p:tag name="KSO_WM_UNIT_ID" val="custom20206915_1*a*1"/>
  <p:tag name="KSO_WM_TEMPLATE_CATEGORY" val="custom"/>
  <p:tag name="KSO_WM_TEMPLATE_INDEX" val="20206915"/>
  <p:tag name="KSO_WM_UNIT_LAYERLEVEL" val="1"/>
  <p:tag name="KSO_WM_TAG_VERSION" val="1.0"/>
  <p:tag name="KSO_WM_BEAUTIFY_FLAG" val="#wm#"/>
  <p:tag name="KSO_WM_UNIT_PRESET_TEXT" val="空白演示经典风格"/>
  <p:tag name="KSO_WM_UNIT_TEXT_FILL_FORE_SCHEMECOLOR_INDEX_BRIGHTNESS" val="0"/>
  <p:tag name="KSO_WM_UNIT_TEXT_FILL_FORE_SCHEMECOLOR_INDEX" val="5"/>
  <p:tag name="KSO_WM_UNIT_TEXT_FILL_TYPE" val="1"/>
</p:tagLst>
</file>

<file path=ppt/tags/tag693.xml><?xml version="1.0" encoding="utf-8"?>
<p:tagLst xmlns:p="http://schemas.openxmlformats.org/presentationml/2006/main">
  <p:tag name="KSO_WM_UNIT_NOCLEAR" val="0"/>
  <p:tag name="KSO_WM_UNIT_VALUE" val="10"/>
  <p:tag name="KSO_WM_UNIT_HIGHLIGHT" val="0"/>
  <p:tag name="KSO_WM_UNIT_COMPATIBLE" val="0"/>
  <p:tag name="KSO_WM_UNIT_DIAGRAM_ISNUMVISUAL" val="0"/>
  <p:tag name="KSO_WM_UNIT_DIAGRAM_ISREFERUNIT" val="0"/>
  <p:tag name="KSO_WM_UNIT_TYPE" val="f"/>
  <p:tag name="KSO_WM_UNIT_INDEX" val="1"/>
  <p:tag name="KSO_WM_UNIT_ID" val="custom20206915_1*f*1"/>
  <p:tag name="KSO_WM_TEMPLATE_CATEGORY" val="custom"/>
  <p:tag name="KSO_WM_TEMPLATE_INDEX" val="20206915"/>
  <p:tag name="KSO_WM_UNIT_LAYERLEVEL" val="1"/>
  <p:tag name="KSO_WM_TAG_VERSION" val="1.0"/>
  <p:tag name="KSO_WM_BEAUTIFY_FLAG" val="#wm#"/>
  <p:tag name="KSO_WM_UNIT_ISCONTENTSTITLE" val="0"/>
  <p:tag name="KSO_WM_UNIT_ISNUMDGMTITLE" val="0"/>
  <p:tag name="KSO_WM_UNIT_PRESET_TEXT" val="演讲者："/>
  <p:tag name="KSO_WM_UNIT_SUBTYPE" val="b"/>
  <p:tag name="KSO_WM_UNIT_TEXT_FILL_FORE_SCHEMECOLOR_INDEX_BRIGHTNESS" val="0"/>
  <p:tag name="KSO_WM_UNIT_TEXT_FILL_FORE_SCHEMECOLOR_INDEX" val="5"/>
  <p:tag name="KSO_WM_UNIT_TEXT_FILL_TYPE" val="1"/>
</p:tagLst>
</file>

<file path=ppt/tags/tag694.xml><?xml version="1.0" encoding="utf-8"?>
<p:tagLst xmlns:p="http://schemas.openxmlformats.org/presentationml/2006/main">
  <p:tag name="KSO_WM_SLIDE_ID" val="custom20206915_1"/>
  <p:tag name="KSO_WM_TEMPLATE_SUBCATEGORY" val="0"/>
  <p:tag name="KSO_WM_TEMPLATE_MASTER_TYPE" val="1"/>
  <p:tag name="KSO_WM_TEMPLATE_COLOR_TYPE" val="1"/>
  <p:tag name="KSO_WM_SLIDE_TYPE" val="title"/>
  <p:tag name="KSO_WM_SLIDE_SUBTYPE" val="pureTxt"/>
  <p:tag name="KSO_WM_SLIDE_ITEM_CNT" val="0"/>
  <p:tag name="KSO_WM_SLIDE_INDEX" val="1"/>
  <p:tag name="KSO_WM_TAG_VERSION" val="1.0"/>
  <p:tag name="KSO_WM_BEAUTIFY_FLAG" val="#wm#"/>
  <p:tag name="KSO_WM_TEMPLATE_CATEGORY" val="custom"/>
  <p:tag name="KSO_WM_TEMPLATE_INDEX" val="20206915"/>
  <p:tag name="KSO_WM_SLIDE_LAYOUT" val="a_b_f"/>
  <p:tag name="KSO_WM_SLIDE_LAYOUT_CNT" val="1_1_1"/>
  <p:tag name="KSO_WM_TEMPLATE_MASTER_THUMB_INDEX" val="12"/>
  <p:tag name="KSO_WM_TEMPLATE_THUMBS_INDEX" val="1、4、7、8、10、11、12、13、15"/>
</p:tagLst>
</file>

<file path=ppt/tags/tag69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69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69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20058_1*i*1"/>
  <p:tag name="KSO_WM_TEMPLATE_CATEGORY" val="diagram"/>
  <p:tag name="KSO_WM_TEMPLATE_INDEX" val="20220058"/>
  <p:tag name="KSO_WM_UNIT_LAYERLEVEL" val="1"/>
  <p:tag name="KSO_WM_TAG_VERSION" val="1.0"/>
  <p:tag name="KSO_WM_BEAUTIFY_FLAG" val="#wm#"/>
  <p:tag name="KSO_WM_UNIT_BLOCK" val="0"/>
  <p:tag name="KSO_WM_UNIT_SM_LIMIT_TYPE" val="0"/>
  <p:tag name="KSO_WM_UNIT_DEC_AREA_ID" val="401453a90b9f4fd5b1215058b8a2f2e8"/>
  <p:tag name="KSO_WM_UNIT_DECORATE_INFO" val="{&quot;ReferentInfo&quot;:{&quot;Id&quot;:&quot;2d2094633d9c481aa0d84a95a0159686&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698.xml><?xml version="1.0" encoding="utf-8"?>
<p:tagLst xmlns:p="http://schemas.openxmlformats.org/presentationml/2006/main">
  <p:tag name="KSO_WM_UNIT_ISCONTENTSTITLE" val="0"/>
  <p:tag name="KSO_WM_UNIT_ISNUMDGMTITLE" val="0"/>
  <p:tag name="KSO_WM_UNIT_PRESET_TEXT" val="线型上下导航版"/>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diagram20220058_1*a*1"/>
  <p:tag name="KSO_WM_TEMPLATE_CATEGORY" val="diagram"/>
  <p:tag name="KSO_WM_TEMPLATE_INDEX" val="20220058"/>
  <p:tag name="KSO_WM_UNIT_LAYERLEVEL" val="1"/>
  <p:tag name="KSO_WM_TAG_VERSION" val="1.0"/>
  <p:tag name="KSO_WM_BEAUTIFY_FLAG" val="#wm#"/>
  <p:tag name="KSO_WM_UNIT_VALUE" val="27"/>
  <p:tag name="KSO_WM_UNIT_BLOCK" val="0"/>
  <p:tag name="KSO_WM_UNIT_SM_LIMIT_TYPE" val="2"/>
  <p:tag name="KSO_WM_UNIT_DEC_AREA_ID" val="2d2094633d9c481aa0d84a95a015968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699.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2843_1*f*1"/>
  <p:tag name="KSO_WM_TEMPLATE_CATEGORY" val="diagram"/>
  <p:tag name="KSO_WM_TEMPLATE_INDEX" val="20212843"/>
  <p:tag name="KSO_WM_UNIT_LAYERLEVEL" val="1"/>
  <p:tag name="KSO_WM_TAG_VERSION" val="1.0"/>
  <p:tag name="KSO_WM_BEAUTIFY_FLAG" val="#wm#"/>
  <p:tag name="KSO_WM_UNIT_DEFAULT_FONT" val="14;20;2"/>
  <p:tag name="KSO_WM_UNIT_BLOCK" val="0"/>
  <p:tag name="KSO_WM_UNIT_VALUE" val="576"/>
  <p:tag name="KSO_WM_UNIT_SHOW_EDIT_AREA_INDICATION" val="1"/>
  <p:tag name="KSO_WM_CHIP_GROUPID" val="5e6b05596848fb12bee65ac8"/>
  <p:tag name="KSO_WM_CHIP_XID" val="5e6b05596848fb12bee65aca"/>
  <p:tag name="KSO_WM_UNIT_DEC_AREA_ID" val="8cb1ccbfd41a4f08aa021a2337e676da"/>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53f115901fe44f3787d5c3752471e8b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f644054ed1e2fb8092e"/>
  <p:tag name="KSO_WM_TEMPLATE_ASSEMBLE_GROUPID" val="60656f644054ed1e2fb8092e"/>
  <p:tag name="WM_BEAUTIFY_ZORDER_FLAG_TAG" val="3"/>
</p:tagLst>
</file>

<file path=ppt/tags/tag700.xml><?xml version="1.0" encoding="utf-8"?>
<p:tagLst xmlns:p="http://schemas.openxmlformats.org/presentationml/2006/main">
  <p:tag name="KSO_WM_SLIDE_ID" val="diagram20220058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8"/>
  <p:tag name="KSO_WM_SLIDE_LAYOUT" val="a_d"/>
  <p:tag name="KSO_WM_SLIDE_LAYOUT_CNT" val="1_1"/>
  <p:tag name="KSO_WM_SLIDE_TYPE" val="text"/>
  <p:tag name="KSO_WM_SLIDE_SUBTYPE" val="picTxt"/>
  <p:tag name="KSO_WM_SLIDE_LAYOUTTYPE" val="topbottom"/>
  <p:tag name="KSO_WM_SLIDE_SIZE" val="888*504"/>
  <p:tag name="KSO_WM_SLIDE_POSITION" val="36*12"/>
  <p:tag name="KSO_WM_SLIDE_LAYOUT_INFO" val="{&quot;backgroundInfo&quot;:[{&quot;bottom&quot;:0,&quot;bottomAbs&quot;:false,&quot;left&quot;:0,&quot;leftAbs&quot;:false,&quot;right&quot;:0,&quot;rightAbs&quot;:false,&quot;top&quot;:0,&quot;topAbs&quot;:false,&quot;type&quot;:&quot;general&quot;}],&quot;id&quot;:&quot;2026-01-13T21:13:59&quot;,&quot;maxSize&quot;:{&quot;size1&quot;:20},&quot;minSize&quot;:{&quot;size1&quot;:11.2},&quot;normalSize&quot;:{&quot;size1&quot;:11.2},&quot;subLayout&quot;:[{&quot;id&quot;:&quot;2026-01-13T21:13:59&quot;,&quot;margin&quot;:{&quot;bottom&quot;:0.025999998673796654,&quot;left&quot;:1.2699999809265137,&quot;right&quot;:1.2699999809265137,&quot;top&quot;:0.4230000376701355},&quot;type&quot;:0},{&quot;id&quot;:&quot;2026-01-13T21:13:59&quot;,&quot;margin&quot;:{&quot;bottom&quot;:0.847000002861023,&quot;left&quot;:1.2699999809265137,&quot;right&quot;:1.2699999809265137,&quot;top&quot;:1.2699999809265137},&quot;type&quot;:0}],&quot;type&quot;:0}"/>
  <p:tag name="KSO_WM_SLIDE_RATIO" val="1.777778"/>
  <p:tag name="KSO_WM_SLIDE_BACKGROUND" val="[&quot;general&quot;]"/>
  <p:tag name="KSO_WM_SLIDE_BACKGROUND_TYPE" val="general"/>
</p:tagLst>
</file>

<file path=ppt/tags/tag70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70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70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20058_1*i*1"/>
  <p:tag name="KSO_WM_TEMPLATE_CATEGORY" val="diagram"/>
  <p:tag name="KSO_WM_TEMPLATE_INDEX" val="20220058"/>
  <p:tag name="KSO_WM_UNIT_LAYERLEVEL" val="1"/>
  <p:tag name="KSO_WM_TAG_VERSION" val="1.0"/>
  <p:tag name="KSO_WM_BEAUTIFY_FLAG" val="#wm#"/>
  <p:tag name="KSO_WM_UNIT_BLOCK" val="0"/>
  <p:tag name="KSO_WM_UNIT_SM_LIMIT_TYPE" val="0"/>
  <p:tag name="KSO_WM_UNIT_DEC_AREA_ID" val="401453a90b9f4fd5b1215058b8a2f2e8"/>
  <p:tag name="KSO_WM_UNIT_DECORATE_INFO" val="{&quot;ReferentInfo&quot;:{&quot;Id&quot;:&quot;2d2094633d9c481aa0d84a95a0159686&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704.xml><?xml version="1.0" encoding="utf-8"?>
<p:tagLst xmlns:p="http://schemas.openxmlformats.org/presentationml/2006/main">
  <p:tag name="KSO_WM_UNIT_ISCONTENTSTITLE" val="0"/>
  <p:tag name="KSO_WM_UNIT_ISNUMDGMTITLE" val="0"/>
  <p:tag name="KSO_WM_UNIT_PRESET_TEXT" val="线型上下导航版"/>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diagram20220058_1*a*1"/>
  <p:tag name="KSO_WM_TEMPLATE_CATEGORY" val="diagram"/>
  <p:tag name="KSO_WM_TEMPLATE_INDEX" val="20220058"/>
  <p:tag name="KSO_WM_UNIT_LAYERLEVEL" val="1"/>
  <p:tag name="KSO_WM_TAG_VERSION" val="1.0"/>
  <p:tag name="KSO_WM_BEAUTIFY_FLAG" val="#wm#"/>
  <p:tag name="KSO_WM_UNIT_VALUE" val="27"/>
  <p:tag name="KSO_WM_UNIT_BLOCK" val="0"/>
  <p:tag name="KSO_WM_UNIT_SM_LIMIT_TYPE" val="2"/>
  <p:tag name="KSO_WM_UNIT_DEC_AREA_ID" val="2d2094633d9c481aa0d84a95a015968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705.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7315_1*f*1"/>
  <p:tag name="KSO_WM_TEMPLATE_CATEGORY" val="diagram"/>
  <p:tag name="KSO_WM_TEMPLATE_INDEX" val="20207315"/>
  <p:tag name="KSO_WM_UNIT_LAYERLEVEL" val="1"/>
  <p:tag name="KSO_WM_TAG_VERSION" val="1.0"/>
  <p:tag name="KSO_WM_BEAUTIFY_FLAG" val="#wm#"/>
  <p:tag name="KSO_WM_UNIT_DEFAULT_FONT" val="14;20;2"/>
  <p:tag name="KSO_WM_UNIT_BLOCK" val="0"/>
  <p:tag name="KSO_WM_UNIT_VALUE" val="290"/>
  <p:tag name="KSO_WM_UNIT_SHOW_EDIT_AREA_INDICATION" val="1"/>
  <p:tag name="KSO_WM_CHIP_GROUPID" val="5e6b05596848fb12bee65ac8"/>
  <p:tag name="KSO_WM_CHIP_XID" val="5e6b05596848fb12bee65aca"/>
  <p:tag name="KSO_WM_UNIT_DEC_AREA_ID" val="3462bde237c543c58b90892aede91ea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dc8ab5172452436899286f2808371cac"/>
  <p:tag name="KSO_WM_UNIT_TEXT_FILL_FORE_SCHEMECOLOR_INDEX_BRIGHTNESS" val="0.25"/>
  <p:tag name="KSO_WM_UNIT_TEXT_FILL_FORE_SCHEMECOLOR_INDEX" val="13"/>
  <p:tag name="KSO_WM_UNIT_TEXT_FILL_TYPE" val="1"/>
  <p:tag name="KSO_WM_TEMPLATE_ASSEMBLE_XID" val="6130c4e08b5cc6c91112a571"/>
  <p:tag name="KSO_WM_TEMPLATE_ASSEMBLE_GROUPID" val="6130c4e08b5cc6c91112a571"/>
  <p:tag name="WM_BEAUTIFY_ZORDER_FLAG_TAG" val="4"/>
</p:tagLst>
</file>

<file path=ppt/tags/tag706.xml><?xml version="1.0" encoding="utf-8"?>
<p:tagLst xmlns:p="http://schemas.openxmlformats.org/presentationml/2006/main">
  <p:tag name="KSO_WM_SLIDE_ID" val="diagram20220058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8"/>
  <p:tag name="KSO_WM_SLIDE_LAYOUT" val="a_d"/>
  <p:tag name="KSO_WM_SLIDE_LAYOUT_CNT" val="1_1"/>
  <p:tag name="KSO_WM_SLIDE_TYPE" val="text"/>
  <p:tag name="KSO_WM_SLIDE_SUBTYPE" val="picTxt"/>
  <p:tag name="KSO_WM_SLIDE_LAYOUTTYPE" val="topbottom"/>
  <p:tag name="KSO_WM_SLIDE_SIZE" val="888*504"/>
  <p:tag name="KSO_WM_SLIDE_POSITION" val="36*12"/>
  <p:tag name="KSO_WM_SLIDE_LAYOUT_INFO" val="{&quot;backgroundInfo&quot;:[{&quot;bottom&quot;:0,&quot;bottomAbs&quot;:false,&quot;left&quot;:0,&quot;leftAbs&quot;:false,&quot;right&quot;:0,&quot;rightAbs&quot;:false,&quot;top&quot;:0,&quot;topAbs&quot;:false,&quot;type&quot;:&quot;general&quot;}],&quot;id&quot;:&quot;2026-01-13T21:13:59&quot;,&quot;maxSize&quot;:{&quot;size1&quot;:20},&quot;minSize&quot;:{&quot;size1&quot;:11.2},&quot;normalSize&quot;:{&quot;size1&quot;:11.2},&quot;subLayout&quot;:[{&quot;id&quot;:&quot;2026-01-13T21:13:59&quot;,&quot;margin&quot;:{&quot;bottom&quot;:0.025999998673796654,&quot;left&quot;:1.2699999809265137,&quot;right&quot;:1.2699999809265137,&quot;top&quot;:0.4230000376701355},&quot;type&quot;:0},{&quot;id&quot;:&quot;2026-01-13T21:13:59&quot;,&quot;margin&quot;:{&quot;bottom&quot;:0.847000002861023,&quot;left&quot;:1.2699999809265137,&quot;right&quot;:1.2699999809265137,&quot;top&quot;:1.2699999809265137},&quot;type&quot;:0}],&quot;type&quot;:0}"/>
  <p:tag name="KSO_WM_SLIDE_RATIO" val="1.777778"/>
  <p:tag name="KSO_WM_SLIDE_BACKGROUND" val="[&quot;general&quot;]"/>
  <p:tag name="KSO_WM_SLIDE_BACKGROUND_TYPE" val="general"/>
</p:tagLst>
</file>

<file path=ppt/tags/tag70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70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70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20058_1*i*1"/>
  <p:tag name="KSO_WM_TEMPLATE_CATEGORY" val="diagram"/>
  <p:tag name="KSO_WM_TEMPLATE_INDEX" val="20220058"/>
  <p:tag name="KSO_WM_UNIT_LAYERLEVEL" val="1"/>
  <p:tag name="KSO_WM_TAG_VERSION" val="1.0"/>
  <p:tag name="KSO_WM_BEAUTIFY_FLAG" val="#wm#"/>
  <p:tag name="KSO_WM_UNIT_BLOCK" val="0"/>
  <p:tag name="KSO_WM_UNIT_SM_LIMIT_TYPE" val="0"/>
  <p:tag name="KSO_WM_UNIT_DEC_AREA_ID" val="401453a90b9f4fd5b1215058b8a2f2e8"/>
  <p:tag name="KSO_WM_UNIT_DECORATE_INFO" val="{&quot;ReferentInfo&quot;:{&quot;Id&quot;:&quot;2d2094633d9c481aa0d84a95a0159686&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710.xml><?xml version="1.0" encoding="utf-8"?>
<p:tagLst xmlns:p="http://schemas.openxmlformats.org/presentationml/2006/main">
  <p:tag name="KSO_WM_UNIT_ISCONTENTSTITLE" val="0"/>
  <p:tag name="KSO_WM_UNIT_ISNUMDGMTITLE" val="0"/>
  <p:tag name="KSO_WM_UNIT_PRESET_TEXT" val="线型上下导航版"/>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diagram20220058_1*a*1"/>
  <p:tag name="KSO_WM_TEMPLATE_CATEGORY" val="diagram"/>
  <p:tag name="KSO_WM_TEMPLATE_INDEX" val="20220058"/>
  <p:tag name="KSO_WM_UNIT_LAYERLEVEL" val="1"/>
  <p:tag name="KSO_WM_TAG_VERSION" val="1.0"/>
  <p:tag name="KSO_WM_BEAUTIFY_FLAG" val="#wm#"/>
  <p:tag name="KSO_WM_UNIT_VALUE" val="27"/>
  <p:tag name="KSO_WM_UNIT_BLOCK" val="0"/>
  <p:tag name="KSO_WM_UNIT_SM_LIMIT_TYPE" val="2"/>
  <p:tag name="KSO_WM_UNIT_DEC_AREA_ID" val="2d2094633d9c481aa0d84a95a015968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711.xml><?xml version="1.0" encoding="utf-8"?>
<p:tagLst xmlns:p="http://schemas.openxmlformats.org/presentationml/2006/main">
  <p:tag name="KSO_WM_TAG_VERSION" val="1.0"/>
  <p:tag name="KSO_WM_BEAUTIFY_FLAG" val="#wm#"/>
  <p:tag name="KSO_WM_UNIT_TYPE" val="i"/>
  <p:tag name="KSO_WM_UNIT_ID" val="diagram20208604_1*i*1"/>
  <p:tag name="KSO_WM_TEMPLATE_CATEGORY" val="diagram"/>
  <p:tag name="KSO_WM_TEMPLATE_INDEX" val="20208604"/>
  <p:tag name="KSO_WM_UNIT_INDEX" val="1"/>
  <p:tag name="KSO_WM_UNIT_HIGHLIGHT" val="0"/>
  <p:tag name="KSO_WM_UNIT_COMPATIBLE" val="0"/>
  <p:tag name="KSO_WM_UNIT_DIAGRAM_ISNUMVISUAL" val="0"/>
  <p:tag name="KSO_WM_UNIT_DIAGRAM_ISREFERUNIT" val="0"/>
  <p:tag name="KSO_WM_UNIT_LAYERLEVEL" val="1"/>
  <p:tag name="KSO_WM_UNIT_BLOCK" val="0"/>
  <p:tag name="KSO_WM_UNIT_SM_LIMIT_TYPE" val="2"/>
  <p:tag name="KSO_WM_UNIT_DEC_AREA_ID" val="e352ecb8f5b840f19a3cb857467d0e4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UNIT_TEXT_FILL_FORE_SCHEMECOLOR_INDEX_BRIGHTNESS" val="0"/>
  <p:tag name="KSO_WM_UNIT_TEXT_FILL_FORE_SCHEMECOLOR_INDEX" val="2"/>
  <p:tag name="KSO_WM_UNIT_TEXT_FILL_TYPE" val="1"/>
  <p:tag name="KSO_WM_UNIT_VALUE" val="864"/>
  <p:tag name="KSO_WM_TEMPLATE_ASSEMBLE_XID" val="60656e7a4054ed1e2fb7f9a0"/>
  <p:tag name="KSO_WM_TEMPLATE_ASSEMBLE_GROUPID" val="60656e7a4054ed1e2fb7f9a0"/>
  <p:tag name="WM_BEAUTIFY_ZORDER_FLAG_TAG" val="3"/>
</p:tagLst>
</file>

<file path=ppt/tags/tag712.xml><?xml version="1.0" encoding="utf-8"?>
<p:tagLst xmlns:p="http://schemas.openxmlformats.org/presentationml/2006/main">
  <p:tag name="KSO_WM_TAG_VERSION" val="1.0"/>
  <p:tag name="KSO_WM_BEAUTIFY_FLAG" val="#wm#"/>
  <p:tag name="KSO_WM_UNIT_TYPE" val="i"/>
  <p:tag name="KSO_WM_UNIT_ID" val="diagram20208604_1*i*2"/>
  <p:tag name="KSO_WM_TEMPLATE_CATEGORY" val="diagram"/>
  <p:tag name="KSO_WM_TEMPLATE_INDEX" val="20208604"/>
  <p:tag name="KSO_WM_UNIT_INDEX" val="2"/>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65248d0e2eac4a16859a1c0559d33ac9"/>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4"/>
</p:tagLst>
</file>

<file path=ppt/tags/tag713.xml><?xml version="1.0" encoding="utf-8"?>
<p:tagLst xmlns:p="http://schemas.openxmlformats.org/presentationml/2006/main">
  <p:tag name="KSO_WM_TAG_VERSION" val="1.0"/>
  <p:tag name="KSO_WM_BEAUTIFY_FLAG" val="#wm#"/>
  <p:tag name="KSO_WM_UNIT_TYPE" val="i"/>
  <p:tag name="KSO_WM_UNIT_ID" val="diagram20208604_1*i*3"/>
  <p:tag name="KSO_WM_TEMPLATE_CATEGORY" val="diagram"/>
  <p:tag name="KSO_WM_TEMPLATE_INDEX" val="20208604"/>
  <p:tag name="KSO_WM_UNIT_INDEX" val="3"/>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d26b32aaa4d84b0dbd1030a6cabd7a68"/>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5"/>
</p:tagLst>
</file>

<file path=ppt/tags/tag714.xml><?xml version="1.0" encoding="utf-8"?>
<p:tagLst xmlns:p="http://schemas.openxmlformats.org/presentationml/2006/main">
  <p:tag name="KSO_WM_TAG_VERSION" val="1.0"/>
  <p:tag name="KSO_WM_BEAUTIFY_FLAG" val="#wm#"/>
  <p:tag name="KSO_WM_UNIT_TYPE" val="i"/>
  <p:tag name="KSO_WM_UNIT_ID" val="diagram20208604_1*i*4"/>
  <p:tag name="KSO_WM_TEMPLATE_CATEGORY" val="diagram"/>
  <p:tag name="KSO_WM_TEMPLATE_INDEX" val="20208604"/>
  <p:tag name="KSO_WM_UNIT_INDEX" val="4"/>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808fb1adb4d744cc9d369074d0507e4f"/>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6"/>
</p:tagLst>
</file>

<file path=ppt/tags/tag715.xml><?xml version="1.0" encoding="utf-8"?>
<p:tagLst xmlns:p="http://schemas.openxmlformats.org/presentationml/2006/main">
  <p:tag name="KSO_WM_TAG_VERSION" val="1.0"/>
  <p:tag name="KSO_WM_BEAUTIFY_FLAG" val="#wm#"/>
  <p:tag name="KSO_WM_UNIT_TYPE" val="i"/>
  <p:tag name="KSO_WM_UNIT_ID" val="diagram20208604_1*i*5"/>
  <p:tag name="KSO_WM_TEMPLATE_CATEGORY" val="diagram"/>
  <p:tag name="KSO_WM_TEMPLATE_INDEX" val="20208604"/>
  <p:tag name="KSO_WM_UNIT_INDEX" val="5"/>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060ccbb9a83241f2a52575c4e4f76136"/>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7"/>
</p:tagLst>
</file>

<file path=ppt/tags/tag716.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需要用更多的文字来表述；但请您尽可能提炼思想的精髓。"/>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8604_1*f*1"/>
  <p:tag name="KSO_WM_TEMPLATE_CATEGORY" val="diagram"/>
  <p:tag name="KSO_WM_TEMPLATE_INDEX" val="20208604"/>
  <p:tag name="KSO_WM_UNIT_LAYERLEVEL" val="1"/>
  <p:tag name="KSO_WM_TAG_VERSION" val="1.0"/>
  <p:tag name="KSO_WM_BEAUTIFY_FLAG" val="#wm#"/>
  <p:tag name="KSO_WM_UNIT_DEFAULT_FONT" val="14;20;2"/>
  <p:tag name="KSO_WM_UNIT_BLOCK" val="0"/>
  <p:tag name="KSO_WM_UNIT_VALUE" val="588"/>
  <p:tag name="KSO_WM_UNIT_SHOW_EDIT_AREA_INDICATION" val="1"/>
  <p:tag name="KSO_WM_CHIP_GROUPID" val="5e6b05596848fb12bee65ac8"/>
  <p:tag name="KSO_WM_CHIP_XID" val="5e6b05596848fb12bee65aca"/>
  <p:tag name="KSO_WM_UNIT_DEC_AREA_ID" val="5557aaf2e9bc4b2499ccf5d271336ab4"/>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ff7d2160ef064691979e787d147d2e4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e7a4054ed1e2fb7f9a0"/>
  <p:tag name="KSO_WM_TEMPLATE_ASSEMBLE_GROUPID" val="60656e7a4054ed1e2fb7f9a0"/>
  <p:tag name="WM_BEAUTIFY_ZORDER_FLAG_TAG" val="8"/>
</p:tagLst>
</file>

<file path=ppt/tags/tag717.xml><?xml version="1.0" encoding="utf-8"?>
<p:tagLst xmlns:p="http://schemas.openxmlformats.org/presentationml/2006/main">
  <p:tag name="KSO_WM_SLIDE_ID" val="diagram20220058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8"/>
  <p:tag name="KSO_WM_SLIDE_LAYOUT" val="a_d"/>
  <p:tag name="KSO_WM_SLIDE_LAYOUT_CNT" val="1_1"/>
  <p:tag name="KSO_WM_SLIDE_TYPE" val="text"/>
  <p:tag name="KSO_WM_SLIDE_SUBTYPE" val="picTxt"/>
  <p:tag name="KSO_WM_SLIDE_LAYOUTTYPE" val="topbottom"/>
  <p:tag name="KSO_WM_SLIDE_SIZE" val="888*504"/>
  <p:tag name="KSO_WM_SLIDE_POSITION" val="36*12"/>
  <p:tag name="KSO_WM_SLIDE_LAYOUT_INFO" val="{&quot;backgroundInfo&quot;:[{&quot;bottom&quot;:0,&quot;bottomAbs&quot;:false,&quot;left&quot;:0,&quot;leftAbs&quot;:false,&quot;right&quot;:0,&quot;rightAbs&quot;:false,&quot;top&quot;:0,&quot;topAbs&quot;:false,&quot;type&quot;:&quot;general&quot;}],&quot;id&quot;:&quot;2026-01-13T21:13:59&quot;,&quot;maxSize&quot;:{&quot;size1&quot;:20},&quot;minSize&quot;:{&quot;size1&quot;:11.2},&quot;normalSize&quot;:{&quot;size1&quot;:11.2},&quot;subLayout&quot;:[{&quot;id&quot;:&quot;2026-01-13T21:13:59&quot;,&quot;margin&quot;:{&quot;bottom&quot;:0.025999998673796654,&quot;left&quot;:1.2699999809265137,&quot;right&quot;:1.2699999809265137,&quot;top&quot;:0.4230000376701355},&quot;type&quot;:0},{&quot;id&quot;:&quot;2026-01-13T21:13:59&quot;,&quot;margin&quot;:{&quot;bottom&quot;:0.847000002861023,&quot;left&quot;:1.2699999809265137,&quot;right&quot;:1.2699999809265137,&quot;top&quot;:1.2699999809265137},&quot;type&quot;:0}],&quot;type&quot;:0}"/>
  <p:tag name="KSO_WM_SLIDE_RATIO" val="1.777778"/>
  <p:tag name="KSO_WM_SLIDE_BACKGROUND" val="[&quot;general&quot;]"/>
  <p:tag name="KSO_WM_SLIDE_BACKGROUND_TYPE" val="general"/>
</p:tagLst>
</file>

<file path=ppt/tags/tag7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7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7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20058_1*i*1"/>
  <p:tag name="KSO_WM_TEMPLATE_CATEGORY" val="diagram"/>
  <p:tag name="KSO_WM_TEMPLATE_INDEX" val="20220058"/>
  <p:tag name="KSO_WM_UNIT_LAYERLEVEL" val="1"/>
  <p:tag name="KSO_WM_TAG_VERSION" val="1.0"/>
  <p:tag name="KSO_WM_BEAUTIFY_FLAG" val="#wm#"/>
  <p:tag name="KSO_WM_UNIT_BLOCK" val="0"/>
  <p:tag name="KSO_WM_UNIT_SM_LIMIT_TYPE" val="0"/>
  <p:tag name="KSO_WM_UNIT_DEC_AREA_ID" val="401453a90b9f4fd5b1215058b8a2f2e8"/>
  <p:tag name="KSO_WM_UNIT_DECORATE_INFO" val="{&quot;ReferentInfo&quot;:{&quot;Id&quot;:&quot;2d2094633d9c481aa0d84a95a0159686&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721.xml><?xml version="1.0" encoding="utf-8"?>
<p:tagLst xmlns:p="http://schemas.openxmlformats.org/presentationml/2006/main">
  <p:tag name="KSO_WM_UNIT_ISCONTENTSTITLE" val="0"/>
  <p:tag name="KSO_WM_UNIT_ISNUMDGMTITLE" val="0"/>
  <p:tag name="KSO_WM_UNIT_PRESET_TEXT" val="线型上下导航版"/>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diagram20220058_1*a*1"/>
  <p:tag name="KSO_WM_TEMPLATE_CATEGORY" val="diagram"/>
  <p:tag name="KSO_WM_TEMPLATE_INDEX" val="20220058"/>
  <p:tag name="KSO_WM_UNIT_LAYERLEVEL" val="1"/>
  <p:tag name="KSO_WM_TAG_VERSION" val="1.0"/>
  <p:tag name="KSO_WM_BEAUTIFY_FLAG" val="#wm#"/>
  <p:tag name="KSO_WM_UNIT_VALUE" val="27"/>
  <p:tag name="KSO_WM_UNIT_BLOCK" val="0"/>
  <p:tag name="KSO_WM_UNIT_SM_LIMIT_TYPE" val="2"/>
  <p:tag name="KSO_WM_UNIT_DEC_AREA_ID" val="2d2094633d9c481aa0d84a95a015968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722.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7315_1*f*1"/>
  <p:tag name="KSO_WM_TEMPLATE_CATEGORY" val="diagram"/>
  <p:tag name="KSO_WM_TEMPLATE_INDEX" val="20207315"/>
  <p:tag name="KSO_WM_UNIT_LAYERLEVEL" val="1"/>
  <p:tag name="KSO_WM_TAG_VERSION" val="1.0"/>
  <p:tag name="KSO_WM_BEAUTIFY_FLAG" val="#wm#"/>
  <p:tag name="KSO_WM_UNIT_DEFAULT_FONT" val="14;20;2"/>
  <p:tag name="KSO_WM_UNIT_BLOCK" val="0"/>
  <p:tag name="KSO_WM_UNIT_VALUE" val="290"/>
  <p:tag name="KSO_WM_UNIT_SHOW_EDIT_AREA_INDICATION" val="1"/>
  <p:tag name="KSO_WM_CHIP_GROUPID" val="5e6b05596848fb12bee65ac8"/>
  <p:tag name="KSO_WM_CHIP_XID" val="5e6b05596848fb12bee65aca"/>
  <p:tag name="KSO_WM_UNIT_DEC_AREA_ID" val="3462bde237c543c58b90892aede91ea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dc8ab5172452436899286f2808371cac"/>
  <p:tag name="KSO_WM_UNIT_TEXT_FILL_FORE_SCHEMECOLOR_INDEX_BRIGHTNESS" val="0.25"/>
  <p:tag name="KSO_WM_UNIT_TEXT_FILL_FORE_SCHEMECOLOR_INDEX" val="13"/>
  <p:tag name="KSO_WM_UNIT_TEXT_FILL_TYPE" val="1"/>
  <p:tag name="KSO_WM_TEMPLATE_ASSEMBLE_XID" val="6130c4e08b5cc6c91112a571"/>
  <p:tag name="KSO_WM_TEMPLATE_ASSEMBLE_GROUPID" val="6130c4e08b5cc6c91112a571"/>
  <p:tag name="WM_BEAUTIFY_ZORDER_FLAG_TAG" val="4"/>
</p:tagLst>
</file>

<file path=ppt/tags/tag723.xml><?xml version="1.0" encoding="utf-8"?>
<p:tagLst xmlns:p="http://schemas.openxmlformats.org/presentationml/2006/main">
  <p:tag name="KSO_WM_SLIDE_ID" val="diagram20220058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8"/>
  <p:tag name="KSO_WM_SLIDE_LAYOUT" val="a_d"/>
  <p:tag name="KSO_WM_SLIDE_LAYOUT_CNT" val="1_1"/>
  <p:tag name="KSO_WM_SLIDE_TYPE" val="text"/>
  <p:tag name="KSO_WM_SLIDE_SUBTYPE" val="picTxt"/>
  <p:tag name="KSO_WM_SLIDE_LAYOUTTYPE" val="topbottom"/>
  <p:tag name="KSO_WM_SLIDE_SIZE" val="888*504"/>
  <p:tag name="KSO_WM_SLIDE_POSITION" val="36*12"/>
  <p:tag name="KSO_WM_SLIDE_LAYOUT_INFO" val="{&quot;backgroundInfo&quot;:[{&quot;bottom&quot;:0,&quot;bottomAbs&quot;:false,&quot;left&quot;:0,&quot;leftAbs&quot;:false,&quot;right&quot;:0,&quot;rightAbs&quot;:false,&quot;top&quot;:0,&quot;topAbs&quot;:false,&quot;type&quot;:&quot;general&quot;}],&quot;id&quot;:&quot;2026-01-13T21:13:59&quot;,&quot;maxSize&quot;:{&quot;size1&quot;:20},&quot;minSize&quot;:{&quot;size1&quot;:11.2},&quot;normalSize&quot;:{&quot;size1&quot;:11.2},&quot;subLayout&quot;:[{&quot;id&quot;:&quot;2026-01-13T21:13:59&quot;,&quot;margin&quot;:{&quot;bottom&quot;:0.025999998673796654,&quot;left&quot;:1.2699999809265137,&quot;right&quot;:1.2699999809265137,&quot;top&quot;:0.4230000376701355},&quot;type&quot;:0},{&quot;id&quot;:&quot;2026-01-13T21:13:59&quot;,&quot;margin&quot;:{&quot;bottom&quot;:0.847000002861023,&quot;left&quot;:1.2699999809265137,&quot;right&quot;:1.2699999809265137,&quot;top&quot;:1.2699999809265137},&quot;type&quot;:0}],&quot;type&quot;:0}"/>
  <p:tag name="KSO_WM_SLIDE_RATIO" val="1.777778"/>
  <p:tag name="KSO_WM_SLIDE_BACKGROUND" val="[&quot;general&quot;]"/>
  <p:tag name="KSO_WM_SLIDE_BACKGROUND_TYPE" val="general"/>
</p:tagLst>
</file>

<file path=ppt/tags/tag7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7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7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20058_1*i*1"/>
  <p:tag name="KSO_WM_TEMPLATE_CATEGORY" val="diagram"/>
  <p:tag name="KSO_WM_TEMPLATE_INDEX" val="20220058"/>
  <p:tag name="KSO_WM_UNIT_LAYERLEVEL" val="1"/>
  <p:tag name="KSO_WM_TAG_VERSION" val="1.0"/>
  <p:tag name="KSO_WM_BEAUTIFY_FLAG" val="#wm#"/>
  <p:tag name="KSO_WM_UNIT_BLOCK" val="0"/>
  <p:tag name="KSO_WM_UNIT_SM_LIMIT_TYPE" val="0"/>
  <p:tag name="KSO_WM_UNIT_DEC_AREA_ID" val="401453a90b9f4fd5b1215058b8a2f2e8"/>
  <p:tag name="KSO_WM_UNIT_DECORATE_INFO" val="{&quot;ReferentInfo&quot;:{&quot;Id&quot;:&quot;2d2094633d9c481aa0d84a95a0159686&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727.xml><?xml version="1.0" encoding="utf-8"?>
<p:tagLst xmlns:p="http://schemas.openxmlformats.org/presentationml/2006/main">
  <p:tag name="KSO_WM_UNIT_ISCONTENTSTITLE" val="0"/>
  <p:tag name="KSO_WM_UNIT_ISNUMDGMTITLE" val="0"/>
  <p:tag name="KSO_WM_UNIT_PRESET_TEXT" val="线型上下导航版"/>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diagram20220058_1*a*1"/>
  <p:tag name="KSO_WM_TEMPLATE_CATEGORY" val="diagram"/>
  <p:tag name="KSO_WM_TEMPLATE_INDEX" val="20220058"/>
  <p:tag name="KSO_WM_UNIT_LAYERLEVEL" val="1"/>
  <p:tag name="KSO_WM_TAG_VERSION" val="1.0"/>
  <p:tag name="KSO_WM_BEAUTIFY_FLAG" val="#wm#"/>
  <p:tag name="KSO_WM_UNIT_VALUE" val="27"/>
  <p:tag name="KSO_WM_UNIT_BLOCK" val="0"/>
  <p:tag name="KSO_WM_UNIT_SM_LIMIT_TYPE" val="2"/>
  <p:tag name="KSO_WM_UNIT_DEC_AREA_ID" val="2d2094633d9c481aa0d84a95a015968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728.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2843_1*f*1"/>
  <p:tag name="KSO_WM_TEMPLATE_CATEGORY" val="diagram"/>
  <p:tag name="KSO_WM_TEMPLATE_INDEX" val="20212843"/>
  <p:tag name="KSO_WM_UNIT_LAYERLEVEL" val="1"/>
  <p:tag name="KSO_WM_TAG_VERSION" val="1.0"/>
  <p:tag name="KSO_WM_BEAUTIFY_FLAG" val="#wm#"/>
  <p:tag name="KSO_WM_UNIT_DEFAULT_FONT" val="14;20;2"/>
  <p:tag name="KSO_WM_UNIT_BLOCK" val="0"/>
  <p:tag name="KSO_WM_UNIT_VALUE" val="576"/>
  <p:tag name="KSO_WM_UNIT_SHOW_EDIT_AREA_INDICATION" val="1"/>
  <p:tag name="KSO_WM_CHIP_GROUPID" val="5e6b05596848fb12bee65ac8"/>
  <p:tag name="KSO_WM_CHIP_XID" val="5e6b05596848fb12bee65aca"/>
  <p:tag name="KSO_WM_UNIT_DEC_AREA_ID" val="8cb1ccbfd41a4f08aa021a2337e676da"/>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53f115901fe44f3787d5c3752471e8b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f644054ed1e2fb8092e"/>
  <p:tag name="KSO_WM_TEMPLATE_ASSEMBLE_GROUPID" val="60656f644054ed1e2fb8092e"/>
  <p:tag name="WM_BEAUTIFY_ZORDER_FLAG_TAG" val="3"/>
</p:tagLst>
</file>

<file path=ppt/tags/tag729.xml><?xml version="1.0" encoding="utf-8"?>
<p:tagLst xmlns:p="http://schemas.openxmlformats.org/presentationml/2006/main">
  <p:tag name="KSO_WM_SLIDE_ID" val="diagram20220058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8"/>
  <p:tag name="KSO_WM_SLIDE_LAYOUT" val="a_d"/>
  <p:tag name="KSO_WM_SLIDE_LAYOUT_CNT" val="1_1"/>
  <p:tag name="KSO_WM_SLIDE_TYPE" val="text"/>
  <p:tag name="KSO_WM_SLIDE_SUBTYPE" val="picTxt"/>
  <p:tag name="KSO_WM_SLIDE_LAYOUTTYPE" val="topbottom"/>
  <p:tag name="KSO_WM_SLIDE_SIZE" val="888*504"/>
  <p:tag name="KSO_WM_SLIDE_POSITION" val="36*12"/>
  <p:tag name="KSO_WM_SLIDE_LAYOUT_INFO" val="{&quot;backgroundInfo&quot;:[{&quot;bottom&quot;:0,&quot;bottomAbs&quot;:false,&quot;left&quot;:0,&quot;leftAbs&quot;:false,&quot;right&quot;:0,&quot;rightAbs&quot;:false,&quot;top&quot;:0,&quot;topAbs&quot;:false,&quot;type&quot;:&quot;general&quot;}],&quot;id&quot;:&quot;2026-01-13T21:13:59&quot;,&quot;maxSize&quot;:{&quot;size1&quot;:20},&quot;minSize&quot;:{&quot;size1&quot;:11.2},&quot;normalSize&quot;:{&quot;size1&quot;:11.2},&quot;subLayout&quot;:[{&quot;id&quot;:&quot;2026-01-13T21:13:59&quot;,&quot;margin&quot;:{&quot;bottom&quot;:0.025999998673796654,&quot;left&quot;:1.2699999809265137,&quot;right&quot;:1.2699999809265137,&quot;top&quot;:0.4230000376701355},&quot;type&quot;:0},{&quot;id&quot;:&quot;2026-01-13T21:13:59&quot;,&quot;margin&quot;:{&quot;bottom&quot;:0.847000002861023,&quot;left&quot;:1.2699999809265137,&quot;right&quot;:1.2699999809265137,&quot;top&quot;:1.2699999809265137},&quot;type&quot;:0}],&quot;type&quot;:0}"/>
  <p:tag name="KSO_WM_SLIDE_RATIO" val="1.777778"/>
  <p:tag name="KSO_WM_SLIDE_BACKGROUND" val="[&quot;general&quot;]"/>
  <p:tag name="KSO_WM_SLIDE_BACKGROUND_TYPE" val="general"/>
</p:tagLst>
</file>

<file path=ppt/tags/tag73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73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73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20058_1*i*1"/>
  <p:tag name="KSO_WM_TEMPLATE_CATEGORY" val="diagram"/>
  <p:tag name="KSO_WM_TEMPLATE_INDEX" val="20220058"/>
  <p:tag name="KSO_WM_UNIT_LAYERLEVEL" val="1"/>
  <p:tag name="KSO_WM_TAG_VERSION" val="1.0"/>
  <p:tag name="KSO_WM_BEAUTIFY_FLAG" val="#wm#"/>
  <p:tag name="KSO_WM_UNIT_BLOCK" val="0"/>
  <p:tag name="KSO_WM_UNIT_SM_LIMIT_TYPE" val="0"/>
  <p:tag name="KSO_WM_UNIT_DEC_AREA_ID" val="401453a90b9f4fd5b1215058b8a2f2e8"/>
  <p:tag name="KSO_WM_UNIT_DECORATE_INFO" val="{&quot;ReferentInfo&quot;:{&quot;Id&quot;:&quot;2d2094633d9c481aa0d84a95a0159686&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733.xml><?xml version="1.0" encoding="utf-8"?>
<p:tagLst xmlns:p="http://schemas.openxmlformats.org/presentationml/2006/main">
  <p:tag name="KSO_WM_UNIT_ISCONTENTSTITLE" val="0"/>
  <p:tag name="KSO_WM_UNIT_ISNUMDGMTITLE" val="0"/>
  <p:tag name="KSO_WM_UNIT_PRESET_TEXT" val="线型上下导航版"/>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diagram20220058_1*a*1"/>
  <p:tag name="KSO_WM_TEMPLATE_CATEGORY" val="diagram"/>
  <p:tag name="KSO_WM_TEMPLATE_INDEX" val="20220058"/>
  <p:tag name="KSO_WM_UNIT_LAYERLEVEL" val="1"/>
  <p:tag name="KSO_WM_TAG_VERSION" val="1.0"/>
  <p:tag name="KSO_WM_BEAUTIFY_FLAG" val="#wm#"/>
  <p:tag name="KSO_WM_UNIT_VALUE" val="27"/>
  <p:tag name="KSO_WM_UNIT_BLOCK" val="0"/>
  <p:tag name="KSO_WM_UNIT_SM_LIMIT_TYPE" val="2"/>
  <p:tag name="KSO_WM_UNIT_DEC_AREA_ID" val="2d2094633d9c481aa0d84a95a015968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734.xml><?xml version="1.0" encoding="utf-8"?>
<p:tagLst xmlns:p="http://schemas.openxmlformats.org/presentationml/2006/main">
  <p:tag name="KSO_WM_TAG_VERSION" val="1.0"/>
  <p:tag name="KSO_WM_BEAUTIFY_FLAG" val="#wm#"/>
  <p:tag name="KSO_WM_UNIT_TYPE" val="i"/>
  <p:tag name="KSO_WM_UNIT_ID" val="diagram20208604_1*i*1"/>
  <p:tag name="KSO_WM_TEMPLATE_CATEGORY" val="diagram"/>
  <p:tag name="KSO_WM_TEMPLATE_INDEX" val="20208604"/>
  <p:tag name="KSO_WM_UNIT_INDEX" val="1"/>
  <p:tag name="KSO_WM_UNIT_HIGHLIGHT" val="0"/>
  <p:tag name="KSO_WM_UNIT_COMPATIBLE" val="0"/>
  <p:tag name="KSO_WM_UNIT_DIAGRAM_ISNUMVISUAL" val="0"/>
  <p:tag name="KSO_WM_UNIT_DIAGRAM_ISREFERUNIT" val="0"/>
  <p:tag name="KSO_WM_UNIT_LAYERLEVEL" val="1"/>
  <p:tag name="KSO_WM_UNIT_BLOCK" val="0"/>
  <p:tag name="KSO_WM_UNIT_SM_LIMIT_TYPE" val="2"/>
  <p:tag name="KSO_WM_UNIT_DEC_AREA_ID" val="e352ecb8f5b840f19a3cb857467d0e4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UNIT_TEXT_FILL_FORE_SCHEMECOLOR_INDEX_BRIGHTNESS" val="0"/>
  <p:tag name="KSO_WM_UNIT_TEXT_FILL_FORE_SCHEMECOLOR_INDEX" val="2"/>
  <p:tag name="KSO_WM_UNIT_TEXT_FILL_TYPE" val="1"/>
  <p:tag name="KSO_WM_UNIT_VALUE" val="864"/>
  <p:tag name="KSO_WM_TEMPLATE_ASSEMBLE_XID" val="60656e7a4054ed1e2fb7f9a0"/>
  <p:tag name="KSO_WM_TEMPLATE_ASSEMBLE_GROUPID" val="60656e7a4054ed1e2fb7f9a0"/>
  <p:tag name="WM_BEAUTIFY_ZORDER_FLAG_TAG" val="3"/>
</p:tagLst>
</file>

<file path=ppt/tags/tag735.xml><?xml version="1.0" encoding="utf-8"?>
<p:tagLst xmlns:p="http://schemas.openxmlformats.org/presentationml/2006/main">
  <p:tag name="KSO_WM_TAG_VERSION" val="1.0"/>
  <p:tag name="KSO_WM_BEAUTIFY_FLAG" val="#wm#"/>
  <p:tag name="KSO_WM_UNIT_TYPE" val="i"/>
  <p:tag name="KSO_WM_UNIT_ID" val="diagram20208604_1*i*2"/>
  <p:tag name="KSO_WM_TEMPLATE_CATEGORY" val="diagram"/>
  <p:tag name="KSO_WM_TEMPLATE_INDEX" val="20208604"/>
  <p:tag name="KSO_WM_UNIT_INDEX" val="2"/>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65248d0e2eac4a16859a1c0559d33ac9"/>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4"/>
</p:tagLst>
</file>

<file path=ppt/tags/tag736.xml><?xml version="1.0" encoding="utf-8"?>
<p:tagLst xmlns:p="http://schemas.openxmlformats.org/presentationml/2006/main">
  <p:tag name="KSO_WM_TAG_VERSION" val="1.0"/>
  <p:tag name="KSO_WM_BEAUTIFY_FLAG" val="#wm#"/>
  <p:tag name="KSO_WM_UNIT_TYPE" val="i"/>
  <p:tag name="KSO_WM_UNIT_ID" val="diagram20208604_1*i*3"/>
  <p:tag name="KSO_WM_TEMPLATE_CATEGORY" val="diagram"/>
  <p:tag name="KSO_WM_TEMPLATE_INDEX" val="20208604"/>
  <p:tag name="KSO_WM_UNIT_INDEX" val="3"/>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d26b32aaa4d84b0dbd1030a6cabd7a68"/>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5"/>
</p:tagLst>
</file>

<file path=ppt/tags/tag737.xml><?xml version="1.0" encoding="utf-8"?>
<p:tagLst xmlns:p="http://schemas.openxmlformats.org/presentationml/2006/main">
  <p:tag name="KSO_WM_TAG_VERSION" val="1.0"/>
  <p:tag name="KSO_WM_BEAUTIFY_FLAG" val="#wm#"/>
  <p:tag name="KSO_WM_UNIT_TYPE" val="i"/>
  <p:tag name="KSO_WM_UNIT_ID" val="diagram20208604_1*i*4"/>
  <p:tag name="KSO_WM_TEMPLATE_CATEGORY" val="diagram"/>
  <p:tag name="KSO_WM_TEMPLATE_INDEX" val="20208604"/>
  <p:tag name="KSO_WM_UNIT_INDEX" val="4"/>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808fb1adb4d744cc9d369074d0507e4f"/>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6"/>
</p:tagLst>
</file>

<file path=ppt/tags/tag738.xml><?xml version="1.0" encoding="utf-8"?>
<p:tagLst xmlns:p="http://schemas.openxmlformats.org/presentationml/2006/main">
  <p:tag name="KSO_WM_TAG_VERSION" val="1.0"/>
  <p:tag name="KSO_WM_BEAUTIFY_FLAG" val="#wm#"/>
  <p:tag name="KSO_WM_UNIT_TYPE" val="i"/>
  <p:tag name="KSO_WM_UNIT_ID" val="diagram20208604_1*i*5"/>
  <p:tag name="KSO_WM_TEMPLATE_CATEGORY" val="diagram"/>
  <p:tag name="KSO_WM_TEMPLATE_INDEX" val="20208604"/>
  <p:tag name="KSO_WM_UNIT_INDEX" val="5"/>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060ccbb9a83241f2a52575c4e4f76136"/>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7"/>
</p:tagLst>
</file>

<file path=ppt/tags/tag739.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需要用更多的文字来表述；但请您尽可能提炼思想的精髓。"/>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8604_1*f*1"/>
  <p:tag name="KSO_WM_TEMPLATE_CATEGORY" val="diagram"/>
  <p:tag name="KSO_WM_TEMPLATE_INDEX" val="20208604"/>
  <p:tag name="KSO_WM_UNIT_LAYERLEVEL" val="1"/>
  <p:tag name="KSO_WM_TAG_VERSION" val="1.0"/>
  <p:tag name="KSO_WM_BEAUTIFY_FLAG" val="#wm#"/>
  <p:tag name="KSO_WM_UNIT_DEFAULT_FONT" val="14;20;2"/>
  <p:tag name="KSO_WM_UNIT_BLOCK" val="0"/>
  <p:tag name="KSO_WM_UNIT_VALUE" val="588"/>
  <p:tag name="KSO_WM_UNIT_SHOW_EDIT_AREA_INDICATION" val="1"/>
  <p:tag name="KSO_WM_CHIP_GROUPID" val="5e6b05596848fb12bee65ac8"/>
  <p:tag name="KSO_WM_CHIP_XID" val="5e6b05596848fb12bee65aca"/>
  <p:tag name="KSO_WM_UNIT_DEC_AREA_ID" val="5557aaf2e9bc4b2499ccf5d271336ab4"/>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ff7d2160ef064691979e787d147d2e4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e7a4054ed1e2fb7f9a0"/>
  <p:tag name="KSO_WM_TEMPLATE_ASSEMBLE_GROUPID" val="60656e7a4054ed1e2fb7f9a0"/>
  <p:tag name="WM_BEAUTIFY_ZORDER_FLAG_TAG" val="8"/>
</p:tagLst>
</file>

<file path=ppt/tags/tag740.xml><?xml version="1.0" encoding="utf-8"?>
<p:tagLst xmlns:p="http://schemas.openxmlformats.org/presentationml/2006/main">
  <p:tag name="KSO_WM_SLIDE_ID" val="diagram20220058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8"/>
  <p:tag name="KSO_WM_SLIDE_LAYOUT" val="a_d"/>
  <p:tag name="KSO_WM_SLIDE_LAYOUT_CNT" val="1_1"/>
  <p:tag name="KSO_WM_SLIDE_TYPE" val="text"/>
  <p:tag name="KSO_WM_SLIDE_SUBTYPE" val="picTxt"/>
  <p:tag name="KSO_WM_SLIDE_LAYOUTTYPE" val="topbottom"/>
  <p:tag name="KSO_WM_SLIDE_SIZE" val="888*504"/>
  <p:tag name="KSO_WM_SLIDE_POSITION" val="36*12"/>
  <p:tag name="KSO_WM_SLIDE_LAYOUT_INFO" val="{&quot;backgroundInfo&quot;:[{&quot;bottom&quot;:0,&quot;bottomAbs&quot;:false,&quot;left&quot;:0,&quot;leftAbs&quot;:false,&quot;right&quot;:0,&quot;rightAbs&quot;:false,&quot;top&quot;:0,&quot;topAbs&quot;:false,&quot;type&quot;:&quot;general&quot;}],&quot;id&quot;:&quot;2026-01-13T21:13:59&quot;,&quot;maxSize&quot;:{&quot;size1&quot;:20},&quot;minSize&quot;:{&quot;size1&quot;:11.2},&quot;normalSize&quot;:{&quot;size1&quot;:11.2},&quot;subLayout&quot;:[{&quot;id&quot;:&quot;2026-01-13T21:13:59&quot;,&quot;margin&quot;:{&quot;bottom&quot;:0.025999998673796654,&quot;left&quot;:1.2699999809265137,&quot;right&quot;:1.2699999809265137,&quot;top&quot;:0.4230000376701355},&quot;type&quot;:0},{&quot;id&quot;:&quot;2026-01-13T21:13:59&quot;,&quot;margin&quot;:{&quot;bottom&quot;:0.847000002861023,&quot;left&quot;:1.2699999809265137,&quot;right&quot;:1.2699999809265137,&quot;top&quot;:1.2699999809265137},&quot;type&quot;:0}],&quot;type&quot;:0}"/>
  <p:tag name="KSO_WM_SLIDE_RATIO" val="1.777778"/>
  <p:tag name="KSO_WM_SLIDE_BACKGROUND" val="[&quot;general&quot;]"/>
  <p:tag name="KSO_WM_SLIDE_BACKGROUND_TYPE" val="general"/>
</p:tagLst>
</file>

<file path=ppt/tags/tag74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74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74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20058_1*i*1"/>
  <p:tag name="KSO_WM_TEMPLATE_CATEGORY" val="diagram"/>
  <p:tag name="KSO_WM_TEMPLATE_INDEX" val="20220058"/>
  <p:tag name="KSO_WM_UNIT_LAYERLEVEL" val="1"/>
  <p:tag name="KSO_WM_TAG_VERSION" val="1.0"/>
  <p:tag name="KSO_WM_BEAUTIFY_FLAG" val="#wm#"/>
  <p:tag name="KSO_WM_UNIT_BLOCK" val="0"/>
  <p:tag name="KSO_WM_UNIT_SM_LIMIT_TYPE" val="0"/>
  <p:tag name="KSO_WM_UNIT_DEC_AREA_ID" val="401453a90b9f4fd5b1215058b8a2f2e8"/>
  <p:tag name="KSO_WM_UNIT_DECORATE_INFO" val="{&quot;ReferentInfo&quot;:{&quot;Id&quot;:&quot;2d2094633d9c481aa0d84a95a0159686&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744.xml><?xml version="1.0" encoding="utf-8"?>
<p:tagLst xmlns:p="http://schemas.openxmlformats.org/presentationml/2006/main">
  <p:tag name="KSO_WM_UNIT_ISCONTENTSTITLE" val="0"/>
  <p:tag name="KSO_WM_UNIT_ISNUMDGMTITLE" val="0"/>
  <p:tag name="KSO_WM_UNIT_PRESET_TEXT" val="线型上下导航版"/>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diagram20220058_1*a*1"/>
  <p:tag name="KSO_WM_TEMPLATE_CATEGORY" val="diagram"/>
  <p:tag name="KSO_WM_TEMPLATE_INDEX" val="20220058"/>
  <p:tag name="KSO_WM_UNIT_LAYERLEVEL" val="1"/>
  <p:tag name="KSO_WM_TAG_VERSION" val="1.0"/>
  <p:tag name="KSO_WM_BEAUTIFY_FLAG" val="#wm#"/>
  <p:tag name="KSO_WM_UNIT_VALUE" val="27"/>
  <p:tag name="KSO_WM_UNIT_BLOCK" val="0"/>
  <p:tag name="KSO_WM_UNIT_SM_LIMIT_TYPE" val="2"/>
  <p:tag name="KSO_WM_UNIT_DEC_AREA_ID" val="2d2094633d9c481aa0d84a95a015968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745.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2843_1*f*1"/>
  <p:tag name="KSO_WM_TEMPLATE_CATEGORY" val="diagram"/>
  <p:tag name="KSO_WM_TEMPLATE_INDEX" val="20212843"/>
  <p:tag name="KSO_WM_UNIT_LAYERLEVEL" val="1"/>
  <p:tag name="KSO_WM_TAG_VERSION" val="1.0"/>
  <p:tag name="KSO_WM_BEAUTIFY_FLAG" val="#wm#"/>
  <p:tag name="KSO_WM_UNIT_DEFAULT_FONT" val="14;20;2"/>
  <p:tag name="KSO_WM_UNIT_BLOCK" val="0"/>
  <p:tag name="KSO_WM_UNIT_VALUE" val="576"/>
  <p:tag name="KSO_WM_UNIT_SHOW_EDIT_AREA_INDICATION" val="1"/>
  <p:tag name="KSO_WM_CHIP_GROUPID" val="5e6b05596848fb12bee65ac8"/>
  <p:tag name="KSO_WM_CHIP_XID" val="5e6b05596848fb12bee65aca"/>
  <p:tag name="KSO_WM_UNIT_DEC_AREA_ID" val="8cb1ccbfd41a4f08aa021a2337e676da"/>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53f115901fe44f3787d5c3752471e8b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f644054ed1e2fb8092e"/>
  <p:tag name="KSO_WM_TEMPLATE_ASSEMBLE_GROUPID" val="60656f644054ed1e2fb8092e"/>
  <p:tag name="WM_BEAUTIFY_ZORDER_FLAG_TAG" val="3"/>
</p:tagLst>
</file>

<file path=ppt/tags/tag746.xml><?xml version="1.0" encoding="utf-8"?>
<p:tagLst xmlns:p="http://schemas.openxmlformats.org/presentationml/2006/main">
  <p:tag name="KSO_WM_SLIDE_ID" val="diagram20220058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8"/>
  <p:tag name="KSO_WM_SLIDE_LAYOUT" val="a_d"/>
  <p:tag name="KSO_WM_SLIDE_LAYOUT_CNT" val="1_1"/>
  <p:tag name="KSO_WM_SLIDE_TYPE" val="text"/>
  <p:tag name="KSO_WM_SLIDE_SUBTYPE" val="picTxt"/>
  <p:tag name="KSO_WM_SLIDE_LAYOUTTYPE" val="topbottom"/>
  <p:tag name="KSO_WM_SLIDE_SIZE" val="888*504"/>
  <p:tag name="KSO_WM_SLIDE_POSITION" val="36*12"/>
  <p:tag name="KSO_WM_SLIDE_LAYOUT_INFO" val="{&quot;backgroundInfo&quot;:[{&quot;bottom&quot;:0,&quot;bottomAbs&quot;:false,&quot;left&quot;:0,&quot;leftAbs&quot;:false,&quot;right&quot;:0,&quot;rightAbs&quot;:false,&quot;top&quot;:0,&quot;topAbs&quot;:false,&quot;type&quot;:&quot;general&quot;}],&quot;id&quot;:&quot;2026-01-13T21:13:59&quot;,&quot;maxSize&quot;:{&quot;size1&quot;:20},&quot;minSize&quot;:{&quot;size1&quot;:11.2},&quot;normalSize&quot;:{&quot;size1&quot;:11.2},&quot;subLayout&quot;:[{&quot;id&quot;:&quot;2026-01-13T21:13:59&quot;,&quot;margin&quot;:{&quot;bottom&quot;:0.025999998673796654,&quot;left&quot;:1.2699999809265137,&quot;right&quot;:1.2699999809265137,&quot;top&quot;:0.4230000376701355},&quot;type&quot;:0},{&quot;id&quot;:&quot;2026-01-13T21:13:59&quot;,&quot;margin&quot;:{&quot;bottom&quot;:0.847000002861023,&quot;left&quot;:1.2699999809265137,&quot;right&quot;:1.2699999809265137,&quot;top&quot;:1.2699999809265137},&quot;type&quot;:0}],&quot;type&quot;:0}"/>
  <p:tag name="KSO_WM_SLIDE_RATIO" val="1.777778"/>
  <p:tag name="KSO_WM_SLIDE_BACKGROUND" val="[&quot;general&quot;]"/>
  <p:tag name="KSO_WM_SLIDE_BACKGROUND_TYPE" val="general"/>
</p:tagLst>
</file>

<file path=ppt/tags/tag74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74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74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20058_1*i*1"/>
  <p:tag name="KSO_WM_TEMPLATE_CATEGORY" val="diagram"/>
  <p:tag name="KSO_WM_TEMPLATE_INDEX" val="20220058"/>
  <p:tag name="KSO_WM_UNIT_LAYERLEVEL" val="1"/>
  <p:tag name="KSO_WM_TAG_VERSION" val="1.0"/>
  <p:tag name="KSO_WM_BEAUTIFY_FLAG" val="#wm#"/>
  <p:tag name="KSO_WM_UNIT_BLOCK" val="0"/>
  <p:tag name="KSO_WM_UNIT_SM_LIMIT_TYPE" val="0"/>
  <p:tag name="KSO_WM_UNIT_DEC_AREA_ID" val="401453a90b9f4fd5b1215058b8a2f2e8"/>
  <p:tag name="KSO_WM_UNIT_DECORATE_INFO" val="{&quot;ReferentInfo&quot;:{&quot;Id&quot;:&quot;2d2094633d9c481aa0d84a95a0159686&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750.xml><?xml version="1.0" encoding="utf-8"?>
<p:tagLst xmlns:p="http://schemas.openxmlformats.org/presentationml/2006/main">
  <p:tag name="KSO_WM_UNIT_ISCONTENTSTITLE" val="0"/>
  <p:tag name="KSO_WM_UNIT_ISNUMDGMTITLE" val="0"/>
  <p:tag name="KSO_WM_UNIT_PRESET_TEXT" val="线型上下导航版"/>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diagram20220058_1*a*1"/>
  <p:tag name="KSO_WM_TEMPLATE_CATEGORY" val="diagram"/>
  <p:tag name="KSO_WM_TEMPLATE_INDEX" val="20220058"/>
  <p:tag name="KSO_WM_UNIT_LAYERLEVEL" val="1"/>
  <p:tag name="KSO_WM_TAG_VERSION" val="1.0"/>
  <p:tag name="KSO_WM_BEAUTIFY_FLAG" val="#wm#"/>
  <p:tag name="KSO_WM_UNIT_VALUE" val="27"/>
  <p:tag name="KSO_WM_UNIT_BLOCK" val="0"/>
  <p:tag name="KSO_WM_UNIT_SM_LIMIT_TYPE" val="2"/>
  <p:tag name="KSO_WM_UNIT_DEC_AREA_ID" val="2d2094633d9c481aa0d84a95a015968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751.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7315_1*f*1"/>
  <p:tag name="KSO_WM_TEMPLATE_CATEGORY" val="diagram"/>
  <p:tag name="KSO_WM_TEMPLATE_INDEX" val="20207315"/>
  <p:tag name="KSO_WM_UNIT_LAYERLEVEL" val="1"/>
  <p:tag name="KSO_WM_TAG_VERSION" val="1.0"/>
  <p:tag name="KSO_WM_BEAUTIFY_FLAG" val="#wm#"/>
  <p:tag name="KSO_WM_UNIT_DEFAULT_FONT" val="14;20;2"/>
  <p:tag name="KSO_WM_UNIT_BLOCK" val="0"/>
  <p:tag name="KSO_WM_UNIT_VALUE" val="290"/>
  <p:tag name="KSO_WM_UNIT_SHOW_EDIT_AREA_INDICATION" val="1"/>
  <p:tag name="KSO_WM_CHIP_GROUPID" val="5e6b05596848fb12bee65ac8"/>
  <p:tag name="KSO_WM_CHIP_XID" val="5e6b05596848fb12bee65aca"/>
  <p:tag name="KSO_WM_UNIT_DEC_AREA_ID" val="3462bde237c543c58b90892aede91ea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dc8ab5172452436899286f2808371cac"/>
  <p:tag name="KSO_WM_UNIT_TEXT_FILL_FORE_SCHEMECOLOR_INDEX_BRIGHTNESS" val="0.25"/>
  <p:tag name="KSO_WM_UNIT_TEXT_FILL_FORE_SCHEMECOLOR_INDEX" val="13"/>
  <p:tag name="KSO_WM_UNIT_TEXT_FILL_TYPE" val="1"/>
  <p:tag name="KSO_WM_TEMPLATE_ASSEMBLE_XID" val="6130c4e08b5cc6c91112a571"/>
  <p:tag name="KSO_WM_TEMPLATE_ASSEMBLE_GROUPID" val="6130c4e08b5cc6c91112a571"/>
  <p:tag name="WM_BEAUTIFY_ZORDER_FLAG_TAG" val="4"/>
</p:tagLst>
</file>

<file path=ppt/tags/tag752.xml><?xml version="1.0" encoding="utf-8"?>
<p:tagLst xmlns:p="http://schemas.openxmlformats.org/presentationml/2006/main">
  <p:tag name="KSO_WM_SLIDE_ID" val="diagram20220058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8"/>
  <p:tag name="KSO_WM_SLIDE_LAYOUT" val="a_d"/>
  <p:tag name="KSO_WM_SLIDE_LAYOUT_CNT" val="1_1"/>
  <p:tag name="KSO_WM_SLIDE_TYPE" val="text"/>
  <p:tag name="KSO_WM_SLIDE_SUBTYPE" val="picTxt"/>
  <p:tag name="KSO_WM_SLIDE_LAYOUTTYPE" val="topbottom"/>
  <p:tag name="KSO_WM_SLIDE_SIZE" val="888*504"/>
  <p:tag name="KSO_WM_SLIDE_POSITION" val="36*12"/>
  <p:tag name="KSO_WM_SLIDE_LAYOUT_INFO" val="{&quot;backgroundInfo&quot;:[{&quot;bottom&quot;:0,&quot;bottomAbs&quot;:false,&quot;left&quot;:0,&quot;leftAbs&quot;:false,&quot;right&quot;:0,&quot;rightAbs&quot;:false,&quot;top&quot;:0,&quot;topAbs&quot;:false,&quot;type&quot;:&quot;general&quot;}],&quot;id&quot;:&quot;2026-01-13T21:13:59&quot;,&quot;maxSize&quot;:{&quot;size1&quot;:20},&quot;minSize&quot;:{&quot;size1&quot;:11.2},&quot;normalSize&quot;:{&quot;size1&quot;:11.2},&quot;subLayout&quot;:[{&quot;id&quot;:&quot;2026-01-13T21:13:59&quot;,&quot;margin&quot;:{&quot;bottom&quot;:0.025999998673796654,&quot;left&quot;:1.2699999809265137,&quot;right&quot;:1.2699999809265137,&quot;top&quot;:0.4230000376701355},&quot;type&quot;:0},{&quot;id&quot;:&quot;2026-01-13T21:13:59&quot;,&quot;margin&quot;:{&quot;bottom&quot;:0.847000002861023,&quot;left&quot;:1.2699999809265137,&quot;right&quot;:1.2699999809265137,&quot;top&quot;:1.2699999809265137},&quot;type&quot;:0}],&quot;type&quot;:0}"/>
  <p:tag name="KSO_WM_SLIDE_RATIO" val="1.777778"/>
  <p:tag name="KSO_WM_SLIDE_BACKGROUND" val="[&quot;general&quot;]"/>
  <p:tag name="KSO_WM_SLIDE_BACKGROUND_TYPE" val="general"/>
</p:tagLst>
</file>

<file path=ppt/tags/tag75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75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75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20058_1*i*1"/>
  <p:tag name="KSO_WM_TEMPLATE_CATEGORY" val="diagram"/>
  <p:tag name="KSO_WM_TEMPLATE_INDEX" val="20220058"/>
  <p:tag name="KSO_WM_UNIT_LAYERLEVEL" val="1"/>
  <p:tag name="KSO_WM_TAG_VERSION" val="1.0"/>
  <p:tag name="KSO_WM_BEAUTIFY_FLAG" val="#wm#"/>
  <p:tag name="KSO_WM_UNIT_BLOCK" val="0"/>
  <p:tag name="KSO_WM_UNIT_SM_LIMIT_TYPE" val="0"/>
  <p:tag name="KSO_WM_UNIT_DEC_AREA_ID" val="401453a90b9f4fd5b1215058b8a2f2e8"/>
  <p:tag name="KSO_WM_UNIT_DECORATE_INFO" val="{&quot;ReferentInfo&quot;:{&quot;Id&quot;:&quot;2d2094633d9c481aa0d84a95a0159686&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756.xml><?xml version="1.0" encoding="utf-8"?>
<p:tagLst xmlns:p="http://schemas.openxmlformats.org/presentationml/2006/main">
  <p:tag name="KSO_WM_UNIT_ISCONTENTSTITLE" val="0"/>
  <p:tag name="KSO_WM_UNIT_ISNUMDGMTITLE" val="0"/>
  <p:tag name="KSO_WM_UNIT_PRESET_TEXT" val="线型上下导航版"/>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diagram20220058_1*a*1"/>
  <p:tag name="KSO_WM_TEMPLATE_CATEGORY" val="diagram"/>
  <p:tag name="KSO_WM_TEMPLATE_INDEX" val="20220058"/>
  <p:tag name="KSO_WM_UNIT_LAYERLEVEL" val="1"/>
  <p:tag name="KSO_WM_TAG_VERSION" val="1.0"/>
  <p:tag name="KSO_WM_BEAUTIFY_FLAG" val="#wm#"/>
  <p:tag name="KSO_WM_UNIT_VALUE" val="27"/>
  <p:tag name="KSO_WM_UNIT_BLOCK" val="0"/>
  <p:tag name="KSO_WM_UNIT_SM_LIMIT_TYPE" val="2"/>
  <p:tag name="KSO_WM_UNIT_DEC_AREA_ID" val="2d2094633d9c481aa0d84a95a015968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757.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2843_1*f*1"/>
  <p:tag name="KSO_WM_TEMPLATE_CATEGORY" val="diagram"/>
  <p:tag name="KSO_WM_TEMPLATE_INDEX" val="20212843"/>
  <p:tag name="KSO_WM_UNIT_LAYERLEVEL" val="1"/>
  <p:tag name="KSO_WM_TAG_VERSION" val="1.0"/>
  <p:tag name="KSO_WM_BEAUTIFY_FLAG" val="#wm#"/>
  <p:tag name="KSO_WM_UNIT_DEFAULT_FONT" val="14;20;2"/>
  <p:tag name="KSO_WM_UNIT_BLOCK" val="0"/>
  <p:tag name="KSO_WM_UNIT_VALUE" val="576"/>
  <p:tag name="KSO_WM_UNIT_SHOW_EDIT_AREA_INDICATION" val="1"/>
  <p:tag name="KSO_WM_CHIP_GROUPID" val="5e6b05596848fb12bee65ac8"/>
  <p:tag name="KSO_WM_CHIP_XID" val="5e6b05596848fb12bee65aca"/>
  <p:tag name="KSO_WM_UNIT_DEC_AREA_ID" val="8cb1ccbfd41a4f08aa021a2337e676da"/>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53f115901fe44f3787d5c3752471e8b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f644054ed1e2fb8092e"/>
  <p:tag name="KSO_WM_TEMPLATE_ASSEMBLE_GROUPID" val="60656f644054ed1e2fb8092e"/>
  <p:tag name="WM_BEAUTIFY_ZORDER_FLAG_TAG" val="3"/>
</p:tagLst>
</file>

<file path=ppt/tags/tag758.xml><?xml version="1.0" encoding="utf-8"?>
<p:tagLst xmlns:p="http://schemas.openxmlformats.org/presentationml/2006/main">
  <p:tag name="KSO_WM_SLIDE_ID" val="diagram20220058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8"/>
  <p:tag name="KSO_WM_SLIDE_LAYOUT" val="a_d"/>
  <p:tag name="KSO_WM_SLIDE_LAYOUT_CNT" val="1_1"/>
  <p:tag name="KSO_WM_SLIDE_TYPE" val="text"/>
  <p:tag name="KSO_WM_SLIDE_SUBTYPE" val="picTxt"/>
  <p:tag name="KSO_WM_SLIDE_LAYOUTTYPE" val="topbottom"/>
  <p:tag name="KSO_WM_SLIDE_SIZE" val="888*504"/>
  <p:tag name="KSO_WM_SLIDE_POSITION" val="36*12"/>
  <p:tag name="KSO_WM_SLIDE_LAYOUT_INFO" val="{&quot;backgroundInfo&quot;:[{&quot;bottom&quot;:0,&quot;bottomAbs&quot;:false,&quot;left&quot;:0,&quot;leftAbs&quot;:false,&quot;right&quot;:0,&quot;rightAbs&quot;:false,&quot;top&quot;:0,&quot;topAbs&quot;:false,&quot;type&quot;:&quot;general&quot;}],&quot;id&quot;:&quot;2026-01-13T21:13:59&quot;,&quot;maxSize&quot;:{&quot;size1&quot;:20},&quot;minSize&quot;:{&quot;size1&quot;:11.2},&quot;normalSize&quot;:{&quot;size1&quot;:11.2},&quot;subLayout&quot;:[{&quot;id&quot;:&quot;2026-01-13T21:13:59&quot;,&quot;margin&quot;:{&quot;bottom&quot;:0.025999998673796654,&quot;left&quot;:1.2699999809265137,&quot;right&quot;:1.2699999809265137,&quot;top&quot;:0.4230000376701355},&quot;type&quot;:0},{&quot;id&quot;:&quot;2026-01-13T21:13:59&quot;,&quot;margin&quot;:{&quot;bottom&quot;:0.847000002861023,&quot;left&quot;:1.2699999809265137,&quot;right&quot;:1.2699999809265137,&quot;top&quot;:1.2699999809265137},&quot;type&quot;:0}],&quot;type&quot;:0}"/>
  <p:tag name="KSO_WM_SLIDE_RATIO" val="1.777778"/>
  <p:tag name="KSO_WM_SLIDE_BACKGROUND" val="[&quot;general&quot;]"/>
  <p:tag name="KSO_WM_SLIDE_BACKGROUND_TYPE" val="general"/>
</p:tagLst>
</file>

<file path=ppt/tags/tag75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76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76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20058_1*i*1"/>
  <p:tag name="KSO_WM_TEMPLATE_CATEGORY" val="diagram"/>
  <p:tag name="KSO_WM_TEMPLATE_INDEX" val="20220058"/>
  <p:tag name="KSO_WM_UNIT_LAYERLEVEL" val="1"/>
  <p:tag name="KSO_WM_TAG_VERSION" val="1.0"/>
  <p:tag name="KSO_WM_BEAUTIFY_FLAG" val="#wm#"/>
  <p:tag name="KSO_WM_UNIT_BLOCK" val="0"/>
  <p:tag name="KSO_WM_UNIT_SM_LIMIT_TYPE" val="0"/>
  <p:tag name="KSO_WM_UNIT_DEC_AREA_ID" val="401453a90b9f4fd5b1215058b8a2f2e8"/>
  <p:tag name="KSO_WM_UNIT_DECORATE_INFO" val="{&quot;ReferentInfo&quot;:{&quot;Id&quot;:&quot;2d2094633d9c481aa0d84a95a0159686&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762.xml><?xml version="1.0" encoding="utf-8"?>
<p:tagLst xmlns:p="http://schemas.openxmlformats.org/presentationml/2006/main">
  <p:tag name="KSO_WM_UNIT_ISCONTENTSTITLE" val="0"/>
  <p:tag name="KSO_WM_UNIT_ISNUMDGMTITLE" val="0"/>
  <p:tag name="KSO_WM_UNIT_PRESET_TEXT" val="线型上下导航版"/>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diagram20220058_1*a*1"/>
  <p:tag name="KSO_WM_TEMPLATE_CATEGORY" val="diagram"/>
  <p:tag name="KSO_WM_TEMPLATE_INDEX" val="20220058"/>
  <p:tag name="KSO_WM_UNIT_LAYERLEVEL" val="1"/>
  <p:tag name="KSO_WM_TAG_VERSION" val="1.0"/>
  <p:tag name="KSO_WM_BEAUTIFY_FLAG" val="#wm#"/>
  <p:tag name="KSO_WM_UNIT_VALUE" val="27"/>
  <p:tag name="KSO_WM_UNIT_BLOCK" val="0"/>
  <p:tag name="KSO_WM_UNIT_SM_LIMIT_TYPE" val="2"/>
  <p:tag name="KSO_WM_UNIT_DEC_AREA_ID" val="2d2094633d9c481aa0d84a95a015968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763.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7315_1*f*1"/>
  <p:tag name="KSO_WM_TEMPLATE_CATEGORY" val="diagram"/>
  <p:tag name="KSO_WM_TEMPLATE_INDEX" val="20207315"/>
  <p:tag name="KSO_WM_UNIT_LAYERLEVEL" val="1"/>
  <p:tag name="KSO_WM_TAG_VERSION" val="1.0"/>
  <p:tag name="KSO_WM_BEAUTIFY_FLAG" val="#wm#"/>
  <p:tag name="KSO_WM_UNIT_DEFAULT_FONT" val="14;20;2"/>
  <p:tag name="KSO_WM_UNIT_BLOCK" val="0"/>
  <p:tag name="KSO_WM_UNIT_VALUE" val="290"/>
  <p:tag name="KSO_WM_UNIT_SHOW_EDIT_AREA_INDICATION" val="1"/>
  <p:tag name="KSO_WM_CHIP_GROUPID" val="5e6b05596848fb12bee65ac8"/>
  <p:tag name="KSO_WM_CHIP_XID" val="5e6b05596848fb12bee65aca"/>
  <p:tag name="KSO_WM_UNIT_DEC_AREA_ID" val="3462bde237c543c58b90892aede91ea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dc8ab5172452436899286f2808371cac"/>
  <p:tag name="KSO_WM_UNIT_TEXT_FILL_FORE_SCHEMECOLOR_INDEX_BRIGHTNESS" val="0.25"/>
  <p:tag name="KSO_WM_UNIT_TEXT_FILL_FORE_SCHEMECOLOR_INDEX" val="13"/>
  <p:tag name="KSO_WM_UNIT_TEXT_FILL_TYPE" val="1"/>
  <p:tag name="KSO_WM_TEMPLATE_ASSEMBLE_XID" val="6130c4e08b5cc6c91112a571"/>
  <p:tag name="KSO_WM_TEMPLATE_ASSEMBLE_GROUPID" val="6130c4e08b5cc6c91112a571"/>
  <p:tag name="WM_BEAUTIFY_ZORDER_FLAG_TAG" val="4"/>
</p:tagLst>
</file>

<file path=ppt/tags/tag764.xml><?xml version="1.0" encoding="utf-8"?>
<p:tagLst xmlns:p="http://schemas.openxmlformats.org/presentationml/2006/main">
  <p:tag name="KSO_WM_SLIDE_ID" val="diagram20220058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8"/>
  <p:tag name="KSO_WM_SLIDE_LAYOUT" val="a_d"/>
  <p:tag name="KSO_WM_SLIDE_LAYOUT_CNT" val="1_1"/>
  <p:tag name="KSO_WM_SLIDE_TYPE" val="text"/>
  <p:tag name="KSO_WM_SLIDE_SUBTYPE" val="picTxt"/>
  <p:tag name="KSO_WM_SLIDE_LAYOUTTYPE" val="topbottom"/>
  <p:tag name="KSO_WM_SLIDE_SIZE" val="888*504"/>
  <p:tag name="KSO_WM_SLIDE_POSITION" val="36*12"/>
  <p:tag name="KSO_WM_SLIDE_LAYOUT_INFO" val="{&quot;backgroundInfo&quot;:[{&quot;bottom&quot;:0,&quot;bottomAbs&quot;:false,&quot;left&quot;:0,&quot;leftAbs&quot;:false,&quot;right&quot;:0,&quot;rightAbs&quot;:false,&quot;top&quot;:0,&quot;topAbs&quot;:false,&quot;type&quot;:&quot;general&quot;}],&quot;id&quot;:&quot;2026-01-13T21:13:59&quot;,&quot;maxSize&quot;:{&quot;size1&quot;:20},&quot;minSize&quot;:{&quot;size1&quot;:11.2},&quot;normalSize&quot;:{&quot;size1&quot;:11.2},&quot;subLayout&quot;:[{&quot;id&quot;:&quot;2026-01-13T21:13:59&quot;,&quot;margin&quot;:{&quot;bottom&quot;:0.025999998673796654,&quot;left&quot;:1.2699999809265137,&quot;right&quot;:1.2699999809265137,&quot;top&quot;:0.4230000376701355},&quot;type&quot;:0},{&quot;id&quot;:&quot;2026-01-13T21:13:59&quot;,&quot;margin&quot;:{&quot;bottom&quot;:0.847000002861023,&quot;left&quot;:1.2699999809265137,&quot;right&quot;:1.2699999809265137,&quot;top&quot;:1.2699999809265137},&quot;type&quot;:0}],&quot;type&quot;:0}"/>
  <p:tag name="KSO_WM_SLIDE_RATIO" val="1.777778"/>
  <p:tag name="KSO_WM_SLIDE_BACKGROUND" val="[&quot;general&quot;]"/>
  <p:tag name="KSO_WM_SLIDE_BACKGROUND_TYPE" val="general"/>
</p:tagLst>
</file>

<file path=ppt/tags/tag76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76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76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20058_1*i*1"/>
  <p:tag name="KSO_WM_TEMPLATE_CATEGORY" val="diagram"/>
  <p:tag name="KSO_WM_TEMPLATE_INDEX" val="20220058"/>
  <p:tag name="KSO_WM_UNIT_LAYERLEVEL" val="1"/>
  <p:tag name="KSO_WM_TAG_VERSION" val="1.0"/>
  <p:tag name="KSO_WM_BEAUTIFY_FLAG" val="#wm#"/>
  <p:tag name="KSO_WM_UNIT_BLOCK" val="0"/>
  <p:tag name="KSO_WM_UNIT_SM_LIMIT_TYPE" val="0"/>
  <p:tag name="KSO_WM_UNIT_DEC_AREA_ID" val="401453a90b9f4fd5b1215058b8a2f2e8"/>
  <p:tag name="KSO_WM_UNIT_DECORATE_INFO" val="{&quot;ReferentInfo&quot;:{&quot;Id&quot;:&quot;2d2094633d9c481aa0d84a95a0159686&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768.xml><?xml version="1.0" encoding="utf-8"?>
<p:tagLst xmlns:p="http://schemas.openxmlformats.org/presentationml/2006/main">
  <p:tag name="KSO_WM_UNIT_ISCONTENTSTITLE" val="0"/>
  <p:tag name="KSO_WM_UNIT_ISNUMDGMTITLE" val="0"/>
  <p:tag name="KSO_WM_UNIT_PRESET_TEXT" val="线型上下导航版"/>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diagram20220058_1*a*1"/>
  <p:tag name="KSO_WM_TEMPLATE_CATEGORY" val="diagram"/>
  <p:tag name="KSO_WM_TEMPLATE_INDEX" val="20220058"/>
  <p:tag name="KSO_WM_UNIT_LAYERLEVEL" val="1"/>
  <p:tag name="KSO_WM_TAG_VERSION" val="1.0"/>
  <p:tag name="KSO_WM_BEAUTIFY_FLAG" val="#wm#"/>
  <p:tag name="KSO_WM_UNIT_VALUE" val="27"/>
  <p:tag name="KSO_WM_UNIT_BLOCK" val="0"/>
  <p:tag name="KSO_WM_UNIT_SM_LIMIT_TYPE" val="2"/>
  <p:tag name="KSO_WM_UNIT_DEC_AREA_ID" val="2d2094633d9c481aa0d84a95a015968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769.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2843_1*f*1"/>
  <p:tag name="KSO_WM_TEMPLATE_CATEGORY" val="diagram"/>
  <p:tag name="KSO_WM_TEMPLATE_INDEX" val="20212843"/>
  <p:tag name="KSO_WM_UNIT_LAYERLEVEL" val="1"/>
  <p:tag name="KSO_WM_TAG_VERSION" val="1.0"/>
  <p:tag name="KSO_WM_BEAUTIFY_FLAG" val="#wm#"/>
  <p:tag name="KSO_WM_UNIT_DEFAULT_FONT" val="14;20;2"/>
  <p:tag name="KSO_WM_UNIT_BLOCK" val="0"/>
  <p:tag name="KSO_WM_UNIT_VALUE" val="576"/>
  <p:tag name="KSO_WM_UNIT_SHOW_EDIT_AREA_INDICATION" val="1"/>
  <p:tag name="KSO_WM_CHIP_GROUPID" val="5e6b05596848fb12bee65ac8"/>
  <p:tag name="KSO_WM_CHIP_XID" val="5e6b05596848fb12bee65aca"/>
  <p:tag name="KSO_WM_UNIT_DEC_AREA_ID" val="8cb1ccbfd41a4f08aa021a2337e676da"/>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53f115901fe44f3787d5c3752471e8b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f644054ed1e2fb8092e"/>
  <p:tag name="KSO_WM_TEMPLATE_ASSEMBLE_GROUPID" val="60656f644054ed1e2fb8092e"/>
  <p:tag name="WM_BEAUTIFY_ZORDER_FLAG_TAG" val="3"/>
</p:tagLst>
</file>

<file path=ppt/tags/tag770.xml><?xml version="1.0" encoding="utf-8"?>
<p:tagLst xmlns:p="http://schemas.openxmlformats.org/presentationml/2006/main">
  <p:tag name="KSO_WM_SLIDE_ID" val="diagram20220058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8"/>
  <p:tag name="KSO_WM_SLIDE_LAYOUT" val="a_d"/>
  <p:tag name="KSO_WM_SLIDE_LAYOUT_CNT" val="1_1"/>
  <p:tag name="KSO_WM_SLIDE_TYPE" val="text"/>
  <p:tag name="KSO_WM_SLIDE_SUBTYPE" val="picTxt"/>
  <p:tag name="KSO_WM_SLIDE_LAYOUTTYPE" val="topbottom"/>
  <p:tag name="KSO_WM_SLIDE_SIZE" val="888*504"/>
  <p:tag name="KSO_WM_SLIDE_POSITION" val="36*12"/>
  <p:tag name="KSO_WM_SLIDE_LAYOUT_INFO" val="{&quot;backgroundInfo&quot;:[{&quot;bottom&quot;:0,&quot;bottomAbs&quot;:false,&quot;left&quot;:0,&quot;leftAbs&quot;:false,&quot;right&quot;:0,&quot;rightAbs&quot;:false,&quot;top&quot;:0,&quot;topAbs&quot;:false,&quot;type&quot;:&quot;general&quot;}],&quot;id&quot;:&quot;2026-01-13T21:13:59&quot;,&quot;maxSize&quot;:{&quot;size1&quot;:20},&quot;minSize&quot;:{&quot;size1&quot;:11.2},&quot;normalSize&quot;:{&quot;size1&quot;:11.2},&quot;subLayout&quot;:[{&quot;id&quot;:&quot;2026-01-13T21:13:59&quot;,&quot;margin&quot;:{&quot;bottom&quot;:0.025999998673796654,&quot;left&quot;:1.2699999809265137,&quot;right&quot;:1.2699999809265137,&quot;top&quot;:0.4230000376701355},&quot;type&quot;:0},{&quot;id&quot;:&quot;2026-01-13T21:13:59&quot;,&quot;margin&quot;:{&quot;bottom&quot;:0.847000002861023,&quot;left&quot;:1.2699999809265137,&quot;right&quot;:1.2699999809265137,&quot;top&quot;:1.2699999809265137},&quot;type&quot;:0}],&quot;type&quot;:0}"/>
  <p:tag name="KSO_WM_SLIDE_RATIO" val="1.777778"/>
  <p:tag name="KSO_WM_SLIDE_BACKGROUND" val="[&quot;general&quot;]"/>
  <p:tag name="KSO_WM_SLIDE_BACKGROUND_TYPE" val="general"/>
</p:tagLst>
</file>

<file path=ppt/tags/tag77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77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77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20058_1*i*1"/>
  <p:tag name="KSO_WM_TEMPLATE_CATEGORY" val="diagram"/>
  <p:tag name="KSO_WM_TEMPLATE_INDEX" val="20220058"/>
  <p:tag name="KSO_WM_UNIT_LAYERLEVEL" val="1"/>
  <p:tag name="KSO_WM_TAG_VERSION" val="1.0"/>
  <p:tag name="KSO_WM_BEAUTIFY_FLAG" val="#wm#"/>
  <p:tag name="KSO_WM_UNIT_BLOCK" val="0"/>
  <p:tag name="KSO_WM_UNIT_SM_LIMIT_TYPE" val="0"/>
  <p:tag name="KSO_WM_UNIT_DEC_AREA_ID" val="401453a90b9f4fd5b1215058b8a2f2e8"/>
  <p:tag name="KSO_WM_UNIT_DECORATE_INFO" val="{&quot;ReferentInfo&quot;:{&quot;Id&quot;:&quot;2d2094633d9c481aa0d84a95a0159686&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774.xml><?xml version="1.0" encoding="utf-8"?>
<p:tagLst xmlns:p="http://schemas.openxmlformats.org/presentationml/2006/main">
  <p:tag name="KSO_WM_UNIT_ISCONTENTSTITLE" val="0"/>
  <p:tag name="KSO_WM_UNIT_ISNUMDGMTITLE" val="0"/>
  <p:tag name="KSO_WM_UNIT_PRESET_TEXT" val="线型上下导航版"/>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diagram20220058_1*a*1"/>
  <p:tag name="KSO_WM_TEMPLATE_CATEGORY" val="diagram"/>
  <p:tag name="KSO_WM_TEMPLATE_INDEX" val="20220058"/>
  <p:tag name="KSO_WM_UNIT_LAYERLEVEL" val="1"/>
  <p:tag name="KSO_WM_TAG_VERSION" val="1.0"/>
  <p:tag name="KSO_WM_BEAUTIFY_FLAG" val="#wm#"/>
  <p:tag name="KSO_WM_UNIT_VALUE" val="27"/>
  <p:tag name="KSO_WM_UNIT_BLOCK" val="0"/>
  <p:tag name="KSO_WM_UNIT_SM_LIMIT_TYPE" val="2"/>
  <p:tag name="KSO_WM_UNIT_DEC_AREA_ID" val="2d2094633d9c481aa0d84a95a015968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775.xml><?xml version="1.0" encoding="utf-8"?>
<p:tagLst xmlns:p="http://schemas.openxmlformats.org/presentationml/2006/main">
  <p:tag name="KSO_WM_TAG_VERSION" val="1.0"/>
  <p:tag name="KSO_WM_BEAUTIFY_FLAG" val="#wm#"/>
  <p:tag name="KSO_WM_UNIT_TYPE" val="i"/>
  <p:tag name="KSO_WM_UNIT_ID" val="diagram20208604_1*i*1"/>
  <p:tag name="KSO_WM_TEMPLATE_CATEGORY" val="diagram"/>
  <p:tag name="KSO_WM_TEMPLATE_INDEX" val="20208604"/>
  <p:tag name="KSO_WM_UNIT_INDEX" val="1"/>
  <p:tag name="KSO_WM_UNIT_HIGHLIGHT" val="0"/>
  <p:tag name="KSO_WM_UNIT_COMPATIBLE" val="0"/>
  <p:tag name="KSO_WM_UNIT_DIAGRAM_ISNUMVISUAL" val="0"/>
  <p:tag name="KSO_WM_UNIT_DIAGRAM_ISREFERUNIT" val="0"/>
  <p:tag name="KSO_WM_UNIT_LAYERLEVEL" val="1"/>
  <p:tag name="KSO_WM_UNIT_BLOCK" val="0"/>
  <p:tag name="KSO_WM_UNIT_SM_LIMIT_TYPE" val="2"/>
  <p:tag name="KSO_WM_UNIT_DEC_AREA_ID" val="e352ecb8f5b840f19a3cb857467d0e4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UNIT_TEXT_FILL_FORE_SCHEMECOLOR_INDEX_BRIGHTNESS" val="0"/>
  <p:tag name="KSO_WM_UNIT_TEXT_FILL_FORE_SCHEMECOLOR_INDEX" val="2"/>
  <p:tag name="KSO_WM_UNIT_TEXT_FILL_TYPE" val="1"/>
  <p:tag name="KSO_WM_UNIT_VALUE" val="864"/>
  <p:tag name="KSO_WM_TEMPLATE_ASSEMBLE_XID" val="60656e7a4054ed1e2fb7f9a0"/>
  <p:tag name="KSO_WM_TEMPLATE_ASSEMBLE_GROUPID" val="60656e7a4054ed1e2fb7f9a0"/>
  <p:tag name="WM_BEAUTIFY_ZORDER_FLAG_TAG" val="3"/>
</p:tagLst>
</file>

<file path=ppt/tags/tag776.xml><?xml version="1.0" encoding="utf-8"?>
<p:tagLst xmlns:p="http://schemas.openxmlformats.org/presentationml/2006/main">
  <p:tag name="KSO_WM_TAG_VERSION" val="1.0"/>
  <p:tag name="KSO_WM_BEAUTIFY_FLAG" val="#wm#"/>
  <p:tag name="KSO_WM_UNIT_TYPE" val="i"/>
  <p:tag name="KSO_WM_UNIT_ID" val="diagram20208604_1*i*2"/>
  <p:tag name="KSO_WM_TEMPLATE_CATEGORY" val="diagram"/>
  <p:tag name="KSO_WM_TEMPLATE_INDEX" val="20208604"/>
  <p:tag name="KSO_WM_UNIT_INDEX" val="2"/>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65248d0e2eac4a16859a1c0559d33ac9"/>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4"/>
</p:tagLst>
</file>

<file path=ppt/tags/tag777.xml><?xml version="1.0" encoding="utf-8"?>
<p:tagLst xmlns:p="http://schemas.openxmlformats.org/presentationml/2006/main">
  <p:tag name="KSO_WM_TAG_VERSION" val="1.0"/>
  <p:tag name="KSO_WM_BEAUTIFY_FLAG" val="#wm#"/>
  <p:tag name="KSO_WM_UNIT_TYPE" val="i"/>
  <p:tag name="KSO_WM_UNIT_ID" val="diagram20208604_1*i*3"/>
  <p:tag name="KSO_WM_TEMPLATE_CATEGORY" val="diagram"/>
  <p:tag name="KSO_WM_TEMPLATE_INDEX" val="20208604"/>
  <p:tag name="KSO_WM_UNIT_INDEX" val="3"/>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d26b32aaa4d84b0dbd1030a6cabd7a68"/>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5"/>
</p:tagLst>
</file>

<file path=ppt/tags/tag778.xml><?xml version="1.0" encoding="utf-8"?>
<p:tagLst xmlns:p="http://schemas.openxmlformats.org/presentationml/2006/main">
  <p:tag name="KSO_WM_TAG_VERSION" val="1.0"/>
  <p:tag name="KSO_WM_BEAUTIFY_FLAG" val="#wm#"/>
  <p:tag name="KSO_WM_UNIT_TYPE" val="i"/>
  <p:tag name="KSO_WM_UNIT_ID" val="diagram20208604_1*i*4"/>
  <p:tag name="KSO_WM_TEMPLATE_CATEGORY" val="diagram"/>
  <p:tag name="KSO_WM_TEMPLATE_INDEX" val="20208604"/>
  <p:tag name="KSO_WM_UNIT_INDEX" val="4"/>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808fb1adb4d744cc9d369074d0507e4f"/>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6"/>
</p:tagLst>
</file>

<file path=ppt/tags/tag779.xml><?xml version="1.0" encoding="utf-8"?>
<p:tagLst xmlns:p="http://schemas.openxmlformats.org/presentationml/2006/main">
  <p:tag name="KSO_WM_TAG_VERSION" val="1.0"/>
  <p:tag name="KSO_WM_BEAUTIFY_FLAG" val="#wm#"/>
  <p:tag name="KSO_WM_UNIT_TYPE" val="i"/>
  <p:tag name="KSO_WM_UNIT_ID" val="diagram20208604_1*i*5"/>
  <p:tag name="KSO_WM_TEMPLATE_CATEGORY" val="diagram"/>
  <p:tag name="KSO_WM_TEMPLATE_INDEX" val="20208604"/>
  <p:tag name="KSO_WM_UNIT_INDEX" val="5"/>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060ccbb9a83241f2a52575c4e4f76136"/>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7"/>
</p:tagLst>
</file>

<file path=ppt/tags/tag780.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需要用更多的文字来表述；但请您尽可能提炼思想的精髓。"/>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8604_1*f*1"/>
  <p:tag name="KSO_WM_TEMPLATE_CATEGORY" val="diagram"/>
  <p:tag name="KSO_WM_TEMPLATE_INDEX" val="20208604"/>
  <p:tag name="KSO_WM_UNIT_LAYERLEVEL" val="1"/>
  <p:tag name="KSO_WM_TAG_VERSION" val="1.0"/>
  <p:tag name="KSO_WM_BEAUTIFY_FLAG" val="#wm#"/>
  <p:tag name="KSO_WM_UNIT_DEFAULT_FONT" val="14;20;2"/>
  <p:tag name="KSO_WM_UNIT_BLOCK" val="0"/>
  <p:tag name="KSO_WM_UNIT_VALUE" val="588"/>
  <p:tag name="KSO_WM_UNIT_SHOW_EDIT_AREA_INDICATION" val="1"/>
  <p:tag name="KSO_WM_CHIP_GROUPID" val="5e6b05596848fb12bee65ac8"/>
  <p:tag name="KSO_WM_CHIP_XID" val="5e6b05596848fb12bee65aca"/>
  <p:tag name="KSO_WM_UNIT_DEC_AREA_ID" val="5557aaf2e9bc4b2499ccf5d271336ab4"/>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ff7d2160ef064691979e787d147d2e4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e7a4054ed1e2fb7f9a0"/>
  <p:tag name="KSO_WM_TEMPLATE_ASSEMBLE_GROUPID" val="60656e7a4054ed1e2fb7f9a0"/>
  <p:tag name="WM_BEAUTIFY_ZORDER_FLAG_TAG" val="8"/>
</p:tagLst>
</file>

<file path=ppt/tags/tag781.xml><?xml version="1.0" encoding="utf-8"?>
<p:tagLst xmlns:p="http://schemas.openxmlformats.org/presentationml/2006/main">
  <p:tag name="KSO_WM_SLIDE_ID" val="diagram20220058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8"/>
  <p:tag name="KSO_WM_SLIDE_LAYOUT" val="a_d"/>
  <p:tag name="KSO_WM_SLIDE_LAYOUT_CNT" val="1_1"/>
  <p:tag name="KSO_WM_SLIDE_TYPE" val="text"/>
  <p:tag name="KSO_WM_SLIDE_SUBTYPE" val="picTxt"/>
  <p:tag name="KSO_WM_SLIDE_LAYOUTTYPE" val="topbottom"/>
  <p:tag name="KSO_WM_SLIDE_SIZE" val="888*504"/>
  <p:tag name="KSO_WM_SLIDE_POSITION" val="36*12"/>
  <p:tag name="KSO_WM_SLIDE_LAYOUT_INFO" val="{&quot;backgroundInfo&quot;:[{&quot;bottom&quot;:0,&quot;bottomAbs&quot;:false,&quot;left&quot;:0,&quot;leftAbs&quot;:false,&quot;right&quot;:0,&quot;rightAbs&quot;:false,&quot;top&quot;:0,&quot;topAbs&quot;:false,&quot;type&quot;:&quot;general&quot;}],&quot;id&quot;:&quot;2026-01-13T21:13:59&quot;,&quot;maxSize&quot;:{&quot;size1&quot;:20},&quot;minSize&quot;:{&quot;size1&quot;:11.2},&quot;normalSize&quot;:{&quot;size1&quot;:11.2},&quot;subLayout&quot;:[{&quot;id&quot;:&quot;2026-01-13T21:13:59&quot;,&quot;margin&quot;:{&quot;bottom&quot;:0.025999998673796654,&quot;left&quot;:1.2699999809265137,&quot;right&quot;:1.2699999809265137,&quot;top&quot;:0.4230000376701355},&quot;type&quot;:0},{&quot;id&quot;:&quot;2026-01-13T21:13:59&quot;,&quot;margin&quot;:{&quot;bottom&quot;:0.847000002861023,&quot;left&quot;:1.2699999809265137,&quot;right&quot;:1.2699999809265137,&quot;top&quot;:1.2699999809265137},&quot;type&quot;:0}],&quot;type&quot;:0}"/>
  <p:tag name="KSO_WM_SLIDE_RATIO" val="1.777778"/>
  <p:tag name="KSO_WM_SLIDE_BACKGROUND" val="[&quot;general&quot;]"/>
  <p:tag name="KSO_WM_SLIDE_BACKGROUND_TYPE" val="general"/>
</p:tagLst>
</file>

<file path=ppt/tags/tag78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78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78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20058_1*i*1"/>
  <p:tag name="KSO_WM_TEMPLATE_CATEGORY" val="diagram"/>
  <p:tag name="KSO_WM_TEMPLATE_INDEX" val="20220058"/>
  <p:tag name="KSO_WM_UNIT_LAYERLEVEL" val="1"/>
  <p:tag name="KSO_WM_TAG_VERSION" val="1.0"/>
  <p:tag name="KSO_WM_BEAUTIFY_FLAG" val="#wm#"/>
  <p:tag name="KSO_WM_UNIT_BLOCK" val="0"/>
  <p:tag name="KSO_WM_UNIT_SM_LIMIT_TYPE" val="0"/>
  <p:tag name="KSO_WM_UNIT_DEC_AREA_ID" val="401453a90b9f4fd5b1215058b8a2f2e8"/>
  <p:tag name="KSO_WM_UNIT_DECORATE_INFO" val="{&quot;ReferentInfo&quot;:{&quot;Id&quot;:&quot;2d2094633d9c481aa0d84a95a0159686&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785.xml><?xml version="1.0" encoding="utf-8"?>
<p:tagLst xmlns:p="http://schemas.openxmlformats.org/presentationml/2006/main">
  <p:tag name="KSO_WM_UNIT_ISCONTENTSTITLE" val="0"/>
  <p:tag name="KSO_WM_UNIT_ISNUMDGMTITLE" val="0"/>
  <p:tag name="KSO_WM_UNIT_PRESET_TEXT" val="线型上下导航版"/>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diagram20220058_1*a*1"/>
  <p:tag name="KSO_WM_TEMPLATE_CATEGORY" val="diagram"/>
  <p:tag name="KSO_WM_TEMPLATE_INDEX" val="20220058"/>
  <p:tag name="KSO_WM_UNIT_LAYERLEVEL" val="1"/>
  <p:tag name="KSO_WM_TAG_VERSION" val="1.0"/>
  <p:tag name="KSO_WM_BEAUTIFY_FLAG" val="#wm#"/>
  <p:tag name="KSO_WM_UNIT_VALUE" val="27"/>
  <p:tag name="KSO_WM_UNIT_BLOCK" val="0"/>
  <p:tag name="KSO_WM_UNIT_SM_LIMIT_TYPE" val="2"/>
  <p:tag name="KSO_WM_UNIT_DEC_AREA_ID" val="2d2094633d9c481aa0d84a95a015968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786.xml><?xml version="1.0" encoding="utf-8"?>
<p:tagLst xmlns:p="http://schemas.openxmlformats.org/presentationml/2006/main">
  <p:tag name="KSO_WM_TAG_VERSION" val="1.0"/>
  <p:tag name="KSO_WM_BEAUTIFY_FLAG" val="#wm#"/>
  <p:tag name="KSO_WM_UNIT_TYPE" val="i"/>
  <p:tag name="KSO_WM_UNIT_ID" val="diagram20208604_1*i*1"/>
  <p:tag name="KSO_WM_TEMPLATE_CATEGORY" val="diagram"/>
  <p:tag name="KSO_WM_TEMPLATE_INDEX" val="20208604"/>
  <p:tag name="KSO_WM_UNIT_INDEX" val="1"/>
  <p:tag name="KSO_WM_UNIT_HIGHLIGHT" val="0"/>
  <p:tag name="KSO_WM_UNIT_COMPATIBLE" val="0"/>
  <p:tag name="KSO_WM_UNIT_DIAGRAM_ISNUMVISUAL" val="0"/>
  <p:tag name="KSO_WM_UNIT_DIAGRAM_ISREFERUNIT" val="0"/>
  <p:tag name="KSO_WM_UNIT_LAYERLEVEL" val="1"/>
  <p:tag name="KSO_WM_UNIT_BLOCK" val="0"/>
  <p:tag name="KSO_WM_UNIT_SM_LIMIT_TYPE" val="2"/>
  <p:tag name="KSO_WM_UNIT_DEC_AREA_ID" val="e352ecb8f5b840f19a3cb857467d0e4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UNIT_TEXT_FILL_FORE_SCHEMECOLOR_INDEX_BRIGHTNESS" val="0"/>
  <p:tag name="KSO_WM_UNIT_TEXT_FILL_FORE_SCHEMECOLOR_INDEX" val="2"/>
  <p:tag name="KSO_WM_UNIT_TEXT_FILL_TYPE" val="1"/>
  <p:tag name="KSO_WM_UNIT_VALUE" val="864"/>
  <p:tag name="KSO_WM_TEMPLATE_ASSEMBLE_XID" val="60656e7a4054ed1e2fb7f9a0"/>
  <p:tag name="KSO_WM_TEMPLATE_ASSEMBLE_GROUPID" val="60656e7a4054ed1e2fb7f9a0"/>
  <p:tag name="WM_BEAUTIFY_ZORDER_FLAG_TAG" val="3"/>
</p:tagLst>
</file>

<file path=ppt/tags/tag787.xml><?xml version="1.0" encoding="utf-8"?>
<p:tagLst xmlns:p="http://schemas.openxmlformats.org/presentationml/2006/main">
  <p:tag name="KSO_WM_TAG_VERSION" val="1.0"/>
  <p:tag name="KSO_WM_BEAUTIFY_FLAG" val="#wm#"/>
  <p:tag name="KSO_WM_UNIT_TYPE" val="i"/>
  <p:tag name="KSO_WM_UNIT_ID" val="diagram20208604_1*i*2"/>
  <p:tag name="KSO_WM_TEMPLATE_CATEGORY" val="diagram"/>
  <p:tag name="KSO_WM_TEMPLATE_INDEX" val="20208604"/>
  <p:tag name="KSO_WM_UNIT_INDEX" val="2"/>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65248d0e2eac4a16859a1c0559d33ac9"/>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4"/>
</p:tagLst>
</file>

<file path=ppt/tags/tag788.xml><?xml version="1.0" encoding="utf-8"?>
<p:tagLst xmlns:p="http://schemas.openxmlformats.org/presentationml/2006/main">
  <p:tag name="KSO_WM_TAG_VERSION" val="1.0"/>
  <p:tag name="KSO_WM_BEAUTIFY_FLAG" val="#wm#"/>
  <p:tag name="KSO_WM_UNIT_TYPE" val="i"/>
  <p:tag name="KSO_WM_UNIT_ID" val="diagram20208604_1*i*3"/>
  <p:tag name="KSO_WM_TEMPLATE_CATEGORY" val="diagram"/>
  <p:tag name="KSO_WM_TEMPLATE_INDEX" val="20208604"/>
  <p:tag name="KSO_WM_UNIT_INDEX" val="3"/>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d26b32aaa4d84b0dbd1030a6cabd7a68"/>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5"/>
</p:tagLst>
</file>

<file path=ppt/tags/tag789.xml><?xml version="1.0" encoding="utf-8"?>
<p:tagLst xmlns:p="http://schemas.openxmlformats.org/presentationml/2006/main">
  <p:tag name="KSO_WM_TAG_VERSION" val="1.0"/>
  <p:tag name="KSO_WM_BEAUTIFY_FLAG" val="#wm#"/>
  <p:tag name="KSO_WM_UNIT_TYPE" val="i"/>
  <p:tag name="KSO_WM_UNIT_ID" val="diagram20208604_1*i*4"/>
  <p:tag name="KSO_WM_TEMPLATE_CATEGORY" val="diagram"/>
  <p:tag name="KSO_WM_TEMPLATE_INDEX" val="20208604"/>
  <p:tag name="KSO_WM_UNIT_INDEX" val="4"/>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808fb1adb4d744cc9d369074d0507e4f"/>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6"/>
</p:tagLst>
</file>

<file path=ppt/tags/tag790.xml><?xml version="1.0" encoding="utf-8"?>
<p:tagLst xmlns:p="http://schemas.openxmlformats.org/presentationml/2006/main">
  <p:tag name="KSO_WM_TAG_VERSION" val="1.0"/>
  <p:tag name="KSO_WM_BEAUTIFY_FLAG" val="#wm#"/>
  <p:tag name="KSO_WM_UNIT_TYPE" val="i"/>
  <p:tag name="KSO_WM_UNIT_ID" val="diagram20208604_1*i*5"/>
  <p:tag name="KSO_WM_TEMPLATE_CATEGORY" val="diagram"/>
  <p:tag name="KSO_WM_TEMPLATE_INDEX" val="20208604"/>
  <p:tag name="KSO_WM_UNIT_INDEX" val="5"/>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060ccbb9a83241f2a52575c4e4f76136"/>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7"/>
</p:tagLst>
</file>

<file path=ppt/tags/tag791.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需要用更多的文字来表述；但请您尽可能提炼思想的精髓。"/>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8604_1*f*1"/>
  <p:tag name="KSO_WM_TEMPLATE_CATEGORY" val="diagram"/>
  <p:tag name="KSO_WM_TEMPLATE_INDEX" val="20208604"/>
  <p:tag name="KSO_WM_UNIT_LAYERLEVEL" val="1"/>
  <p:tag name="KSO_WM_TAG_VERSION" val="1.0"/>
  <p:tag name="KSO_WM_BEAUTIFY_FLAG" val="#wm#"/>
  <p:tag name="KSO_WM_UNIT_DEFAULT_FONT" val="14;20;2"/>
  <p:tag name="KSO_WM_UNIT_BLOCK" val="0"/>
  <p:tag name="KSO_WM_UNIT_VALUE" val="588"/>
  <p:tag name="KSO_WM_UNIT_SHOW_EDIT_AREA_INDICATION" val="1"/>
  <p:tag name="KSO_WM_CHIP_GROUPID" val="5e6b05596848fb12bee65ac8"/>
  <p:tag name="KSO_WM_CHIP_XID" val="5e6b05596848fb12bee65aca"/>
  <p:tag name="KSO_WM_UNIT_DEC_AREA_ID" val="5557aaf2e9bc4b2499ccf5d271336ab4"/>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ff7d2160ef064691979e787d147d2e4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e7a4054ed1e2fb7f9a0"/>
  <p:tag name="KSO_WM_TEMPLATE_ASSEMBLE_GROUPID" val="60656e7a4054ed1e2fb7f9a0"/>
  <p:tag name="WM_BEAUTIFY_ZORDER_FLAG_TAG" val="8"/>
</p:tagLst>
</file>

<file path=ppt/tags/tag792.xml><?xml version="1.0" encoding="utf-8"?>
<p:tagLst xmlns:p="http://schemas.openxmlformats.org/presentationml/2006/main">
  <p:tag name="KSO_WM_SLIDE_ID" val="diagram20220058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8"/>
  <p:tag name="KSO_WM_SLIDE_LAYOUT" val="a_d"/>
  <p:tag name="KSO_WM_SLIDE_LAYOUT_CNT" val="1_1"/>
  <p:tag name="KSO_WM_SLIDE_TYPE" val="text"/>
  <p:tag name="KSO_WM_SLIDE_SUBTYPE" val="picTxt"/>
  <p:tag name="KSO_WM_SLIDE_LAYOUTTYPE" val="topbottom"/>
  <p:tag name="KSO_WM_SLIDE_SIZE" val="888*504"/>
  <p:tag name="KSO_WM_SLIDE_POSITION" val="36*12"/>
  <p:tag name="KSO_WM_SLIDE_LAYOUT_INFO" val="{&quot;backgroundInfo&quot;:[{&quot;bottom&quot;:0,&quot;bottomAbs&quot;:false,&quot;left&quot;:0,&quot;leftAbs&quot;:false,&quot;right&quot;:0,&quot;rightAbs&quot;:false,&quot;top&quot;:0,&quot;topAbs&quot;:false,&quot;type&quot;:&quot;general&quot;}],&quot;id&quot;:&quot;2026-01-13T21:13:59&quot;,&quot;maxSize&quot;:{&quot;size1&quot;:20},&quot;minSize&quot;:{&quot;size1&quot;:11.2},&quot;normalSize&quot;:{&quot;size1&quot;:11.2},&quot;subLayout&quot;:[{&quot;id&quot;:&quot;2026-01-13T21:13:59&quot;,&quot;margin&quot;:{&quot;bottom&quot;:0.025999998673796654,&quot;left&quot;:1.2699999809265137,&quot;right&quot;:1.2699999809265137,&quot;top&quot;:0.4230000376701355},&quot;type&quot;:0},{&quot;id&quot;:&quot;2026-01-13T21:13:59&quot;,&quot;margin&quot;:{&quot;bottom&quot;:0.847000002861023,&quot;left&quot;:1.2699999809265137,&quot;right&quot;:1.2699999809265137,&quot;top&quot;:1.2699999809265137},&quot;type&quot;:0}],&quot;type&quot;:0}"/>
  <p:tag name="KSO_WM_SLIDE_RATIO" val="1.777778"/>
  <p:tag name="KSO_WM_SLIDE_BACKGROUND" val="[&quot;general&quot;]"/>
  <p:tag name="KSO_WM_SLIDE_BACKGROUND_TYPE" val="general"/>
</p:tagLst>
</file>

<file path=ppt/tags/tag79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79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79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20058_1*i*1"/>
  <p:tag name="KSO_WM_TEMPLATE_CATEGORY" val="diagram"/>
  <p:tag name="KSO_WM_TEMPLATE_INDEX" val="20220058"/>
  <p:tag name="KSO_WM_UNIT_LAYERLEVEL" val="1"/>
  <p:tag name="KSO_WM_TAG_VERSION" val="1.0"/>
  <p:tag name="KSO_WM_BEAUTIFY_FLAG" val="#wm#"/>
  <p:tag name="KSO_WM_UNIT_BLOCK" val="0"/>
  <p:tag name="KSO_WM_UNIT_SM_LIMIT_TYPE" val="0"/>
  <p:tag name="KSO_WM_UNIT_DEC_AREA_ID" val="401453a90b9f4fd5b1215058b8a2f2e8"/>
  <p:tag name="KSO_WM_UNIT_DECORATE_INFO" val="{&quot;ReferentInfo&quot;:{&quot;Id&quot;:&quot;2d2094633d9c481aa0d84a95a0159686&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796.xml><?xml version="1.0" encoding="utf-8"?>
<p:tagLst xmlns:p="http://schemas.openxmlformats.org/presentationml/2006/main">
  <p:tag name="KSO_WM_UNIT_ISCONTENTSTITLE" val="0"/>
  <p:tag name="KSO_WM_UNIT_ISNUMDGMTITLE" val="0"/>
  <p:tag name="KSO_WM_UNIT_PRESET_TEXT" val="线型上下导航版"/>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diagram20220058_1*a*1"/>
  <p:tag name="KSO_WM_TEMPLATE_CATEGORY" val="diagram"/>
  <p:tag name="KSO_WM_TEMPLATE_INDEX" val="20220058"/>
  <p:tag name="KSO_WM_UNIT_LAYERLEVEL" val="1"/>
  <p:tag name="KSO_WM_TAG_VERSION" val="1.0"/>
  <p:tag name="KSO_WM_BEAUTIFY_FLAG" val="#wm#"/>
  <p:tag name="KSO_WM_UNIT_VALUE" val="27"/>
  <p:tag name="KSO_WM_UNIT_BLOCK" val="0"/>
  <p:tag name="KSO_WM_UNIT_SM_LIMIT_TYPE" val="2"/>
  <p:tag name="KSO_WM_UNIT_DEC_AREA_ID" val="2d2094633d9c481aa0d84a95a015968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797.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2843_1*f*1"/>
  <p:tag name="KSO_WM_TEMPLATE_CATEGORY" val="diagram"/>
  <p:tag name="KSO_WM_TEMPLATE_INDEX" val="20212843"/>
  <p:tag name="KSO_WM_UNIT_LAYERLEVEL" val="1"/>
  <p:tag name="KSO_WM_TAG_VERSION" val="1.0"/>
  <p:tag name="KSO_WM_BEAUTIFY_FLAG" val="#wm#"/>
  <p:tag name="KSO_WM_UNIT_DEFAULT_FONT" val="14;20;2"/>
  <p:tag name="KSO_WM_UNIT_BLOCK" val="0"/>
  <p:tag name="KSO_WM_UNIT_VALUE" val="576"/>
  <p:tag name="KSO_WM_UNIT_SHOW_EDIT_AREA_INDICATION" val="1"/>
  <p:tag name="KSO_WM_CHIP_GROUPID" val="5e6b05596848fb12bee65ac8"/>
  <p:tag name="KSO_WM_CHIP_XID" val="5e6b05596848fb12bee65aca"/>
  <p:tag name="KSO_WM_UNIT_DEC_AREA_ID" val="8cb1ccbfd41a4f08aa021a2337e676da"/>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53f115901fe44f3787d5c3752471e8b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f644054ed1e2fb8092e"/>
  <p:tag name="KSO_WM_TEMPLATE_ASSEMBLE_GROUPID" val="60656f644054ed1e2fb8092e"/>
  <p:tag name="WM_BEAUTIFY_ZORDER_FLAG_TAG" val="3"/>
</p:tagLst>
</file>

<file path=ppt/tags/tag798.xml><?xml version="1.0" encoding="utf-8"?>
<p:tagLst xmlns:p="http://schemas.openxmlformats.org/presentationml/2006/main">
  <p:tag name="KSO_WM_SLIDE_ID" val="diagram20220058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8"/>
  <p:tag name="KSO_WM_SLIDE_LAYOUT" val="a_d"/>
  <p:tag name="KSO_WM_SLIDE_LAYOUT_CNT" val="1_1"/>
  <p:tag name="KSO_WM_SLIDE_TYPE" val="text"/>
  <p:tag name="KSO_WM_SLIDE_SUBTYPE" val="picTxt"/>
  <p:tag name="KSO_WM_SLIDE_LAYOUTTYPE" val="topbottom"/>
  <p:tag name="KSO_WM_SLIDE_SIZE" val="888*504"/>
  <p:tag name="KSO_WM_SLIDE_POSITION" val="36*12"/>
  <p:tag name="KSO_WM_SLIDE_LAYOUT_INFO" val="{&quot;backgroundInfo&quot;:[{&quot;bottom&quot;:0,&quot;bottomAbs&quot;:false,&quot;left&quot;:0,&quot;leftAbs&quot;:false,&quot;right&quot;:0,&quot;rightAbs&quot;:false,&quot;top&quot;:0,&quot;topAbs&quot;:false,&quot;type&quot;:&quot;general&quot;}],&quot;id&quot;:&quot;2026-01-13T21:13:59&quot;,&quot;maxSize&quot;:{&quot;size1&quot;:20},&quot;minSize&quot;:{&quot;size1&quot;:11.2},&quot;normalSize&quot;:{&quot;size1&quot;:11.2},&quot;subLayout&quot;:[{&quot;id&quot;:&quot;2026-01-13T21:13:59&quot;,&quot;margin&quot;:{&quot;bottom&quot;:0.025999998673796654,&quot;left&quot;:1.2699999809265137,&quot;right&quot;:1.2699999809265137,&quot;top&quot;:0.4230000376701355},&quot;type&quot;:0},{&quot;id&quot;:&quot;2026-01-13T21:13:59&quot;,&quot;margin&quot;:{&quot;bottom&quot;:0.847000002861023,&quot;left&quot;:1.2699999809265137,&quot;right&quot;:1.2699999809265137,&quot;top&quot;:1.2699999809265137},&quot;type&quot;:0}],&quot;type&quot;:0}"/>
  <p:tag name="KSO_WM_SLIDE_RATIO" val="1.777778"/>
  <p:tag name="KSO_WM_SLIDE_BACKGROUND" val="[&quot;general&quot;]"/>
  <p:tag name="KSO_WM_SLIDE_BACKGROUND_TYPE" val="general"/>
</p:tagLst>
</file>

<file path=ppt/tags/tag79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80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80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20058_1*i*1"/>
  <p:tag name="KSO_WM_TEMPLATE_CATEGORY" val="diagram"/>
  <p:tag name="KSO_WM_TEMPLATE_INDEX" val="20220058"/>
  <p:tag name="KSO_WM_UNIT_LAYERLEVEL" val="1"/>
  <p:tag name="KSO_WM_TAG_VERSION" val="1.0"/>
  <p:tag name="KSO_WM_BEAUTIFY_FLAG" val="#wm#"/>
  <p:tag name="KSO_WM_UNIT_BLOCK" val="0"/>
  <p:tag name="KSO_WM_UNIT_SM_LIMIT_TYPE" val="0"/>
  <p:tag name="KSO_WM_UNIT_DEC_AREA_ID" val="401453a90b9f4fd5b1215058b8a2f2e8"/>
  <p:tag name="KSO_WM_UNIT_DECORATE_INFO" val="{&quot;ReferentInfo&quot;:{&quot;Id&quot;:&quot;2d2094633d9c481aa0d84a95a0159686&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802.xml><?xml version="1.0" encoding="utf-8"?>
<p:tagLst xmlns:p="http://schemas.openxmlformats.org/presentationml/2006/main">
  <p:tag name="KSO_WM_UNIT_ISCONTENTSTITLE" val="0"/>
  <p:tag name="KSO_WM_UNIT_ISNUMDGMTITLE" val="0"/>
  <p:tag name="KSO_WM_UNIT_PRESET_TEXT" val="线型上下导航版"/>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diagram20220058_1*a*1"/>
  <p:tag name="KSO_WM_TEMPLATE_CATEGORY" val="diagram"/>
  <p:tag name="KSO_WM_TEMPLATE_INDEX" val="20220058"/>
  <p:tag name="KSO_WM_UNIT_LAYERLEVEL" val="1"/>
  <p:tag name="KSO_WM_TAG_VERSION" val="1.0"/>
  <p:tag name="KSO_WM_BEAUTIFY_FLAG" val="#wm#"/>
  <p:tag name="KSO_WM_UNIT_VALUE" val="27"/>
  <p:tag name="KSO_WM_UNIT_BLOCK" val="0"/>
  <p:tag name="KSO_WM_UNIT_SM_LIMIT_TYPE" val="2"/>
  <p:tag name="KSO_WM_UNIT_DEC_AREA_ID" val="2d2094633d9c481aa0d84a95a015968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803.xml><?xml version="1.0" encoding="utf-8"?>
<p:tagLst xmlns:p="http://schemas.openxmlformats.org/presentationml/2006/main">
  <p:tag name="KSO_WM_TAG_VERSION" val="1.0"/>
  <p:tag name="KSO_WM_BEAUTIFY_FLAG" val="#wm#"/>
  <p:tag name="KSO_WM_UNIT_TYPE" val="i"/>
  <p:tag name="KSO_WM_UNIT_ID" val="diagram20208604_1*i*1"/>
  <p:tag name="KSO_WM_TEMPLATE_CATEGORY" val="diagram"/>
  <p:tag name="KSO_WM_TEMPLATE_INDEX" val="20208604"/>
  <p:tag name="KSO_WM_UNIT_INDEX" val="1"/>
  <p:tag name="KSO_WM_UNIT_HIGHLIGHT" val="0"/>
  <p:tag name="KSO_WM_UNIT_COMPATIBLE" val="0"/>
  <p:tag name="KSO_WM_UNIT_DIAGRAM_ISNUMVISUAL" val="0"/>
  <p:tag name="KSO_WM_UNIT_DIAGRAM_ISREFERUNIT" val="0"/>
  <p:tag name="KSO_WM_UNIT_LAYERLEVEL" val="1"/>
  <p:tag name="KSO_WM_UNIT_BLOCK" val="0"/>
  <p:tag name="KSO_WM_UNIT_SM_LIMIT_TYPE" val="2"/>
  <p:tag name="KSO_WM_UNIT_DEC_AREA_ID" val="e352ecb8f5b840f19a3cb857467d0e4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UNIT_TEXT_FILL_FORE_SCHEMECOLOR_INDEX_BRIGHTNESS" val="0"/>
  <p:tag name="KSO_WM_UNIT_TEXT_FILL_FORE_SCHEMECOLOR_INDEX" val="2"/>
  <p:tag name="KSO_WM_UNIT_TEXT_FILL_TYPE" val="1"/>
  <p:tag name="KSO_WM_UNIT_VALUE" val="864"/>
  <p:tag name="KSO_WM_TEMPLATE_ASSEMBLE_XID" val="60656e7a4054ed1e2fb7f9a0"/>
  <p:tag name="KSO_WM_TEMPLATE_ASSEMBLE_GROUPID" val="60656e7a4054ed1e2fb7f9a0"/>
  <p:tag name="WM_BEAUTIFY_ZORDER_FLAG_TAG" val="3"/>
</p:tagLst>
</file>

<file path=ppt/tags/tag804.xml><?xml version="1.0" encoding="utf-8"?>
<p:tagLst xmlns:p="http://schemas.openxmlformats.org/presentationml/2006/main">
  <p:tag name="KSO_WM_TAG_VERSION" val="1.0"/>
  <p:tag name="KSO_WM_BEAUTIFY_FLAG" val="#wm#"/>
  <p:tag name="KSO_WM_UNIT_TYPE" val="i"/>
  <p:tag name="KSO_WM_UNIT_ID" val="diagram20208604_1*i*2"/>
  <p:tag name="KSO_WM_TEMPLATE_CATEGORY" val="diagram"/>
  <p:tag name="KSO_WM_TEMPLATE_INDEX" val="20208604"/>
  <p:tag name="KSO_WM_UNIT_INDEX" val="2"/>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65248d0e2eac4a16859a1c0559d33ac9"/>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4"/>
</p:tagLst>
</file>

<file path=ppt/tags/tag805.xml><?xml version="1.0" encoding="utf-8"?>
<p:tagLst xmlns:p="http://schemas.openxmlformats.org/presentationml/2006/main">
  <p:tag name="KSO_WM_TAG_VERSION" val="1.0"/>
  <p:tag name="KSO_WM_BEAUTIFY_FLAG" val="#wm#"/>
  <p:tag name="KSO_WM_UNIT_TYPE" val="i"/>
  <p:tag name="KSO_WM_UNIT_ID" val="diagram20208604_1*i*3"/>
  <p:tag name="KSO_WM_TEMPLATE_CATEGORY" val="diagram"/>
  <p:tag name="KSO_WM_TEMPLATE_INDEX" val="20208604"/>
  <p:tag name="KSO_WM_UNIT_INDEX" val="3"/>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d26b32aaa4d84b0dbd1030a6cabd7a68"/>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5"/>
</p:tagLst>
</file>

<file path=ppt/tags/tag806.xml><?xml version="1.0" encoding="utf-8"?>
<p:tagLst xmlns:p="http://schemas.openxmlformats.org/presentationml/2006/main">
  <p:tag name="KSO_WM_TAG_VERSION" val="1.0"/>
  <p:tag name="KSO_WM_BEAUTIFY_FLAG" val="#wm#"/>
  <p:tag name="KSO_WM_UNIT_TYPE" val="i"/>
  <p:tag name="KSO_WM_UNIT_ID" val="diagram20208604_1*i*4"/>
  <p:tag name="KSO_WM_TEMPLATE_CATEGORY" val="diagram"/>
  <p:tag name="KSO_WM_TEMPLATE_INDEX" val="20208604"/>
  <p:tag name="KSO_WM_UNIT_INDEX" val="4"/>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808fb1adb4d744cc9d369074d0507e4f"/>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6"/>
</p:tagLst>
</file>

<file path=ppt/tags/tag807.xml><?xml version="1.0" encoding="utf-8"?>
<p:tagLst xmlns:p="http://schemas.openxmlformats.org/presentationml/2006/main">
  <p:tag name="KSO_WM_TAG_VERSION" val="1.0"/>
  <p:tag name="KSO_WM_BEAUTIFY_FLAG" val="#wm#"/>
  <p:tag name="KSO_WM_UNIT_TYPE" val="i"/>
  <p:tag name="KSO_WM_UNIT_ID" val="diagram20208604_1*i*5"/>
  <p:tag name="KSO_WM_TEMPLATE_CATEGORY" val="diagram"/>
  <p:tag name="KSO_WM_TEMPLATE_INDEX" val="20208604"/>
  <p:tag name="KSO_WM_UNIT_INDEX" val="5"/>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060ccbb9a83241f2a52575c4e4f76136"/>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7"/>
</p:tagLst>
</file>

<file path=ppt/tags/tag808.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需要用更多的文字来表述；但请您尽可能提炼思想的精髓。"/>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8604_1*f*1"/>
  <p:tag name="KSO_WM_TEMPLATE_CATEGORY" val="diagram"/>
  <p:tag name="KSO_WM_TEMPLATE_INDEX" val="20208604"/>
  <p:tag name="KSO_WM_UNIT_LAYERLEVEL" val="1"/>
  <p:tag name="KSO_WM_TAG_VERSION" val="1.0"/>
  <p:tag name="KSO_WM_BEAUTIFY_FLAG" val="#wm#"/>
  <p:tag name="KSO_WM_UNIT_DEFAULT_FONT" val="14;20;2"/>
  <p:tag name="KSO_WM_UNIT_BLOCK" val="0"/>
  <p:tag name="KSO_WM_UNIT_VALUE" val="588"/>
  <p:tag name="KSO_WM_UNIT_SHOW_EDIT_AREA_INDICATION" val="1"/>
  <p:tag name="KSO_WM_CHIP_GROUPID" val="5e6b05596848fb12bee65ac8"/>
  <p:tag name="KSO_WM_CHIP_XID" val="5e6b05596848fb12bee65aca"/>
  <p:tag name="KSO_WM_UNIT_DEC_AREA_ID" val="5557aaf2e9bc4b2499ccf5d271336ab4"/>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ff7d2160ef064691979e787d147d2e4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e7a4054ed1e2fb7f9a0"/>
  <p:tag name="KSO_WM_TEMPLATE_ASSEMBLE_GROUPID" val="60656e7a4054ed1e2fb7f9a0"/>
  <p:tag name="WM_BEAUTIFY_ZORDER_FLAG_TAG" val="8"/>
</p:tagLst>
</file>

<file path=ppt/tags/tag809.xml><?xml version="1.0" encoding="utf-8"?>
<p:tagLst xmlns:p="http://schemas.openxmlformats.org/presentationml/2006/main">
  <p:tag name="KSO_WM_SLIDE_ID" val="diagram20220058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8"/>
  <p:tag name="KSO_WM_SLIDE_LAYOUT" val="a_d"/>
  <p:tag name="KSO_WM_SLIDE_LAYOUT_CNT" val="1_1"/>
  <p:tag name="KSO_WM_SLIDE_TYPE" val="text"/>
  <p:tag name="KSO_WM_SLIDE_SUBTYPE" val="picTxt"/>
  <p:tag name="KSO_WM_SLIDE_LAYOUTTYPE" val="topbottom"/>
  <p:tag name="KSO_WM_SLIDE_SIZE" val="888*504"/>
  <p:tag name="KSO_WM_SLIDE_POSITION" val="36*12"/>
  <p:tag name="KSO_WM_SLIDE_LAYOUT_INFO" val="{&quot;backgroundInfo&quot;:[{&quot;bottom&quot;:0,&quot;bottomAbs&quot;:false,&quot;left&quot;:0,&quot;leftAbs&quot;:false,&quot;right&quot;:0,&quot;rightAbs&quot;:false,&quot;top&quot;:0,&quot;topAbs&quot;:false,&quot;type&quot;:&quot;general&quot;}],&quot;id&quot;:&quot;2026-01-13T21:13:59&quot;,&quot;maxSize&quot;:{&quot;size1&quot;:20},&quot;minSize&quot;:{&quot;size1&quot;:11.2},&quot;normalSize&quot;:{&quot;size1&quot;:11.2},&quot;subLayout&quot;:[{&quot;id&quot;:&quot;2026-01-13T21:13:59&quot;,&quot;margin&quot;:{&quot;bottom&quot;:0.025999998673796654,&quot;left&quot;:1.2699999809265137,&quot;right&quot;:1.2699999809265137,&quot;top&quot;:0.4230000376701355},&quot;type&quot;:0},{&quot;id&quot;:&quot;2026-01-13T21:13:59&quot;,&quot;margin&quot;:{&quot;bottom&quot;:0.847000002861023,&quot;left&quot;:1.2699999809265137,&quot;right&quot;:1.2699999809265137,&quot;top&quot;:1.2699999809265137},&quot;type&quot;:0}],&quot;type&quot;:0}"/>
  <p:tag name="KSO_WM_SLIDE_RATIO" val="1.777778"/>
  <p:tag name="KSO_WM_SLIDE_BACKGROUND" val="[&quot;general&quot;]"/>
  <p:tag name="KSO_WM_SLIDE_BACKGROUND_TYPE" val="general"/>
</p:tagLst>
</file>

<file path=ppt/tags/tag8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8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8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20058_1*i*1"/>
  <p:tag name="KSO_WM_TEMPLATE_CATEGORY" val="diagram"/>
  <p:tag name="KSO_WM_TEMPLATE_INDEX" val="20220058"/>
  <p:tag name="KSO_WM_UNIT_LAYERLEVEL" val="1"/>
  <p:tag name="KSO_WM_TAG_VERSION" val="1.0"/>
  <p:tag name="KSO_WM_BEAUTIFY_FLAG" val="#wm#"/>
  <p:tag name="KSO_WM_UNIT_BLOCK" val="0"/>
  <p:tag name="KSO_WM_UNIT_SM_LIMIT_TYPE" val="0"/>
  <p:tag name="KSO_WM_UNIT_DEC_AREA_ID" val="401453a90b9f4fd5b1215058b8a2f2e8"/>
  <p:tag name="KSO_WM_UNIT_DECORATE_INFO" val="{&quot;ReferentInfo&quot;:{&quot;Id&quot;:&quot;2d2094633d9c481aa0d84a95a0159686&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813.xml><?xml version="1.0" encoding="utf-8"?>
<p:tagLst xmlns:p="http://schemas.openxmlformats.org/presentationml/2006/main">
  <p:tag name="KSO_WM_UNIT_ISCONTENTSTITLE" val="0"/>
  <p:tag name="KSO_WM_UNIT_ISNUMDGMTITLE" val="0"/>
  <p:tag name="KSO_WM_UNIT_PRESET_TEXT" val="线型上下导航版"/>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diagram20220058_1*a*1"/>
  <p:tag name="KSO_WM_TEMPLATE_CATEGORY" val="diagram"/>
  <p:tag name="KSO_WM_TEMPLATE_INDEX" val="20220058"/>
  <p:tag name="KSO_WM_UNIT_LAYERLEVEL" val="1"/>
  <p:tag name="KSO_WM_TAG_VERSION" val="1.0"/>
  <p:tag name="KSO_WM_BEAUTIFY_FLAG" val="#wm#"/>
  <p:tag name="KSO_WM_UNIT_VALUE" val="27"/>
  <p:tag name="KSO_WM_UNIT_BLOCK" val="0"/>
  <p:tag name="KSO_WM_UNIT_SM_LIMIT_TYPE" val="2"/>
  <p:tag name="KSO_WM_UNIT_DEC_AREA_ID" val="2d2094633d9c481aa0d84a95a015968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814.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2843_1*f*1"/>
  <p:tag name="KSO_WM_TEMPLATE_CATEGORY" val="diagram"/>
  <p:tag name="KSO_WM_TEMPLATE_INDEX" val="20212843"/>
  <p:tag name="KSO_WM_UNIT_LAYERLEVEL" val="1"/>
  <p:tag name="KSO_WM_TAG_VERSION" val="1.0"/>
  <p:tag name="KSO_WM_BEAUTIFY_FLAG" val="#wm#"/>
  <p:tag name="KSO_WM_UNIT_DEFAULT_FONT" val="14;20;2"/>
  <p:tag name="KSO_WM_UNIT_BLOCK" val="0"/>
  <p:tag name="KSO_WM_UNIT_VALUE" val="576"/>
  <p:tag name="KSO_WM_UNIT_SHOW_EDIT_AREA_INDICATION" val="1"/>
  <p:tag name="KSO_WM_CHIP_GROUPID" val="5e6b05596848fb12bee65ac8"/>
  <p:tag name="KSO_WM_CHIP_XID" val="5e6b05596848fb12bee65aca"/>
  <p:tag name="KSO_WM_UNIT_DEC_AREA_ID" val="8cb1ccbfd41a4f08aa021a2337e676da"/>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53f115901fe44f3787d5c3752471e8b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f644054ed1e2fb8092e"/>
  <p:tag name="KSO_WM_TEMPLATE_ASSEMBLE_GROUPID" val="60656f644054ed1e2fb8092e"/>
  <p:tag name="WM_BEAUTIFY_ZORDER_FLAG_TAG" val="3"/>
</p:tagLst>
</file>

<file path=ppt/tags/tag815.xml><?xml version="1.0" encoding="utf-8"?>
<p:tagLst xmlns:p="http://schemas.openxmlformats.org/presentationml/2006/main">
  <p:tag name="KSO_WM_SLIDE_ID" val="diagram20220058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8"/>
  <p:tag name="KSO_WM_SLIDE_LAYOUT" val="a_d"/>
  <p:tag name="KSO_WM_SLIDE_LAYOUT_CNT" val="1_1"/>
  <p:tag name="KSO_WM_SLIDE_TYPE" val="text"/>
  <p:tag name="KSO_WM_SLIDE_SUBTYPE" val="picTxt"/>
  <p:tag name="KSO_WM_SLIDE_LAYOUTTYPE" val="topbottom"/>
  <p:tag name="KSO_WM_SLIDE_SIZE" val="888*504"/>
  <p:tag name="KSO_WM_SLIDE_POSITION" val="36*12"/>
  <p:tag name="KSO_WM_SLIDE_LAYOUT_INFO" val="{&quot;backgroundInfo&quot;:[{&quot;bottom&quot;:0,&quot;bottomAbs&quot;:false,&quot;left&quot;:0,&quot;leftAbs&quot;:false,&quot;right&quot;:0,&quot;rightAbs&quot;:false,&quot;top&quot;:0,&quot;topAbs&quot;:false,&quot;type&quot;:&quot;general&quot;}],&quot;id&quot;:&quot;2026-01-13T21:13:59&quot;,&quot;maxSize&quot;:{&quot;size1&quot;:20},&quot;minSize&quot;:{&quot;size1&quot;:11.2},&quot;normalSize&quot;:{&quot;size1&quot;:11.2},&quot;subLayout&quot;:[{&quot;id&quot;:&quot;2026-01-13T21:13:59&quot;,&quot;margin&quot;:{&quot;bottom&quot;:0.025999998673796654,&quot;left&quot;:1.2699999809265137,&quot;right&quot;:1.2699999809265137,&quot;top&quot;:0.4230000376701355},&quot;type&quot;:0},{&quot;id&quot;:&quot;2026-01-13T21:13:59&quot;,&quot;margin&quot;:{&quot;bottom&quot;:0.847000002861023,&quot;left&quot;:1.2699999809265137,&quot;right&quot;:1.2699999809265137,&quot;top&quot;:1.2699999809265137},&quot;type&quot;:0}],&quot;type&quot;:0}"/>
  <p:tag name="KSO_WM_SLIDE_RATIO" val="1.777778"/>
  <p:tag name="KSO_WM_SLIDE_BACKGROUND" val="[&quot;general&quot;]"/>
  <p:tag name="KSO_WM_SLIDE_BACKGROUND_TYPE" val="general"/>
</p:tagLst>
</file>

<file path=ppt/tags/tag8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8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8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20058_1*i*1"/>
  <p:tag name="KSO_WM_TEMPLATE_CATEGORY" val="diagram"/>
  <p:tag name="KSO_WM_TEMPLATE_INDEX" val="20220058"/>
  <p:tag name="KSO_WM_UNIT_LAYERLEVEL" val="1"/>
  <p:tag name="KSO_WM_TAG_VERSION" val="1.0"/>
  <p:tag name="KSO_WM_BEAUTIFY_FLAG" val="#wm#"/>
  <p:tag name="KSO_WM_UNIT_BLOCK" val="0"/>
  <p:tag name="KSO_WM_UNIT_SM_LIMIT_TYPE" val="0"/>
  <p:tag name="KSO_WM_UNIT_DEC_AREA_ID" val="401453a90b9f4fd5b1215058b8a2f2e8"/>
  <p:tag name="KSO_WM_UNIT_DECORATE_INFO" val="{&quot;ReferentInfo&quot;:{&quot;Id&quot;:&quot;2d2094633d9c481aa0d84a95a0159686&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819.xml><?xml version="1.0" encoding="utf-8"?>
<p:tagLst xmlns:p="http://schemas.openxmlformats.org/presentationml/2006/main">
  <p:tag name="KSO_WM_UNIT_ISCONTENTSTITLE" val="0"/>
  <p:tag name="KSO_WM_UNIT_ISNUMDGMTITLE" val="0"/>
  <p:tag name="KSO_WM_UNIT_PRESET_TEXT" val="线型上下导航版"/>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diagram20220058_1*a*1"/>
  <p:tag name="KSO_WM_TEMPLATE_CATEGORY" val="diagram"/>
  <p:tag name="KSO_WM_TEMPLATE_INDEX" val="20220058"/>
  <p:tag name="KSO_WM_UNIT_LAYERLEVEL" val="1"/>
  <p:tag name="KSO_WM_TAG_VERSION" val="1.0"/>
  <p:tag name="KSO_WM_BEAUTIFY_FLAG" val="#wm#"/>
  <p:tag name="KSO_WM_UNIT_VALUE" val="27"/>
  <p:tag name="KSO_WM_UNIT_BLOCK" val="0"/>
  <p:tag name="KSO_WM_UNIT_SM_LIMIT_TYPE" val="2"/>
  <p:tag name="KSO_WM_UNIT_DEC_AREA_ID" val="2d2094633d9c481aa0d84a95a015968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820.xml><?xml version="1.0" encoding="utf-8"?>
<p:tagLst xmlns:p="http://schemas.openxmlformats.org/presentationml/2006/main">
  <p:tag name="KSO_WM_TAG_VERSION" val="1.0"/>
  <p:tag name="KSO_WM_BEAUTIFY_FLAG" val="#wm#"/>
  <p:tag name="KSO_WM_UNIT_TYPE" val="i"/>
  <p:tag name="KSO_WM_UNIT_ID" val="diagram20208604_1*i*1"/>
  <p:tag name="KSO_WM_TEMPLATE_CATEGORY" val="diagram"/>
  <p:tag name="KSO_WM_TEMPLATE_INDEX" val="20208604"/>
  <p:tag name="KSO_WM_UNIT_INDEX" val="1"/>
  <p:tag name="KSO_WM_UNIT_HIGHLIGHT" val="0"/>
  <p:tag name="KSO_WM_UNIT_COMPATIBLE" val="0"/>
  <p:tag name="KSO_WM_UNIT_DIAGRAM_ISNUMVISUAL" val="0"/>
  <p:tag name="KSO_WM_UNIT_DIAGRAM_ISREFERUNIT" val="0"/>
  <p:tag name="KSO_WM_UNIT_LAYERLEVEL" val="1"/>
  <p:tag name="KSO_WM_UNIT_BLOCK" val="0"/>
  <p:tag name="KSO_WM_UNIT_SM_LIMIT_TYPE" val="2"/>
  <p:tag name="KSO_WM_UNIT_DEC_AREA_ID" val="e352ecb8f5b840f19a3cb857467d0e4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UNIT_TEXT_FILL_FORE_SCHEMECOLOR_INDEX_BRIGHTNESS" val="0"/>
  <p:tag name="KSO_WM_UNIT_TEXT_FILL_FORE_SCHEMECOLOR_INDEX" val="2"/>
  <p:tag name="KSO_WM_UNIT_TEXT_FILL_TYPE" val="1"/>
  <p:tag name="KSO_WM_UNIT_VALUE" val="864"/>
  <p:tag name="KSO_WM_TEMPLATE_ASSEMBLE_XID" val="60656e7a4054ed1e2fb7f9a0"/>
  <p:tag name="KSO_WM_TEMPLATE_ASSEMBLE_GROUPID" val="60656e7a4054ed1e2fb7f9a0"/>
  <p:tag name="WM_BEAUTIFY_ZORDER_FLAG_TAG" val="3"/>
</p:tagLst>
</file>

<file path=ppt/tags/tag821.xml><?xml version="1.0" encoding="utf-8"?>
<p:tagLst xmlns:p="http://schemas.openxmlformats.org/presentationml/2006/main">
  <p:tag name="KSO_WM_TAG_VERSION" val="1.0"/>
  <p:tag name="KSO_WM_BEAUTIFY_FLAG" val="#wm#"/>
  <p:tag name="KSO_WM_UNIT_TYPE" val="i"/>
  <p:tag name="KSO_WM_UNIT_ID" val="diagram20208604_1*i*2"/>
  <p:tag name="KSO_WM_TEMPLATE_CATEGORY" val="diagram"/>
  <p:tag name="KSO_WM_TEMPLATE_INDEX" val="20208604"/>
  <p:tag name="KSO_WM_UNIT_INDEX" val="2"/>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65248d0e2eac4a16859a1c0559d33ac9"/>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4"/>
</p:tagLst>
</file>

<file path=ppt/tags/tag822.xml><?xml version="1.0" encoding="utf-8"?>
<p:tagLst xmlns:p="http://schemas.openxmlformats.org/presentationml/2006/main">
  <p:tag name="KSO_WM_TAG_VERSION" val="1.0"/>
  <p:tag name="KSO_WM_BEAUTIFY_FLAG" val="#wm#"/>
  <p:tag name="KSO_WM_UNIT_TYPE" val="i"/>
  <p:tag name="KSO_WM_UNIT_ID" val="diagram20208604_1*i*3"/>
  <p:tag name="KSO_WM_TEMPLATE_CATEGORY" val="diagram"/>
  <p:tag name="KSO_WM_TEMPLATE_INDEX" val="20208604"/>
  <p:tag name="KSO_WM_UNIT_INDEX" val="3"/>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d26b32aaa4d84b0dbd1030a6cabd7a68"/>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5"/>
</p:tagLst>
</file>

<file path=ppt/tags/tag823.xml><?xml version="1.0" encoding="utf-8"?>
<p:tagLst xmlns:p="http://schemas.openxmlformats.org/presentationml/2006/main">
  <p:tag name="KSO_WM_TAG_VERSION" val="1.0"/>
  <p:tag name="KSO_WM_BEAUTIFY_FLAG" val="#wm#"/>
  <p:tag name="KSO_WM_UNIT_TYPE" val="i"/>
  <p:tag name="KSO_WM_UNIT_ID" val="diagram20208604_1*i*4"/>
  <p:tag name="KSO_WM_TEMPLATE_CATEGORY" val="diagram"/>
  <p:tag name="KSO_WM_TEMPLATE_INDEX" val="20208604"/>
  <p:tag name="KSO_WM_UNIT_INDEX" val="4"/>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808fb1adb4d744cc9d369074d0507e4f"/>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6"/>
</p:tagLst>
</file>

<file path=ppt/tags/tag824.xml><?xml version="1.0" encoding="utf-8"?>
<p:tagLst xmlns:p="http://schemas.openxmlformats.org/presentationml/2006/main">
  <p:tag name="KSO_WM_TAG_VERSION" val="1.0"/>
  <p:tag name="KSO_WM_BEAUTIFY_FLAG" val="#wm#"/>
  <p:tag name="KSO_WM_UNIT_TYPE" val="i"/>
  <p:tag name="KSO_WM_UNIT_ID" val="diagram20208604_1*i*5"/>
  <p:tag name="KSO_WM_TEMPLATE_CATEGORY" val="diagram"/>
  <p:tag name="KSO_WM_TEMPLATE_INDEX" val="20208604"/>
  <p:tag name="KSO_WM_UNIT_INDEX" val="5"/>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060ccbb9a83241f2a52575c4e4f76136"/>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7"/>
</p:tagLst>
</file>

<file path=ppt/tags/tag825.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需要用更多的文字来表述；但请您尽可能提炼思想的精髓。"/>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8604_1*f*1"/>
  <p:tag name="KSO_WM_TEMPLATE_CATEGORY" val="diagram"/>
  <p:tag name="KSO_WM_TEMPLATE_INDEX" val="20208604"/>
  <p:tag name="KSO_WM_UNIT_LAYERLEVEL" val="1"/>
  <p:tag name="KSO_WM_TAG_VERSION" val="1.0"/>
  <p:tag name="KSO_WM_BEAUTIFY_FLAG" val="#wm#"/>
  <p:tag name="KSO_WM_UNIT_DEFAULT_FONT" val="14;20;2"/>
  <p:tag name="KSO_WM_UNIT_BLOCK" val="0"/>
  <p:tag name="KSO_WM_UNIT_VALUE" val="588"/>
  <p:tag name="KSO_WM_UNIT_SHOW_EDIT_AREA_INDICATION" val="1"/>
  <p:tag name="KSO_WM_CHIP_GROUPID" val="5e6b05596848fb12bee65ac8"/>
  <p:tag name="KSO_WM_CHIP_XID" val="5e6b05596848fb12bee65aca"/>
  <p:tag name="KSO_WM_UNIT_DEC_AREA_ID" val="5557aaf2e9bc4b2499ccf5d271336ab4"/>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ff7d2160ef064691979e787d147d2e4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e7a4054ed1e2fb7f9a0"/>
  <p:tag name="KSO_WM_TEMPLATE_ASSEMBLE_GROUPID" val="60656e7a4054ed1e2fb7f9a0"/>
  <p:tag name="WM_BEAUTIFY_ZORDER_FLAG_TAG" val="8"/>
</p:tagLst>
</file>

<file path=ppt/tags/tag826.xml><?xml version="1.0" encoding="utf-8"?>
<p:tagLst xmlns:p="http://schemas.openxmlformats.org/presentationml/2006/main">
  <p:tag name="KSO_WM_SLIDE_ID" val="diagram20220058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8"/>
  <p:tag name="KSO_WM_SLIDE_LAYOUT" val="a_d"/>
  <p:tag name="KSO_WM_SLIDE_LAYOUT_CNT" val="1_1"/>
  <p:tag name="KSO_WM_SLIDE_TYPE" val="text"/>
  <p:tag name="KSO_WM_SLIDE_SUBTYPE" val="picTxt"/>
  <p:tag name="KSO_WM_SLIDE_LAYOUTTYPE" val="topbottom"/>
  <p:tag name="KSO_WM_SLIDE_SIZE" val="888*504"/>
  <p:tag name="KSO_WM_SLIDE_POSITION" val="36*12"/>
  <p:tag name="KSO_WM_SLIDE_LAYOUT_INFO" val="{&quot;backgroundInfo&quot;:[{&quot;bottom&quot;:0,&quot;bottomAbs&quot;:false,&quot;left&quot;:0,&quot;leftAbs&quot;:false,&quot;right&quot;:0,&quot;rightAbs&quot;:false,&quot;top&quot;:0,&quot;topAbs&quot;:false,&quot;type&quot;:&quot;general&quot;}],&quot;id&quot;:&quot;2026-01-13T21:13:59&quot;,&quot;maxSize&quot;:{&quot;size1&quot;:20},&quot;minSize&quot;:{&quot;size1&quot;:11.2},&quot;normalSize&quot;:{&quot;size1&quot;:11.2},&quot;subLayout&quot;:[{&quot;id&quot;:&quot;2026-01-13T21:13:59&quot;,&quot;margin&quot;:{&quot;bottom&quot;:0.025999998673796654,&quot;left&quot;:1.2699999809265137,&quot;right&quot;:1.2699999809265137,&quot;top&quot;:0.4230000376701355},&quot;type&quot;:0},{&quot;id&quot;:&quot;2026-01-13T21:13:59&quot;,&quot;margin&quot;:{&quot;bottom&quot;:0.847000002861023,&quot;left&quot;:1.2699999809265137,&quot;right&quot;:1.2699999809265137,&quot;top&quot;:1.2699999809265137},&quot;type&quot;:0}],&quot;type&quot;:0}"/>
  <p:tag name="KSO_WM_SLIDE_RATIO" val="1.777778"/>
  <p:tag name="KSO_WM_SLIDE_BACKGROUND" val="[&quot;general&quot;]"/>
  <p:tag name="KSO_WM_SLIDE_BACKGROUND_TYPE" val="general"/>
</p:tagLst>
</file>

<file path=ppt/tags/tag827.xml><?xml version="1.0" encoding="utf-8"?>
<p:tagLst xmlns:p="http://schemas.openxmlformats.org/presentationml/2006/main">
  <p:tag name="KSO_WM_UNIT_ISCONTENTSTITLE" val="0"/>
  <p:tag name="KSO_WM_UNIT_ISNUMDGMTITLE" val="0"/>
  <p:tag name="KSO_WM_UNIT_NOCLEAR" val="0"/>
  <p:tag name="KSO_WM_UNIT_VALUE" val="11"/>
  <p:tag name="KSO_WM_UNIT_HIGHLIGHT" val="0"/>
  <p:tag name="KSO_WM_UNIT_COMPATIBLE" val="0"/>
  <p:tag name="KSO_WM_UNIT_DIAGRAM_ISNUMVISUAL" val="0"/>
  <p:tag name="KSO_WM_UNIT_DIAGRAM_ISREFERUNIT" val="0"/>
  <p:tag name="KSO_WM_UNIT_TYPE" val="a"/>
  <p:tag name="KSO_WM_UNIT_INDEX" val="1"/>
  <p:tag name="KSO_WM_UNIT_ID" val="custom20206915_1*a*1"/>
  <p:tag name="KSO_WM_TEMPLATE_CATEGORY" val="custom"/>
  <p:tag name="KSO_WM_TEMPLATE_INDEX" val="20206915"/>
  <p:tag name="KSO_WM_UNIT_LAYERLEVEL" val="1"/>
  <p:tag name="KSO_WM_TAG_VERSION" val="1.0"/>
  <p:tag name="KSO_WM_BEAUTIFY_FLAG" val="#wm#"/>
  <p:tag name="KSO_WM_UNIT_PRESET_TEXT" val="空白演示经典风格"/>
  <p:tag name="KSO_WM_UNIT_TEXT_FILL_FORE_SCHEMECOLOR_INDEX_BRIGHTNESS" val="0"/>
  <p:tag name="KSO_WM_UNIT_TEXT_FILL_FORE_SCHEMECOLOR_INDEX" val="5"/>
  <p:tag name="KSO_WM_UNIT_TEXT_FILL_TYPE" val="1"/>
</p:tagLst>
</file>

<file path=ppt/tags/tag828.xml><?xml version="1.0" encoding="utf-8"?>
<p:tagLst xmlns:p="http://schemas.openxmlformats.org/presentationml/2006/main">
  <p:tag name="KSO_WM_UNIT_NOCLEAR" val="0"/>
  <p:tag name="KSO_WM_UNIT_VALUE" val="10"/>
  <p:tag name="KSO_WM_UNIT_HIGHLIGHT" val="0"/>
  <p:tag name="KSO_WM_UNIT_COMPATIBLE" val="0"/>
  <p:tag name="KSO_WM_UNIT_DIAGRAM_ISNUMVISUAL" val="0"/>
  <p:tag name="KSO_WM_UNIT_DIAGRAM_ISREFERUNIT" val="0"/>
  <p:tag name="KSO_WM_UNIT_TYPE" val="f"/>
  <p:tag name="KSO_WM_UNIT_INDEX" val="1"/>
  <p:tag name="KSO_WM_UNIT_ID" val="custom20206915_1*f*1"/>
  <p:tag name="KSO_WM_TEMPLATE_CATEGORY" val="custom"/>
  <p:tag name="KSO_WM_TEMPLATE_INDEX" val="20206915"/>
  <p:tag name="KSO_WM_UNIT_LAYERLEVEL" val="1"/>
  <p:tag name="KSO_WM_TAG_VERSION" val="1.0"/>
  <p:tag name="KSO_WM_BEAUTIFY_FLAG" val="#wm#"/>
  <p:tag name="KSO_WM_UNIT_ISCONTENTSTITLE" val="0"/>
  <p:tag name="KSO_WM_UNIT_ISNUMDGMTITLE" val="0"/>
  <p:tag name="KSO_WM_UNIT_PRESET_TEXT" val="演讲者："/>
  <p:tag name="KSO_WM_UNIT_SUBTYPE" val="b"/>
  <p:tag name="KSO_WM_UNIT_TEXT_FILL_FORE_SCHEMECOLOR_INDEX_BRIGHTNESS" val="0"/>
  <p:tag name="KSO_WM_UNIT_TEXT_FILL_FORE_SCHEMECOLOR_INDEX" val="5"/>
  <p:tag name="KSO_WM_UNIT_TEXT_FILL_TYPE" val="1"/>
</p:tagLst>
</file>

<file path=ppt/tags/tag829.xml><?xml version="1.0" encoding="utf-8"?>
<p:tagLst xmlns:p="http://schemas.openxmlformats.org/presentationml/2006/main">
  <p:tag name="KSO_WM_SLIDE_ID" val="custom20206915_1"/>
  <p:tag name="KSO_WM_TEMPLATE_SUBCATEGORY" val="0"/>
  <p:tag name="KSO_WM_TEMPLATE_MASTER_TYPE" val="1"/>
  <p:tag name="KSO_WM_TEMPLATE_COLOR_TYPE" val="1"/>
  <p:tag name="KSO_WM_SLIDE_TYPE" val="title"/>
  <p:tag name="KSO_WM_SLIDE_SUBTYPE" val="pureTxt"/>
  <p:tag name="KSO_WM_SLIDE_ITEM_CNT" val="0"/>
  <p:tag name="KSO_WM_SLIDE_INDEX" val="1"/>
  <p:tag name="KSO_WM_TAG_VERSION" val="1.0"/>
  <p:tag name="KSO_WM_BEAUTIFY_FLAG" val="#wm#"/>
  <p:tag name="KSO_WM_TEMPLATE_CATEGORY" val="custom"/>
  <p:tag name="KSO_WM_TEMPLATE_INDEX" val="20206915"/>
  <p:tag name="KSO_WM_SLIDE_LAYOUT" val="a_b_f"/>
  <p:tag name="KSO_WM_SLIDE_LAYOUT_CNT" val="1_1_1"/>
  <p:tag name="KSO_WM_TEMPLATE_MASTER_THUMB_INDEX" val="12"/>
  <p:tag name="KSO_WM_TEMPLATE_THUMBS_INDEX" val="1、4、7、8、10、11、12、13、15"/>
</p:tagLst>
</file>

<file path=ppt/tags/tag83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83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83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20058_1*i*1"/>
  <p:tag name="KSO_WM_TEMPLATE_CATEGORY" val="diagram"/>
  <p:tag name="KSO_WM_TEMPLATE_INDEX" val="20220058"/>
  <p:tag name="KSO_WM_UNIT_LAYERLEVEL" val="1"/>
  <p:tag name="KSO_WM_TAG_VERSION" val="1.0"/>
  <p:tag name="KSO_WM_BEAUTIFY_FLAG" val="#wm#"/>
  <p:tag name="KSO_WM_UNIT_BLOCK" val="0"/>
  <p:tag name="KSO_WM_UNIT_SM_LIMIT_TYPE" val="0"/>
  <p:tag name="KSO_WM_UNIT_DEC_AREA_ID" val="401453a90b9f4fd5b1215058b8a2f2e8"/>
  <p:tag name="KSO_WM_UNIT_DECORATE_INFO" val="{&quot;ReferentInfo&quot;:{&quot;Id&quot;:&quot;2d2094633d9c481aa0d84a95a0159686&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833.xml><?xml version="1.0" encoding="utf-8"?>
<p:tagLst xmlns:p="http://schemas.openxmlformats.org/presentationml/2006/main">
  <p:tag name="KSO_WM_UNIT_ISCONTENTSTITLE" val="0"/>
  <p:tag name="KSO_WM_UNIT_ISNUMDGMTITLE" val="0"/>
  <p:tag name="KSO_WM_UNIT_PRESET_TEXT" val="线型上下导航版"/>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diagram20220058_1*a*1"/>
  <p:tag name="KSO_WM_TEMPLATE_CATEGORY" val="diagram"/>
  <p:tag name="KSO_WM_TEMPLATE_INDEX" val="20220058"/>
  <p:tag name="KSO_WM_UNIT_LAYERLEVEL" val="1"/>
  <p:tag name="KSO_WM_TAG_VERSION" val="1.0"/>
  <p:tag name="KSO_WM_BEAUTIFY_FLAG" val="#wm#"/>
  <p:tag name="KSO_WM_UNIT_VALUE" val="27"/>
  <p:tag name="KSO_WM_UNIT_BLOCK" val="0"/>
  <p:tag name="KSO_WM_UNIT_SM_LIMIT_TYPE" val="2"/>
  <p:tag name="KSO_WM_UNIT_DEC_AREA_ID" val="2d2094633d9c481aa0d84a95a015968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834.xml><?xml version="1.0" encoding="utf-8"?>
<p:tagLst xmlns:p="http://schemas.openxmlformats.org/presentationml/2006/main">
  <p:tag name="KSO_WM_TAG_VERSION" val="1.0"/>
  <p:tag name="KSO_WM_BEAUTIFY_FLAG" val="#wm#"/>
  <p:tag name="KSO_WM_UNIT_TYPE" val="i"/>
  <p:tag name="KSO_WM_UNIT_ID" val="diagram20208604_1*i*1"/>
  <p:tag name="KSO_WM_TEMPLATE_CATEGORY" val="diagram"/>
  <p:tag name="KSO_WM_TEMPLATE_INDEX" val="20208604"/>
  <p:tag name="KSO_WM_UNIT_INDEX" val="1"/>
  <p:tag name="KSO_WM_UNIT_HIGHLIGHT" val="0"/>
  <p:tag name="KSO_WM_UNIT_COMPATIBLE" val="0"/>
  <p:tag name="KSO_WM_UNIT_DIAGRAM_ISNUMVISUAL" val="0"/>
  <p:tag name="KSO_WM_UNIT_DIAGRAM_ISREFERUNIT" val="0"/>
  <p:tag name="KSO_WM_UNIT_LAYERLEVEL" val="1"/>
  <p:tag name="KSO_WM_UNIT_BLOCK" val="0"/>
  <p:tag name="KSO_WM_UNIT_SM_LIMIT_TYPE" val="2"/>
  <p:tag name="KSO_WM_UNIT_DEC_AREA_ID" val="e352ecb8f5b840f19a3cb857467d0e4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UNIT_TEXT_FILL_FORE_SCHEMECOLOR_INDEX_BRIGHTNESS" val="0"/>
  <p:tag name="KSO_WM_UNIT_TEXT_FILL_FORE_SCHEMECOLOR_INDEX" val="2"/>
  <p:tag name="KSO_WM_UNIT_TEXT_FILL_TYPE" val="1"/>
  <p:tag name="KSO_WM_UNIT_VALUE" val="864"/>
  <p:tag name="KSO_WM_TEMPLATE_ASSEMBLE_XID" val="60656e7a4054ed1e2fb7f9a0"/>
  <p:tag name="KSO_WM_TEMPLATE_ASSEMBLE_GROUPID" val="60656e7a4054ed1e2fb7f9a0"/>
  <p:tag name="WM_BEAUTIFY_ZORDER_FLAG_TAG" val="3"/>
</p:tagLst>
</file>

<file path=ppt/tags/tag835.xml><?xml version="1.0" encoding="utf-8"?>
<p:tagLst xmlns:p="http://schemas.openxmlformats.org/presentationml/2006/main">
  <p:tag name="KSO_WM_TAG_VERSION" val="1.0"/>
  <p:tag name="KSO_WM_BEAUTIFY_FLAG" val="#wm#"/>
  <p:tag name="KSO_WM_UNIT_TYPE" val="i"/>
  <p:tag name="KSO_WM_UNIT_ID" val="diagram20208604_1*i*2"/>
  <p:tag name="KSO_WM_TEMPLATE_CATEGORY" val="diagram"/>
  <p:tag name="KSO_WM_TEMPLATE_INDEX" val="20208604"/>
  <p:tag name="KSO_WM_UNIT_INDEX" val="2"/>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65248d0e2eac4a16859a1c0559d33ac9"/>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4"/>
</p:tagLst>
</file>

<file path=ppt/tags/tag836.xml><?xml version="1.0" encoding="utf-8"?>
<p:tagLst xmlns:p="http://schemas.openxmlformats.org/presentationml/2006/main">
  <p:tag name="KSO_WM_TAG_VERSION" val="1.0"/>
  <p:tag name="KSO_WM_BEAUTIFY_FLAG" val="#wm#"/>
  <p:tag name="KSO_WM_UNIT_TYPE" val="i"/>
  <p:tag name="KSO_WM_UNIT_ID" val="diagram20208604_1*i*3"/>
  <p:tag name="KSO_WM_TEMPLATE_CATEGORY" val="diagram"/>
  <p:tag name="KSO_WM_TEMPLATE_INDEX" val="20208604"/>
  <p:tag name="KSO_WM_UNIT_INDEX" val="3"/>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d26b32aaa4d84b0dbd1030a6cabd7a68"/>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5"/>
</p:tagLst>
</file>

<file path=ppt/tags/tag837.xml><?xml version="1.0" encoding="utf-8"?>
<p:tagLst xmlns:p="http://schemas.openxmlformats.org/presentationml/2006/main">
  <p:tag name="KSO_WM_TAG_VERSION" val="1.0"/>
  <p:tag name="KSO_WM_BEAUTIFY_FLAG" val="#wm#"/>
  <p:tag name="KSO_WM_UNIT_TYPE" val="i"/>
  <p:tag name="KSO_WM_UNIT_ID" val="diagram20208604_1*i*4"/>
  <p:tag name="KSO_WM_TEMPLATE_CATEGORY" val="diagram"/>
  <p:tag name="KSO_WM_TEMPLATE_INDEX" val="20208604"/>
  <p:tag name="KSO_WM_UNIT_INDEX" val="4"/>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808fb1adb4d744cc9d369074d0507e4f"/>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6"/>
</p:tagLst>
</file>

<file path=ppt/tags/tag838.xml><?xml version="1.0" encoding="utf-8"?>
<p:tagLst xmlns:p="http://schemas.openxmlformats.org/presentationml/2006/main">
  <p:tag name="KSO_WM_TAG_VERSION" val="1.0"/>
  <p:tag name="KSO_WM_BEAUTIFY_FLAG" val="#wm#"/>
  <p:tag name="KSO_WM_UNIT_TYPE" val="i"/>
  <p:tag name="KSO_WM_UNIT_ID" val="diagram20208604_1*i*5"/>
  <p:tag name="KSO_WM_TEMPLATE_CATEGORY" val="diagram"/>
  <p:tag name="KSO_WM_TEMPLATE_INDEX" val="20208604"/>
  <p:tag name="KSO_WM_UNIT_INDEX" val="5"/>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060ccbb9a83241f2a52575c4e4f76136"/>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7"/>
</p:tagLst>
</file>

<file path=ppt/tags/tag839.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需要用更多的文字来表述；但请您尽可能提炼思想的精髓。"/>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8604_1*f*1"/>
  <p:tag name="KSO_WM_TEMPLATE_CATEGORY" val="diagram"/>
  <p:tag name="KSO_WM_TEMPLATE_INDEX" val="20208604"/>
  <p:tag name="KSO_WM_UNIT_LAYERLEVEL" val="1"/>
  <p:tag name="KSO_WM_TAG_VERSION" val="1.0"/>
  <p:tag name="KSO_WM_BEAUTIFY_FLAG" val="#wm#"/>
  <p:tag name="KSO_WM_UNIT_DEFAULT_FONT" val="14;20;2"/>
  <p:tag name="KSO_WM_UNIT_BLOCK" val="0"/>
  <p:tag name="KSO_WM_UNIT_VALUE" val="588"/>
  <p:tag name="KSO_WM_UNIT_SHOW_EDIT_AREA_INDICATION" val="1"/>
  <p:tag name="KSO_WM_CHIP_GROUPID" val="5e6b05596848fb12bee65ac8"/>
  <p:tag name="KSO_WM_CHIP_XID" val="5e6b05596848fb12bee65aca"/>
  <p:tag name="KSO_WM_UNIT_DEC_AREA_ID" val="5557aaf2e9bc4b2499ccf5d271336ab4"/>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ff7d2160ef064691979e787d147d2e4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e7a4054ed1e2fb7f9a0"/>
  <p:tag name="KSO_WM_TEMPLATE_ASSEMBLE_GROUPID" val="60656e7a4054ed1e2fb7f9a0"/>
  <p:tag name="WM_BEAUTIFY_ZORDER_FLAG_TAG" val="8"/>
</p:tagLst>
</file>

<file path=ppt/tags/tag840.xml><?xml version="1.0" encoding="utf-8"?>
<p:tagLst xmlns:p="http://schemas.openxmlformats.org/presentationml/2006/main">
  <p:tag name="KSO_WM_SLIDE_ID" val="diagram20220058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8"/>
  <p:tag name="KSO_WM_SLIDE_LAYOUT" val="a_d"/>
  <p:tag name="KSO_WM_SLIDE_LAYOUT_CNT" val="1_1"/>
  <p:tag name="KSO_WM_SLIDE_TYPE" val="text"/>
  <p:tag name="KSO_WM_SLIDE_SUBTYPE" val="picTxt"/>
  <p:tag name="KSO_WM_SLIDE_LAYOUTTYPE" val="topbottom"/>
  <p:tag name="KSO_WM_SLIDE_SIZE" val="888*504"/>
  <p:tag name="KSO_WM_SLIDE_POSITION" val="36*12"/>
  <p:tag name="KSO_WM_SLIDE_LAYOUT_INFO" val="{&quot;backgroundInfo&quot;:[{&quot;bottom&quot;:0,&quot;bottomAbs&quot;:false,&quot;left&quot;:0,&quot;leftAbs&quot;:false,&quot;right&quot;:0,&quot;rightAbs&quot;:false,&quot;top&quot;:0,&quot;topAbs&quot;:false,&quot;type&quot;:&quot;general&quot;}],&quot;id&quot;:&quot;2026-01-13T21:14:45&quot;,&quot;maxSize&quot;:{&quot;size1&quot;:20},&quot;minSize&quot;:{&quot;size1&quot;:11.2},&quot;normalSize&quot;:{&quot;size1&quot;:11.2},&quot;subLayout&quot;:[{&quot;id&quot;:&quot;2026-01-13T21:14:45&quot;,&quot;margin&quot;:{&quot;bottom&quot;:0.025999998673796654,&quot;left&quot;:1.2699999809265137,&quot;right&quot;:1.2699999809265137,&quot;top&quot;:0.4230000376701355},&quot;type&quot;:0},{&quot;id&quot;:&quot;2026-01-13T21:14:45&quot;,&quot;margin&quot;:{&quot;bottom&quot;:0.847000002861023,&quot;left&quot;:1.2699999809265137,&quot;right&quot;:1.2699999809265137,&quot;top&quot;:1.2699999809265137},&quot;type&quot;:0}],&quot;type&quot;:0}"/>
  <p:tag name="KSO_WM_SLIDE_RATIO" val="1.777778"/>
  <p:tag name="KSO_WM_SLIDE_BACKGROUND" val="[&quot;general&quot;]"/>
  <p:tag name="KSO_WM_SLIDE_BACKGROUND_TYPE" val="general"/>
</p:tagLst>
</file>

<file path=ppt/tags/tag84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84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84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20058_1*i*1"/>
  <p:tag name="KSO_WM_TEMPLATE_CATEGORY" val="diagram"/>
  <p:tag name="KSO_WM_TEMPLATE_INDEX" val="20220058"/>
  <p:tag name="KSO_WM_UNIT_LAYERLEVEL" val="1"/>
  <p:tag name="KSO_WM_TAG_VERSION" val="1.0"/>
  <p:tag name="KSO_WM_BEAUTIFY_FLAG" val="#wm#"/>
  <p:tag name="KSO_WM_UNIT_BLOCK" val="0"/>
  <p:tag name="KSO_WM_UNIT_SM_LIMIT_TYPE" val="0"/>
  <p:tag name="KSO_WM_UNIT_DEC_AREA_ID" val="401453a90b9f4fd5b1215058b8a2f2e8"/>
  <p:tag name="KSO_WM_UNIT_DECORATE_INFO" val="{&quot;ReferentInfo&quot;:{&quot;Id&quot;:&quot;2d2094633d9c481aa0d84a95a0159686&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844.xml><?xml version="1.0" encoding="utf-8"?>
<p:tagLst xmlns:p="http://schemas.openxmlformats.org/presentationml/2006/main">
  <p:tag name="KSO_WM_UNIT_ISCONTENTSTITLE" val="0"/>
  <p:tag name="KSO_WM_UNIT_ISNUMDGMTITLE" val="0"/>
  <p:tag name="KSO_WM_UNIT_PRESET_TEXT" val="线型上下导航版"/>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diagram20220058_1*a*1"/>
  <p:tag name="KSO_WM_TEMPLATE_CATEGORY" val="diagram"/>
  <p:tag name="KSO_WM_TEMPLATE_INDEX" val="20220058"/>
  <p:tag name="KSO_WM_UNIT_LAYERLEVEL" val="1"/>
  <p:tag name="KSO_WM_TAG_VERSION" val="1.0"/>
  <p:tag name="KSO_WM_BEAUTIFY_FLAG" val="#wm#"/>
  <p:tag name="KSO_WM_UNIT_VALUE" val="27"/>
  <p:tag name="KSO_WM_UNIT_BLOCK" val="0"/>
  <p:tag name="KSO_WM_UNIT_SM_LIMIT_TYPE" val="2"/>
  <p:tag name="KSO_WM_UNIT_DEC_AREA_ID" val="2d2094633d9c481aa0d84a95a015968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845.xml><?xml version="1.0" encoding="utf-8"?>
<p:tagLst xmlns:p="http://schemas.openxmlformats.org/presentationml/2006/main">
  <p:tag name="KSO_WM_TAG_VERSION" val="1.0"/>
  <p:tag name="KSO_WM_BEAUTIFY_FLAG" val="#wm#"/>
  <p:tag name="KSO_WM_UNIT_TYPE" val="i"/>
  <p:tag name="KSO_WM_UNIT_ID" val="diagram20208604_1*i*1"/>
  <p:tag name="KSO_WM_TEMPLATE_CATEGORY" val="diagram"/>
  <p:tag name="KSO_WM_TEMPLATE_INDEX" val="20208604"/>
  <p:tag name="KSO_WM_UNIT_INDEX" val="1"/>
  <p:tag name="KSO_WM_UNIT_HIGHLIGHT" val="0"/>
  <p:tag name="KSO_WM_UNIT_COMPATIBLE" val="0"/>
  <p:tag name="KSO_WM_UNIT_DIAGRAM_ISNUMVISUAL" val="0"/>
  <p:tag name="KSO_WM_UNIT_DIAGRAM_ISREFERUNIT" val="0"/>
  <p:tag name="KSO_WM_UNIT_LAYERLEVEL" val="1"/>
  <p:tag name="KSO_WM_UNIT_BLOCK" val="0"/>
  <p:tag name="KSO_WM_UNIT_SM_LIMIT_TYPE" val="2"/>
  <p:tag name="KSO_WM_UNIT_DEC_AREA_ID" val="e352ecb8f5b840f19a3cb857467d0e4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UNIT_TEXT_FILL_FORE_SCHEMECOLOR_INDEX_BRIGHTNESS" val="0"/>
  <p:tag name="KSO_WM_UNIT_TEXT_FILL_FORE_SCHEMECOLOR_INDEX" val="2"/>
  <p:tag name="KSO_WM_UNIT_TEXT_FILL_TYPE" val="1"/>
  <p:tag name="KSO_WM_UNIT_VALUE" val="864"/>
  <p:tag name="KSO_WM_TEMPLATE_ASSEMBLE_XID" val="60656e7a4054ed1e2fb7f9a0"/>
  <p:tag name="KSO_WM_TEMPLATE_ASSEMBLE_GROUPID" val="60656e7a4054ed1e2fb7f9a0"/>
  <p:tag name="WM_BEAUTIFY_ZORDER_FLAG_TAG" val="3"/>
</p:tagLst>
</file>

<file path=ppt/tags/tag846.xml><?xml version="1.0" encoding="utf-8"?>
<p:tagLst xmlns:p="http://schemas.openxmlformats.org/presentationml/2006/main">
  <p:tag name="KSO_WM_TAG_VERSION" val="1.0"/>
  <p:tag name="KSO_WM_BEAUTIFY_FLAG" val="#wm#"/>
  <p:tag name="KSO_WM_UNIT_TYPE" val="i"/>
  <p:tag name="KSO_WM_UNIT_ID" val="diagram20208604_1*i*2"/>
  <p:tag name="KSO_WM_TEMPLATE_CATEGORY" val="diagram"/>
  <p:tag name="KSO_WM_TEMPLATE_INDEX" val="20208604"/>
  <p:tag name="KSO_WM_UNIT_INDEX" val="2"/>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65248d0e2eac4a16859a1c0559d33ac9"/>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4"/>
</p:tagLst>
</file>

<file path=ppt/tags/tag847.xml><?xml version="1.0" encoding="utf-8"?>
<p:tagLst xmlns:p="http://schemas.openxmlformats.org/presentationml/2006/main">
  <p:tag name="KSO_WM_TAG_VERSION" val="1.0"/>
  <p:tag name="KSO_WM_BEAUTIFY_FLAG" val="#wm#"/>
  <p:tag name="KSO_WM_UNIT_TYPE" val="i"/>
  <p:tag name="KSO_WM_UNIT_ID" val="diagram20208604_1*i*3"/>
  <p:tag name="KSO_WM_TEMPLATE_CATEGORY" val="diagram"/>
  <p:tag name="KSO_WM_TEMPLATE_INDEX" val="20208604"/>
  <p:tag name="KSO_WM_UNIT_INDEX" val="3"/>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d26b32aaa4d84b0dbd1030a6cabd7a68"/>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5"/>
</p:tagLst>
</file>

<file path=ppt/tags/tag848.xml><?xml version="1.0" encoding="utf-8"?>
<p:tagLst xmlns:p="http://schemas.openxmlformats.org/presentationml/2006/main">
  <p:tag name="KSO_WM_TAG_VERSION" val="1.0"/>
  <p:tag name="KSO_WM_BEAUTIFY_FLAG" val="#wm#"/>
  <p:tag name="KSO_WM_UNIT_TYPE" val="i"/>
  <p:tag name="KSO_WM_UNIT_ID" val="diagram20208604_1*i*4"/>
  <p:tag name="KSO_WM_TEMPLATE_CATEGORY" val="diagram"/>
  <p:tag name="KSO_WM_TEMPLATE_INDEX" val="20208604"/>
  <p:tag name="KSO_WM_UNIT_INDEX" val="4"/>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808fb1adb4d744cc9d369074d0507e4f"/>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6"/>
</p:tagLst>
</file>

<file path=ppt/tags/tag849.xml><?xml version="1.0" encoding="utf-8"?>
<p:tagLst xmlns:p="http://schemas.openxmlformats.org/presentationml/2006/main">
  <p:tag name="KSO_WM_TAG_VERSION" val="1.0"/>
  <p:tag name="KSO_WM_BEAUTIFY_FLAG" val="#wm#"/>
  <p:tag name="KSO_WM_UNIT_TYPE" val="i"/>
  <p:tag name="KSO_WM_UNIT_ID" val="diagram20208604_1*i*5"/>
  <p:tag name="KSO_WM_TEMPLATE_CATEGORY" val="diagram"/>
  <p:tag name="KSO_WM_TEMPLATE_INDEX" val="20208604"/>
  <p:tag name="KSO_WM_UNIT_INDEX" val="5"/>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060ccbb9a83241f2a52575c4e4f76136"/>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7"/>
</p:tagLst>
</file>

<file path=ppt/tags/tag850.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需要用更多的文字来表述；但请您尽可能提炼思想的精髓。"/>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8604_1*f*1"/>
  <p:tag name="KSO_WM_TEMPLATE_CATEGORY" val="diagram"/>
  <p:tag name="KSO_WM_TEMPLATE_INDEX" val="20208604"/>
  <p:tag name="KSO_WM_UNIT_LAYERLEVEL" val="1"/>
  <p:tag name="KSO_WM_TAG_VERSION" val="1.0"/>
  <p:tag name="KSO_WM_BEAUTIFY_FLAG" val="#wm#"/>
  <p:tag name="KSO_WM_UNIT_DEFAULT_FONT" val="14;20;2"/>
  <p:tag name="KSO_WM_UNIT_BLOCK" val="0"/>
  <p:tag name="KSO_WM_UNIT_VALUE" val="588"/>
  <p:tag name="KSO_WM_UNIT_SHOW_EDIT_AREA_INDICATION" val="1"/>
  <p:tag name="KSO_WM_CHIP_GROUPID" val="5e6b05596848fb12bee65ac8"/>
  <p:tag name="KSO_WM_CHIP_XID" val="5e6b05596848fb12bee65aca"/>
  <p:tag name="KSO_WM_UNIT_DEC_AREA_ID" val="5557aaf2e9bc4b2499ccf5d271336ab4"/>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ff7d2160ef064691979e787d147d2e4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e7a4054ed1e2fb7f9a0"/>
  <p:tag name="KSO_WM_TEMPLATE_ASSEMBLE_GROUPID" val="60656e7a4054ed1e2fb7f9a0"/>
  <p:tag name="WM_BEAUTIFY_ZORDER_FLAG_TAG" val="8"/>
</p:tagLst>
</file>

<file path=ppt/tags/tag851.xml><?xml version="1.0" encoding="utf-8"?>
<p:tagLst xmlns:p="http://schemas.openxmlformats.org/presentationml/2006/main">
  <p:tag name="KSO_WM_SLIDE_ID" val="diagram20220058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8"/>
  <p:tag name="KSO_WM_SLIDE_LAYOUT" val="a_d"/>
  <p:tag name="KSO_WM_SLIDE_LAYOUT_CNT" val="1_1"/>
  <p:tag name="KSO_WM_SLIDE_TYPE" val="text"/>
  <p:tag name="KSO_WM_SLIDE_SUBTYPE" val="picTxt"/>
  <p:tag name="KSO_WM_SLIDE_LAYOUTTYPE" val="topbottom"/>
  <p:tag name="KSO_WM_SLIDE_SIZE" val="888*504"/>
  <p:tag name="KSO_WM_SLIDE_POSITION" val="36*12"/>
  <p:tag name="KSO_WM_SLIDE_LAYOUT_INFO" val="{&quot;backgroundInfo&quot;:[{&quot;bottom&quot;:0,&quot;bottomAbs&quot;:false,&quot;left&quot;:0,&quot;leftAbs&quot;:false,&quot;right&quot;:0,&quot;rightAbs&quot;:false,&quot;top&quot;:0,&quot;topAbs&quot;:false,&quot;type&quot;:&quot;general&quot;}],&quot;id&quot;:&quot;2026-01-13T21:14:45&quot;,&quot;maxSize&quot;:{&quot;size1&quot;:20},&quot;minSize&quot;:{&quot;size1&quot;:11.2},&quot;normalSize&quot;:{&quot;size1&quot;:11.2},&quot;subLayout&quot;:[{&quot;id&quot;:&quot;2026-01-13T21:14:45&quot;,&quot;margin&quot;:{&quot;bottom&quot;:0.025999998673796654,&quot;left&quot;:1.2699999809265137,&quot;right&quot;:1.2699999809265137,&quot;top&quot;:0.4230000376701355},&quot;type&quot;:0},{&quot;id&quot;:&quot;2026-01-13T21:14:45&quot;,&quot;margin&quot;:{&quot;bottom&quot;:0.847000002861023,&quot;left&quot;:1.2699999809265137,&quot;right&quot;:1.2699999809265137,&quot;top&quot;:1.2699999809265137},&quot;type&quot;:0}],&quot;type&quot;:0}"/>
  <p:tag name="KSO_WM_SLIDE_RATIO" val="1.777778"/>
  <p:tag name="KSO_WM_SLIDE_BACKGROUND" val="[&quot;general&quot;]"/>
  <p:tag name="KSO_WM_SLIDE_BACKGROUND_TYPE" val="general"/>
</p:tagLst>
</file>

<file path=ppt/tags/tag85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85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85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20058_1*i*1"/>
  <p:tag name="KSO_WM_TEMPLATE_CATEGORY" val="diagram"/>
  <p:tag name="KSO_WM_TEMPLATE_INDEX" val="20220058"/>
  <p:tag name="KSO_WM_UNIT_LAYERLEVEL" val="1"/>
  <p:tag name="KSO_WM_TAG_VERSION" val="1.0"/>
  <p:tag name="KSO_WM_BEAUTIFY_FLAG" val="#wm#"/>
  <p:tag name="KSO_WM_UNIT_BLOCK" val="0"/>
  <p:tag name="KSO_WM_UNIT_SM_LIMIT_TYPE" val="0"/>
  <p:tag name="KSO_WM_UNIT_DEC_AREA_ID" val="401453a90b9f4fd5b1215058b8a2f2e8"/>
  <p:tag name="KSO_WM_UNIT_DECORATE_INFO" val="{&quot;ReferentInfo&quot;:{&quot;Id&quot;:&quot;2d2094633d9c481aa0d84a95a0159686&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855.xml><?xml version="1.0" encoding="utf-8"?>
<p:tagLst xmlns:p="http://schemas.openxmlformats.org/presentationml/2006/main">
  <p:tag name="KSO_WM_UNIT_ISCONTENTSTITLE" val="0"/>
  <p:tag name="KSO_WM_UNIT_ISNUMDGMTITLE" val="0"/>
  <p:tag name="KSO_WM_UNIT_PRESET_TEXT" val="线型上下导航版"/>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diagram20220058_1*a*1"/>
  <p:tag name="KSO_WM_TEMPLATE_CATEGORY" val="diagram"/>
  <p:tag name="KSO_WM_TEMPLATE_INDEX" val="20220058"/>
  <p:tag name="KSO_WM_UNIT_LAYERLEVEL" val="1"/>
  <p:tag name="KSO_WM_TAG_VERSION" val="1.0"/>
  <p:tag name="KSO_WM_BEAUTIFY_FLAG" val="#wm#"/>
  <p:tag name="KSO_WM_UNIT_VALUE" val="27"/>
  <p:tag name="KSO_WM_UNIT_BLOCK" val="0"/>
  <p:tag name="KSO_WM_UNIT_SM_LIMIT_TYPE" val="2"/>
  <p:tag name="KSO_WM_UNIT_DEC_AREA_ID" val="2d2094633d9c481aa0d84a95a015968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856.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2843_1*f*1"/>
  <p:tag name="KSO_WM_TEMPLATE_CATEGORY" val="diagram"/>
  <p:tag name="KSO_WM_TEMPLATE_INDEX" val="20212843"/>
  <p:tag name="KSO_WM_UNIT_LAYERLEVEL" val="1"/>
  <p:tag name="KSO_WM_TAG_VERSION" val="1.0"/>
  <p:tag name="KSO_WM_BEAUTIFY_FLAG" val="#wm#"/>
  <p:tag name="KSO_WM_UNIT_DEFAULT_FONT" val="14;20;2"/>
  <p:tag name="KSO_WM_UNIT_BLOCK" val="0"/>
  <p:tag name="KSO_WM_UNIT_VALUE" val="576"/>
  <p:tag name="KSO_WM_UNIT_SHOW_EDIT_AREA_INDICATION" val="1"/>
  <p:tag name="KSO_WM_CHIP_GROUPID" val="5e6b05596848fb12bee65ac8"/>
  <p:tag name="KSO_WM_CHIP_XID" val="5e6b05596848fb12bee65aca"/>
  <p:tag name="KSO_WM_UNIT_DEC_AREA_ID" val="8cb1ccbfd41a4f08aa021a2337e676da"/>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53f115901fe44f3787d5c3752471e8b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f644054ed1e2fb8092e"/>
  <p:tag name="KSO_WM_TEMPLATE_ASSEMBLE_GROUPID" val="60656f644054ed1e2fb8092e"/>
  <p:tag name="WM_BEAUTIFY_ZORDER_FLAG_TAG" val="3"/>
</p:tagLst>
</file>

<file path=ppt/tags/tag857.xml><?xml version="1.0" encoding="utf-8"?>
<p:tagLst xmlns:p="http://schemas.openxmlformats.org/presentationml/2006/main">
  <p:tag name="KSO_WM_SLIDE_ID" val="diagram20220058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8"/>
  <p:tag name="KSO_WM_SLIDE_LAYOUT" val="a_d"/>
  <p:tag name="KSO_WM_SLIDE_LAYOUT_CNT" val="1_1"/>
  <p:tag name="KSO_WM_SLIDE_TYPE" val="text"/>
  <p:tag name="KSO_WM_SLIDE_SUBTYPE" val="picTxt"/>
  <p:tag name="KSO_WM_SLIDE_LAYOUTTYPE" val="topbottom"/>
  <p:tag name="KSO_WM_SLIDE_SIZE" val="888*504"/>
  <p:tag name="KSO_WM_SLIDE_POSITION" val="36*12"/>
  <p:tag name="KSO_WM_SLIDE_LAYOUT_INFO" val="{&quot;backgroundInfo&quot;:[{&quot;bottom&quot;:0,&quot;bottomAbs&quot;:false,&quot;left&quot;:0,&quot;leftAbs&quot;:false,&quot;right&quot;:0,&quot;rightAbs&quot;:false,&quot;top&quot;:0,&quot;topAbs&quot;:false,&quot;type&quot;:&quot;general&quot;}],&quot;id&quot;:&quot;2026-01-13T21:14:45&quot;,&quot;maxSize&quot;:{&quot;size1&quot;:20},&quot;minSize&quot;:{&quot;size1&quot;:11.2},&quot;normalSize&quot;:{&quot;size1&quot;:11.2},&quot;subLayout&quot;:[{&quot;id&quot;:&quot;2026-01-13T21:14:45&quot;,&quot;margin&quot;:{&quot;bottom&quot;:0.025999998673796654,&quot;left&quot;:1.2699999809265137,&quot;right&quot;:1.2699999809265137,&quot;top&quot;:0.4230000376701355},&quot;type&quot;:0},{&quot;id&quot;:&quot;2026-01-13T21:14:45&quot;,&quot;margin&quot;:{&quot;bottom&quot;:0.847000002861023,&quot;left&quot;:1.2699999809265137,&quot;right&quot;:1.2699999809265137,&quot;top&quot;:1.2699999809265137},&quot;type&quot;:0}],&quot;type&quot;:0}"/>
  <p:tag name="KSO_WM_SLIDE_RATIO" val="1.777778"/>
  <p:tag name="KSO_WM_SLIDE_BACKGROUND" val="[&quot;general&quot;]"/>
  <p:tag name="KSO_WM_SLIDE_BACKGROUND_TYPE" val="general"/>
</p:tagLst>
</file>

<file path=ppt/tags/tag85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85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86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20058_1*i*1"/>
  <p:tag name="KSO_WM_TEMPLATE_CATEGORY" val="diagram"/>
  <p:tag name="KSO_WM_TEMPLATE_INDEX" val="20220058"/>
  <p:tag name="KSO_WM_UNIT_LAYERLEVEL" val="1"/>
  <p:tag name="KSO_WM_TAG_VERSION" val="1.0"/>
  <p:tag name="KSO_WM_BEAUTIFY_FLAG" val="#wm#"/>
  <p:tag name="KSO_WM_UNIT_BLOCK" val="0"/>
  <p:tag name="KSO_WM_UNIT_SM_LIMIT_TYPE" val="0"/>
  <p:tag name="KSO_WM_UNIT_DEC_AREA_ID" val="401453a90b9f4fd5b1215058b8a2f2e8"/>
  <p:tag name="KSO_WM_UNIT_DECORATE_INFO" val="{&quot;ReferentInfo&quot;:{&quot;Id&quot;:&quot;2d2094633d9c481aa0d84a95a0159686&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861.xml><?xml version="1.0" encoding="utf-8"?>
<p:tagLst xmlns:p="http://schemas.openxmlformats.org/presentationml/2006/main">
  <p:tag name="KSO_WM_UNIT_ISCONTENTSTITLE" val="0"/>
  <p:tag name="KSO_WM_UNIT_ISNUMDGMTITLE" val="0"/>
  <p:tag name="KSO_WM_UNIT_PRESET_TEXT" val="线型上下导航版"/>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diagram20220058_1*a*1"/>
  <p:tag name="KSO_WM_TEMPLATE_CATEGORY" val="diagram"/>
  <p:tag name="KSO_WM_TEMPLATE_INDEX" val="20220058"/>
  <p:tag name="KSO_WM_UNIT_LAYERLEVEL" val="1"/>
  <p:tag name="KSO_WM_TAG_VERSION" val="1.0"/>
  <p:tag name="KSO_WM_BEAUTIFY_FLAG" val="#wm#"/>
  <p:tag name="KSO_WM_UNIT_VALUE" val="27"/>
  <p:tag name="KSO_WM_UNIT_BLOCK" val="0"/>
  <p:tag name="KSO_WM_UNIT_SM_LIMIT_TYPE" val="2"/>
  <p:tag name="KSO_WM_UNIT_DEC_AREA_ID" val="2d2094633d9c481aa0d84a95a015968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862.xml><?xml version="1.0" encoding="utf-8"?>
<p:tagLst xmlns:p="http://schemas.openxmlformats.org/presentationml/2006/main">
  <p:tag name="KSO_WM_TAG_VERSION" val="1.0"/>
  <p:tag name="KSO_WM_BEAUTIFY_FLAG" val="#wm#"/>
  <p:tag name="KSO_WM_UNIT_TYPE" val="i"/>
  <p:tag name="KSO_WM_UNIT_ID" val="diagram20208604_1*i*1"/>
  <p:tag name="KSO_WM_TEMPLATE_CATEGORY" val="diagram"/>
  <p:tag name="KSO_WM_TEMPLATE_INDEX" val="20208604"/>
  <p:tag name="KSO_WM_UNIT_INDEX" val="1"/>
  <p:tag name="KSO_WM_UNIT_HIGHLIGHT" val="0"/>
  <p:tag name="KSO_WM_UNIT_COMPATIBLE" val="0"/>
  <p:tag name="KSO_WM_UNIT_DIAGRAM_ISNUMVISUAL" val="0"/>
  <p:tag name="KSO_WM_UNIT_DIAGRAM_ISREFERUNIT" val="0"/>
  <p:tag name="KSO_WM_UNIT_LAYERLEVEL" val="1"/>
  <p:tag name="KSO_WM_UNIT_BLOCK" val="0"/>
  <p:tag name="KSO_WM_UNIT_SM_LIMIT_TYPE" val="2"/>
  <p:tag name="KSO_WM_UNIT_DEC_AREA_ID" val="e352ecb8f5b840f19a3cb857467d0e4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UNIT_TEXT_FILL_FORE_SCHEMECOLOR_INDEX_BRIGHTNESS" val="0"/>
  <p:tag name="KSO_WM_UNIT_TEXT_FILL_FORE_SCHEMECOLOR_INDEX" val="2"/>
  <p:tag name="KSO_WM_UNIT_TEXT_FILL_TYPE" val="1"/>
  <p:tag name="KSO_WM_UNIT_VALUE" val="864"/>
  <p:tag name="KSO_WM_TEMPLATE_ASSEMBLE_XID" val="60656e7a4054ed1e2fb7f9a0"/>
  <p:tag name="KSO_WM_TEMPLATE_ASSEMBLE_GROUPID" val="60656e7a4054ed1e2fb7f9a0"/>
  <p:tag name="WM_BEAUTIFY_ZORDER_FLAG_TAG" val="3"/>
</p:tagLst>
</file>

<file path=ppt/tags/tag863.xml><?xml version="1.0" encoding="utf-8"?>
<p:tagLst xmlns:p="http://schemas.openxmlformats.org/presentationml/2006/main">
  <p:tag name="KSO_WM_TAG_VERSION" val="1.0"/>
  <p:tag name="KSO_WM_BEAUTIFY_FLAG" val="#wm#"/>
  <p:tag name="KSO_WM_UNIT_TYPE" val="i"/>
  <p:tag name="KSO_WM_UNIT_ID" val="diagram20208604_1*i*2"/>
  <p:tag name="KSO_WM_TEMPLATE_CATEGORY" val="diagram"/>
  <p:tag name="KSO_WM_TEMPLATE_INDEX" val="20208604"/>
  <p:tag name="KSO_WM_UNIT_INDEX" val="2"/>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65248d0e2eac4a16859a1c0559d33ac9"/>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4"/>
</p:tagLst>
</file>

<file path=ppt/tags/tag864.xml><?xml version="1.0" encoding="utf-8"?>
<p:tagLst xmlns:p="http://schemas.openxmlformats.org/presentationml/2006/main">
  <p:tag name="KSO_WM_TAG_VERSION" val="1.0"/>
  <p:tag name="KSO_WM_BEAUTIFY_FLAG" val="#wm#"/>
  <p:tag name="KSO_WM_UNIT_TYPE" val="i"/>
  <p:tag name="KSO_WM_UNIT_ID" val="diagram20208604_1*i*3"/>
  <p:tag name="KSO_WM_TEMPLATE_CATEGORY" val="diagram"/>
  <p:tag name="KSO_WM_TEMPLATE_INDEX" val="20208604"/>
  <p:tag name="KSO_WM_UNIT_INDEX" val="3"/>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d26b32aaa4d84b0dbd1030a6cabd7a68"/>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5"/>
</p:tagLst>
</file>

<file path=ppt/tags/tag865.xml><?xml version="1.0" encoding="utf-8"?>
<p:tagLst xmlns:p="http://schemas.openxmlformats.org/presentationml/2006/main">
  <p:tag name="KSO_WM_TAG_VERSION" val="1.0"/>
  <p:tag name="KSO_WM_BEAUTIFY_FLAG" val="#wm#"/>
  <p:tag name="KSO_WM_UNIT_TYPE" val="i"/>
  <p:tag name="KSO_WM_UNIT_ID" val="diagram20208604_1*i*4"/>
  <p:tag name="KSO_WM_TEMPLATE_CATEGORY" val="diagram"/>
  <p:tag name="KSO_WM_TEMPLATE_INDEX" val="20208604"/>
  <p:tag name="KSO_WM_UNIT_INDEX" val="4"/>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808fb1adb4d744cc9d369074d0507e4f"/>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6"/>
</p:tagLst>
</file>

<file path=ppt/tags/tag866.xml><?xml version="1.0" encoding="utf-8"?>
<p:tagLst xmlns:p="http://schemas.openxmlformats.org/presentationml/2006/main">
  <p:tag name="KSO_WM_TAG_VERSION" val="1.0"/>
  <p:tag name="KSO_WM_BEAUTIFY_FLAG" val="#wm#"/>
  <p:tag name="KSO_WM_UNIT_TYPE" val="i"/>
  <p:tag name="KSO_WM_UNIT_ID" val="diagram20208604_1*i*5"/>
  <p:tag name="KSO_WM_TEMPLATE_CATEGORY" val="diagram"/>
  <p:tag name="KSO_WM_TEMPLATE_INDEX" val="20208604"/>
  <p:tag name="KSO_WM_UNIT_INDEX" val="5"/>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060ccbb9a83241f2a52575c4e4f76136"/>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7"/>
</p:tagLst>
</file>

<file path=ppt/tags/tag867.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需要用更多的文字来表述；但请您尽可能提炼思想的精髓。"/>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8604_1*f*1"/>
  <p:tag name="KSO_WM_TEMPLATE_CATEGORY" val="diagram"/>
  <p:tag name="KSO_WM_TEMPLATE_INDEX" val="20208604"/>
  <p:tag name="KSO_WM_UNIT_LAYERLEVEL" val="1"/>
  <p:tag name="KSO_WM_TAG_VERSION" val="1.0"/>
  <p:tag name="KSO_WM_BEAUTIFY_FLAG" val="#wm#"/>
  <p:tag name="KSO_WM_UNIT_DEFAULT_FONT" val="14;20;2"/>
  <p:tag name="KSO_WM_UNIT_BLOCK" val="0"/>
  <p:tag name="KSO_WM_UNIT_VALUE" val="588"/>
  <p:tag name="KSO_WM_UNIT_SHOW_EDIT_AREA_INDICATION" val="1"/>
  <p:tag name="KSO_WM_CHIP_GROUPID" val="5e6b05596848fb12bee65ac8"/>
  <p:tag name="KSO_WM_CHIP_XID" val="5e6b05596848fb12bee65aca"/>
  <p:tag name="KSO_WM_UNIT_DEC_AREA_ID" val="5557aaf2e9bc4b2499ccf5d271336ab4"/>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ff7d2160ef064691979e787d147d2e4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e7a4054ed1e2fb7f9a0"/>
  <p:tag name="KSO_WM_TEMPLATE_ASSEMBLE_GROUPID" val="60656e7a4054ed1e2fb7f9a0"/>
  <p:tag name="WM_BEAUTIFY_ZORDER_FLAG_TAG" val="8"/>
</p:tagLst>
</file>

<file path=ppt/tags/tag868.xml><?xml version="1.0" encoding="utf-8"?>
<p:tagLst xmlns:p="http://schemas.openxmlformats.org/presentationml/2006/main">
  <p:tag name="KSO_WM_SLIDE_ID" val="diagram20220058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8"/>
  <p:tag name="KSO_WM_SLIDE_LAYOUT" val="a_d"/>
  <p:tag name="KSO_WM_SLIDE_LAYOUT_CNT" val="1_1"/>
  <p:tag name="KSO_WM_SLIDE_TYPE" val="text"/>
  <p:tag name="KSO_WM_SLIDE_SUBTYPE" val="picTxt"/>
  <p:tag name="KSO_WM_SLIDE_LAYOUTTYPE" val="topbottom"/>
  <p:tag name="KSO_WM_SLIDE_SIZE" val="888*504"/>
  <p:tag name="KSO_WM_SLIDE_POSITION" val="36*12"/>
  <p:tag name="KSO_WM_SLIDE_LAYOUT_INFO" val="{&quot;backgroundInfo&quot;:[{&quot;bottom&quot;:0,&quot;bottomAbs&quot;:false,&quot;left&quot;:0,&quot;leftAbs&quot;:false,&quot;right&quot;:0,&quot;rightAbs&quot;:false,&quot;top&quot;:0,&quot;topAbs&quot;:false,&quot;type&quot;:&quot;general&quot;}],&quot;id&quot;:&quot;2026-01-13T21:14:45&quot;,&quot;maxSize&quot;:{&quot;size1&quot;:20},&quot;minSize&quot;:{&quot;size1&quot;:11.2},&quot;normalSize&quot;:{&quot;size1&quot;:11.2},&quot;subLayout&quot;:[{&quot;id&quot;:&quot;2026-01-13T21:14:45&quot;,&quot;margin&quot;:{&quot;bottom&quot;:0.025999998673796654,&quot;left&quot;:1.2699999809265137,&quot;right&quot;:1.2699999809265137,&quot;top&quot;:0.4230000376701355},&quot;type&quot;:0},{&quot;id&quot;:&quot;2026-01-13T21:14:45&quot;,&quot;margin&quot;:{&quot;bottom&quot;:0.847000002861023,&quot;left&quot;:1.2699999809265137,&quot;right&quot;:1.2699999809265137,&quot;top&quot;:1.2699999809265137},&quot;type&quot;:0}],&quot;type&quot;:0}"/>
  <p:tag name="KSO_WM_SLIDE_RATIO" val="1.777778"/>
  <p:tag name="KSO_WM_SLIDE_BACKGROUND" val="[&quot;general&quot;]"/>
  <p:tag name="KSO_WM_SLIDE_BACKGROUND_TYPE" val="general"/>
</p:tagLst>
</file>

<file path=ppt/tags/tag86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87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87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20058_1*i*1"/>
  <p:tag name="KSO_WM_TEMPLATE_CATEGORY" val="diagram"/>
  <p:tag name="KSO_WM_TEMPLATE_INDEX" val="20220058"/>
  <p:tag name="KSO_WM_UNIT_LAYERLEVEL" val="1"/>
  <p:tag name="KSO_WM_TAG_VERSION" val="1.0"/>
  <p:tag name="KSO_WM_BEAUTIFY_FLAG" val="#wm#"/>
  <p:tag name="KSO_WM_UNIT_BLOCK" val="0"/>
  <p:tag name="KSO_WM_UNIT_SM_LIMIT_TYPE" val="0"/>
  <p:tag name="KSO_WM_UNIT_DEC_AREA_ID" val="401453a90b9f4fd5b1215058b8a2f2e8"/>
  <p:tag name="KSO_WM_UNIT_DECORATE_INFO" val="{&quot;ReferentInfo&quot;:{&quot;Id&quot;:&quot;2d2094633d9c481aa0d84a95a0159686&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872.xml><?xml version="1.0" encoding="utf-8"?>
<p:tagLst xmlns:p="http://schemas.openxmlformats.org/presentationml/2006/main">
  <p:tag name="KSO_WM_UNIT_ISCONTENTSTITLE" val="0"/>
  <p:tag name="KSO_WM_UNIT_ISNUMDGMTITLE" val="0"/>
  <p:tag name="KSO_WM_UNIT_PRESET_TEXT" val="线型上下导航版"/>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diagram20220058_1*a*1"/>
  <p:tag name="KSO_WM_TEMPLATE_CATEGORY" val="diagram"/>
  <p:tag name="KSO_WM_TEMPLATE_INDEX" val="20220058"/>
  <p:tag name="KSO_WM_UNIT_LAYERLEVEL" val="1"/>
  <p:tag name="KSO_WM_TAG_VERSION" val="1.0"/>
  <p:tag name="KSO_WM_BEAUTIFY_FLAG" val="#wm#"/>
  <p:tag name="KSO_WM_UNIT_VALUE" val="27"/>
  <p:tag name="KSO_WM_UNIT_BLOCK" val="0"/>
  <p:tag name="KSO_WM_UNIT_SM_LIMIT_TYPE" val="2"/>
  <p:tag name="KSO_WM_UNIT_DEC_AREA_ID" val="2d2094633d9c481aa0d84a95a015968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873.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2843_1*f*1"/>
  <p:tag name="KSO_WM_TEMPLATE_CATEGORY" val="diagram"/>
  <p:tag name="KSO_WM_TEMPLATE_INDEX" val="20212843"/>
  <p:tag name="KSO_WM_UNIT_LAYERLEVEL" val="1"/>
  <p:tag name="KSO_WM_TAG_VERSION" val="1.0"/>
  <p:tag name="KSO_WM_BEAUTIFY_FLAG" val="#wm#"/>
  <p:tag name="KSO_WM_UNIT_DEFAULT_FONT" val="14;20;2"/>
  <p:tag name="KSO_WM_UNIT_BLOCK" val="0"/>
  <p:tag name="KSO_WM_UNIT_VALUE" val="576"/>
  <p:tag name="KSO_WM_UNIT_SHOW_EDIT_AREA_INDICATION" val="1"/>
  <p:tag name="KSO_WM_CHIP_GROUPID" val="5e6b05596848fb12bee65ac8"/>
  <p:tag name="KSO_WM_CHIP_XID" val="5e6b05596848fb12bee65aca"/>
  <p:tag name="KSO_WM_UNIT_DEC_AREA_ID" val="8cb1ccbfd41a4f08aa021a2337e676da"/>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53f115901fe44f3787d5c3752471e8b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f644054ed1e2fb8092e"/>
  <p:tag name="KSO_WM_TEMPLATE_ASSEMBLE_GROUPID" val="60656f644054ed1e2fb8092e"/>
  <p:tag name="WM_BEAUTIFY_ZORDER_FLAG_TAG" val="3"/>
</p:tagLst>
</file>

<file path=ppt/tags/tag874.xml><?xml version="1.0" encoding="utf-8"?>
<p:tagLst xmlns:p="http://schemas.openxmlformats.org/presentationml/2006/main">
  <p:tag name="KSO_WM_SLIDE_ID" val="diagram20220058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8"/>
  <p:tag name="KSO_WM_SLIDE_LAYOUT" val="a_d"/>
  <p:tag name="KSO_WM_SLIDE_LAYOUT_CNT" val="1_1"/>
  <p:tag name="KSO_WM_SLIDE_TYPE" val="text"/>
  <p:tag name="KSO_WM_SLIDE_SUBTYPE" val="picTxt"/>
  <p:tag name="KSO_WM_SLIDE_LAYOUTTYPE" val="topbottom"/>
  <p:tag name="KSO_WM_SLIDE_SIZE" val="888*504"/>
  <p:tag name="KSO_WM_SLIDE_POSITION" val="36*12"/>
  <p:tag name="KSO_WM_SLIDE_LAYOUT_INFO" val="{&quot;backgroundInfo&quot;:[{&quot;bottom&quot;:0,&quot;bottomAbs&quot;:false,&quot;left&quot;:0,&quot;leftAbs&quot;:false,&quot;right&quot;:0,&quot;rightAbs&quot;:false,&quot;top&quot;:0,&quot;topAbs&quot;:false,&quot;type&quot;:&quot;general&quot;}],&quot;id&quot;:&quot;2026-01-13T21:14:45&quot;,&quot;maxSize&quot;:{&quot;size1&quot;:20},&quot;minSize&quot;:{&quot;size1&quot;:11.2},&quot;normalSize&quot;:{&quot;size1&quot;:11.2},&quot;subLayout&quot;:[{&quot;id&quot;:&quot;2026-01-13T21:14:45&quot;,&quot;margin&quot;:{&quot;bottom&quot;:0.025999998673796654,&quot;left&quot;:1.2699999809265137,&quot;right&quot;:1.2699999809265137,&quot;top&quot;:0.4230000376701355},&quot;type&quot;:0},{&quot;id&quot;:&quot;2026-01-13T21:14:45&quot;,&quot;margin&quot;:{&quot;bottom&quot;:0.847000002861023,&quot;left&quot;:1.2699999809265137,&quot;right&quot;:1.2699999809265137,&quot;top&quot;:1.2699999809265137},&quot;type&quot;:0}],&quot;type&quot;:0}"/>
  <p:tag name="KSO_WM_SLIDE_RATIO" val="1.777778"/>
  <p:tag name="KSO_WM_SLIDE_BACKGROUND" val="[&quot;general&quot;]"/>
  <p:tag name="KSO_WM_SLIDE_BACKGROUND_TYPE" val="general"/>
</p:tagLst>
</file>

<file path=ppt/tags/tag87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87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87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20058_1*i*1"/>
  <p:tag name="KSO_WM_TEMPLATE_CATEGORY" val="diagram"/>
  <p:tag name="KSO_WM_TEMPLATE_INDEX" val="20220058"/>
  <p:tag name="KSO_WM_UNIT_LAYERLEVEL" val="1"/>
  <p:tag name="KSO_WM_TAG_VERSION" val="1.0"/>
  <p:tag name="KSO_WM_BEAUTIFY_FLAG" val="#wm#"/>
  <p:tag name="KSO_WM_UNIT_BLOCK" val="0"/>
  <p:tag name="KSO_WM_UNIT_SM_LIMIT_TYPE" val="0"/>
  <p:tag name="KSO_WM_UNIT_DEC_AREA_ID" val="401453a90b9f4fd5b1215058b8a2f2e8"/>
  <p:tag name="KSO_WM_UNIT_DECORATE_INFO" val="{&quot;ReferentInfo&quot;:{&quot;Id&quot;:&quot;2d2094633d9c481aa0d84a95a0159686&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878.xml><?xml version="1.0" encoding="utf-8"?>
<p:tagLst xmlns:p="http://schemas.openxmlformats.org/presentationml/2006/main">
  <p:tag name="KSO_WM_UNIT_ISCONTENTSTITLE" val="0"/>
  <p:tag name="KSO_WM_UNIT_ISNUMDGMTITLE" val="0"/>
  <p:tag name="KSO_WM_UNIT_PRESET_TEXT" val="线型上下导航版"/>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diagram20220058_1*a*1"/>
  <p:tag name="KSO_WM_TEMPLATE_CATEGORY" val="diagram"/>
  <p:tag name="KSO_WM_TEMPLATE_INDEX" val="20220058"/>
  <p:tag name="KSO_WM_UNIT_LAYERLEVEL" val="1"/>
  <p:tag name="KSO_WM_TAG_VERSION" val="1.0"/>
  <p:tag name="KSO_WM_BEAUTIFY_FLAG" val="#wm#"/>
  <p:tag name="KSO_WM_UNIT_VALUE" val="27"/>
  <p:tag name="KSO_WM_UNIT_BLOCK" val="0"/>
  <p:tag name="KSO_WM_UNIT_SM_LIMIT_TYPE" val="2"/>
  <p:tag name="KSO_WM_UNIT_DEC_AREA_ID" val="2d2094633d9c481aa0d84a95a015968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879.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7315_1*f*1"/>
  <p:tag name="KSO_WM_TEMPLATE_CATEGORY" val="diagram"/>
  <p:tag name="KSO_WM_TEMPLATE_INDEX" val="20207315"/>
  <p:tag name="KSO_WM_UNIT_LAYERLEVEL" val="1"/>
  <p:tag name="KSO_WM_TAG_VERSION" val="1.0"/>
  <p:tag name="KSO_WM_BEAUTIFY_FLAG" val="#wm#"/>
  <p:tag name="KSO_WM_UNIT_DEFAULT_FONT" val="14;20;2"/>
  <p:tag name="KSO_WM_UNIT_BLOCK" val="0"/>
  <p:tag name="KSO_WM_UNIT_VALUE" val="290"/>
  <p:tag name="KSO_WM_UNIT_SHOW_EDIT_AREA_INDICATION" val="1"/>
  <p:tag name="KSO_WM_CHIP_GROUPID" val="5e6b05596848fb12bee65ac8"/>
  <p:tag name="KSO_WM_CHIP_XID" val="5e6b05596848fb12bee65aca"/>
  <p:tag name="KSO_WM_UNIT_DEC_AREA_ID" val="3462bde237c543c58b90892aede91ea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dc8ab5172452436899286f2808371cac"/>
  <p:tag name="KSO_WM_UNIT_TEXT_FILL_FORE_SCHEMECOLOR_INDEX_BRIGHTNESS" val="0.25"/>
  <p:tag name="KSO_WM_UNIT_TEXT_FILL_FORE_SCHEMECOLOR_INDEX" val="13"/>
  <p:tag name="KSO_WM_UNIT_TEXT_FILL_TYPE" val="1"/>
  <p:tag name="KSO_WM_TEMPLATE_ASSEMBLE_XID" val="6130c4e08b5cc6c91112a571"/>
  <p:tag name="KSO_WM_TEMPLATE_ASSEMBLE_GROUPID" val="6130c4e08b5cc6c91112a571"/>
  <p:tag name="WM_BEAUTIFY_ZORDER_FLAG_TAG" val="4"/>
</p:tagLst>
</file>

<file path=ppt/tags/tag880.xml><?xml version="1.0" encoding="utf-8"?>
<p:tagLst xmlns:p="http://schemas.openxmlformats.org/presentationml/2006/main">
  <p:tag name="KSO_WM_SLIDE_ID" val="diagram20220058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8"/>
  <p:tag name="KSO_WM_SLIDE_LAYOUT" val="a_d"/>
  <p:tag name="KSO_WM_SLIDE_LAYOUT_CNT" val="1_1"/>
  <p:tag name="KSO_WM_SLIDE_TYPE" val="text"/>
  <p:tag name="KSO_WM_SLIDE_SUBTYPE" val="picTxt"/>
  <p:tag name="KSO_WM_SLIDE_LAYOUTTYPE" val="topbottom"/>
  <p:tag name="KSO_WM_SLIDE_SIZE" val="888*504"/>
  <p:tag name="KSO_WM_SLIDE_POSITION" val="36*12"/>
  <p:tag name="KSO_WM_SLIDE_LAYOUT_INFO" val="{&quot;backgroundInfo&quot;:[{&quot;bottom&quot;:0,&quot;bottomAbs&quot;:false,&quot;left&quot;:0,&quot;leftAbs&quot;:false,&quot;right&quot;:0,&quot;rightAbs&quot;:false,&quot;top&quot;:0,&quot;topAbs&quot;:false,&quot;type&quot;:&quot;general&quot;}],&quot;id&quot;:&quot;2026-01-13T21:14:45&quot;,&quot;maxSize&quot;:{&quot;size1&quot;:20},&quot;minSize&quot;:{&quot;size1&quot;:11.2},&quot;normalSize&quot;:{&quot;size1&quot;:11.2},&quot;subLayout&quot;:[{&quot;id&quot;:&quot;2026-01-13T21:14:45&quot;,&quot;margin&quot;:{&quot;bottom&quot;:0.025999998673796654,&quot;left&quot;:1.2699999809265137,&quot;right&quot;:1.2699999809265137,&quot;top&quot;:0.4230000376701355},&quot;type&quot;:0},{&quot;id&quot;:&quot;2026-01-13T21:14:45&quot;,&quot;margin&quot;:{&quot;bottom&quot;:0.847000002861023,&quot;left&quot;:1.2699999809265137,&quot;right&quot;:1.2699999809265137,&quot;top&quot;:1.2699999809265137},&quot;type&quot;:0}],&quot;type&quot;:0}"/>
  <p:tag name="KSO_WM_SLIDE_RATIO" val="1.777778"/>
  <p:tag name="KSO_WM_SLIDE_BACKGROUND" val="[&quot;general&quot;]"/>
  <p:tag name="KSO_WM_SLIDE_BACKGROUND_TYPE" val="general"/>
</p:tagLst>
</file>

<file path=ppt/tags/tag88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88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88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20058_1*i*1"/>
  <p:tag name="KSO_WM_TEMPLATE_CATEGORY" val="diagram"/>
  <p:tag name="KSO_WM_TEMPLATE_INDEX" val="20220058"/>
  <p:tag name="KSO_WM_UNIT_LAYERLEVEL" val="1"/>
  <p:tag name="KSO_WM_TAG_VERSION" val="1.0"/>
  <p:tag name="KSO_WM_BEAUTIFY_FLAG" val="#wm#"/>
  <p:tag name="KSO_WM_UNIT_BLOCK" val="0"/>
  <p:tag name="KSO_WM_UNIT_SM_LIMIT_TYPE" val="0"/>
  <p:tag name="KSO_WM_UNIT_DEC_AREA_ID" val="401453a90b9f4fd5b1215058b8a2f2e8"/>
  <p:tag name="KSO_WM_UNIT_DECORATE_INFO" val="{&quot;ReferentInfo&quot;:{&quot;Id&quot;:&quot;2d2094633d9c481aa0d84a95a0159686&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884.xml><?xml version="1.0" encoding="utf-8"?>
<p:tagLst xmlns:p="http://schemas.openxmlformats.org/presentationml/2006/main">
  <p:tag name="KSO_WM_UNIT_ISCONTENTSTITLE" val="0"/>
  <p:tag name="KSO_WM_UNIT_ISNUMDGMTITLE" val="0"/>
  <p:tag name="KSO_WM_UNIT_PRESET_TEXT" val="线型上下导航版"/>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diagram20220058_1*a*1"/>
  <p:tag name="KSO_WM_TEMPLATE_CATEGORY" val="diagram"/>
  <p:tag name="KSO_WM_TEMPLATE_INDEX" val="20220058"/>
  <p:tag name="KSO_WM_UNIT_LAYERLEVEL" val="1"/>
  <p:tag name="KSO_WM_TAG_VERSION" val="1.0"/>
  <p:tag name="KSO_WM_BEAUTIFY_FLAG" val="#wm#"/>
  <p:tag name="KSO_WM_UNIT_VALUE" val="27"/>
  <p:tag name="KSO_WM_UNIT_BLOCK" val="0"/>
  <p:tag name="KSO_WM_UNIT_SM_LIMIT_TYPE" val="2"/>
  <p:tag name="KSO_WM_UNIT_DEC_AREA_ID" val="2d2094633d9c481aa0d84a95a015968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885.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7315_1*f*1"/>
  <p:tag name="KSO_WM_TEMPLATE_CATEGORY" val="diagram"/>
  <p:tag name="KSO_WM_TEMPLATE_INDEX" val="20207315"/>
  <p:tag name="KSO_WM_UNIT_LAYERLEVEL" val="1"/>
  <p:tag name="KSO_WM_TAG_VERSION" val="1.0"/>
  <p:tag name="KSO_WM_BEAUTIFY_FLAG" val="#wm#"/>
  <p:tag name="KSO_WM_UNIT_DEFAULT_FONT" val="14;20;2"/>
  <p:tag name="KSO_WM_UNIT_BLOCK" val="0"/>
  <p:tag name="KSO_WM_UNIT_VALUE" val="290"/>
  <p:tag name="KSO_WM_UNIT_SHOW_EDIT_AREA_INDICATION" val="1"/>
  <p:tag name="KSO_WM_CHIP_GROUPID" val="5e6b05596848fb12bee65ac8"/>
  <p:tag name="KSO_WM_CHIP_XID" val="5e6b05596848fb12bee65aca"/>
  <p:tag name="KSO_WM_UNIT_DEC_AREA_ID" val="3462bde237c543c58b90892aede91ea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dc8ab5172452436899286f2808371cac"/>
  <p:tag name="KSO_WM_UNIT_TEXT_FILL_FORE_SCHEMECOLOR_INDEX_BRIGHTNESS" val="0.25"/>
  <p:tag name="KSO_WM_UNIT_TEXT_FILL_FORE_SCHEMECOLOR_INDEX" val="13"/>
  <p:tag name="KSO_WM_UNIT_TEXT_FILL_TYPE" val="1"/>
  <p:tag name="KSO_WM_TEMPLATE_ASSEMBLE_XID" val="6130c4e08b5cc6c91112a571"/>
  <p:tag name="KSO_WM_TEMPLATE_ASSEMBLE_GROUPID" val="6130c4e08b5cc6c91112a571"/>
  <p:tag name="WM_BEAUTIFY_ZORDER_FLAG_TAG" val="4"/>
</p:tagLst>
</file>

<file path=ppt/tags/tag886.xml><?xml version="1.0" encoding="utf-8"?>
<p:tagLst xmlns:p="http://schemas.openxmlformats.org/presentationml/2006/main">
  <p:tag name="KSO_WM_SLIDE_ID" val="diagram20220058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8"/>
  <p:tag name="KSO_WM_SLIDE_LAYOUT" val="a_d"/>
  <p:tag name="KSO_WM_SLIDE_LAYOUT_CNT" val="1_1"/>
  <p:tag name="KSO_WM_SLIDE_TYPE" val="text"/>
  <p:tag name="KSO_WM_SLIDE_SUBTYPE" val="picTxt"/>
  <p:tag name="KSO_WM_SLIDE_LAYOUTTYPE" val="topbottom"/>
  <p:tag name="KSO_WM_SLIDE_SIZE" val="888*504"/>
  <p:tag name="KSO_WM_SLIDE_POSITION" val="36*12"/>
  <p:tag name="KSO_WM_SLIDE_LAYOUT_INFO" val="{&quot;backgroundInfo&quot;:[{&quot;bottom&quot;:0,&quot;bottomAbs&quot;:false,&quot;left&quot;:0,&quot;leftAbs&quot;:false,&quot;right&quot;:0,&quot;rightAbs&quot;:false,&quot;top&quot;:0,&quot;topAbs&quot;:false,&quot;type&quot;:&quot;general&quot;}],&quot;id&quot;:&quot;2026-01-13T21:14:45&quot;,&quot;maxSize&quot;:{&quot;size1&quot;:20},&quot;minSize&quot;:{&quot;size1&quot;:11.2},&quot;normalSize&quot;:{&quot;size1&quot;:11.2},&quot;subLayout&quot;:[{&quot;id&quot;:&quot;2026-01-13T21:14:45&quot;,&quot;margin&quot;:{&quot;bottom&quot;:0.025999998673796654,&quot;left&quot;:1.2699999809265137,&quot;right&quot;:1.2699999809265137,&quot;top&quot;:0.4230000376701355},&quot;type&quot;:0},{&quot;id&quot;:&quot;2026-01-13T21:14:45&quot;,&quot;margin&quot;:{&quot;bottom&quot;:0.847000002861023,&quot;left&quot;:1.2699999809265137,&quot;right&quot;:1.2699999809265137,&quot;top&quot;:1.2699999809265137},&quot;type&quot;:0}],&quot;type&quot;:0}"/>
  <p:tag name="KSO_WM_SLIDE_RATIO" val="1.777778"/>
  <p:tag name="KSO_WM_SLIDE_BACKGROUND" val="[&quot;general&quot;]"/>
  <p:tag name="KSO_WM_SLIDE_BACKGROUND_TYPE" val="general"/>
</p:tagLst>
</file>

<file path=ppt/tags/tag88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88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88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20058_1*i*1"/>
  <p:tag name="KSO_WM_TEMPLATE_CATEGORY" val="diagram"/>
  <p:tag name="KSO_WM_TEMPLATE_INDEX" val="20220058"/>
  <p:tag name="KSO_WM_UNIT_LAYERLEVEL" val="1"/>
  <p:tag name="KSO_WM_TAG_VERSION" val="1.0"/>
  <p:tag name="KSO_WM_BEAUTIFY_FLAG" val="#wm#"/>
  <p:tag name="KSO_WM_UNIT_BLOCK" val="0"/>
  <p:tag name="KSO_WM_UNIT_SM_LIMIT_TYPE" val="0"/>
  <p:tag name="KSO_WM_UNIT_DEC_AREA_ID" val="401453a90b9f4fd5b1215058b8a2f2e8"/>
  <p:tag name="KSO_WM_UNIT_DECORATE_INFO" val="{&quot;ReferentInfo&quot;:{&quot;Id&quot;:&quot;2d2094633d9c481aa0d84a95a0159686&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890.xml><?xml version="1.0" encoding="utf-8"?>
<p:tagLst xmlns:p="http://schemas.openxmlformats.org/presentationml/2006/main">
  <p:tag name="KSO_WM_UNIT_ISCONTENTSTITLE" val="0"/>
  <p:tag name="KSO_WM_UNIT_ISNUMDGMTITLE" val="0"/>
  <p:tag name="KSO_WM_UNIT_PRESET_TEXT" val="线型上下导航版"/>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diagram20220058_1*a*1"/>
  <p:tag name="KSO_WM_TEMPLATE_CATEGORY" val="diagram"/>
  <p:tag name="KSO_WM_TEMPLATE_INDEX" val="20220058"/>
  <p:tag name="KSO_WM_UNIT_LAYERLEVEL" val="1"/>
  <p:tag name="KSO_WM_TAG_VERSION" val="1.0"/>
  <p:tag name="KSO_WM_BEAUTIFY_FLAG" val="#wm#"/>
  <p:tag name="KSO_WM_UNIT_VALUE" val="27"/>
  <p:tag name="KSO_WM_UNIT_BLOCK" val="0"/>
  <p:tag name="KSO_WM_UNIT_SM_LIMIT_TYPE" val="2"/>
  <p:tag name="KSO_WM_UNIT_DEC_AREA_ID" val="2d2094633d9c481aa0d84a95a015968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891.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2843_1*f*1"/>
  <p:tag name="KSO_WM_TEMPLATE_CATEGORY" val="diagram"/>
  <p:tag name="KSO_WM_TEMPLATE_INDEX" val="20212843"/>
  <p:tag name="KSO_WM_UNIT_LAYERLEVEL" val="1"/>
  <p:tag name="KSO_WM_TAG_VERSION" val="1.0"/>
  <p:tag name="KSO_WM_BEAUTIFY_FLAG" val="#wm#"/>
  <p:tag name="KSO_WM_UNIT_DEFAULT_FONT" val="14;20;2"/>
  <p:tag name="KSO_WM_UNIT_BLOCK" val="0"/>
  <p:tag name="KSO_WM_UNIT_VALUE" val="576"/>
  <p:tag name="KSO_WM_UNIT_SHOW_EDIT_AREA_INDICATION" val="1"/>
  <p:tag name="KSO_WM_CHIP_GROUPID" val="5e6b05596848fb12bee65ac8"/>
  <p:tag name="KSO_WM_CHIP_XID" val="5e6b05596848fb12bee65aca"/>
  <p:tag name="KSO_WM_UNIT_DEC_AREA_ID" val="8cb1ccbfd41a4f08aa021a2337e676da"/>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53f115901fe44f3787d5c3752471e8b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f644054ed1e2fb8092e"/>
  <p:tag name="KSO_WM_TEMPLATE_ASSEMBLE_GROUPID" val="60656f644054ed1e2fb8092e"/>
  <p:tag name="WM_BEAUTIFY_ZORDER_FLAG_TAG" val="3"/>
</p:tagLst>
</file>

<file path=ppt/tags/tag892.xml><?xml version="1.0" encoding="utf-8"?>
<p:tagLst xmlns:p="http://schemas.openxmlformats.org/presentationml/2006/main">
  <p:tag name="KSO_WM_SLIDE_ID" val="diagram20220058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8"/>
  <p:tag name="KSO_WM_SLIDE_LAYOUT" val="a_d"/>
  <p:tag name="KSO_WM_SLIDE_LAYOUT_CNT" val="1_1"/>
  <p:tag name="KSO_WM_SLIDE_TYPE" val="text"/>
  <p:tag name="KSO_WM_SLIDE_SUBTYPE" val="picTxt"/>
  <p:tag name="KSO_WM_SLIDE_LAYOUTTYPE" val="topbottom"/>
  <p:tag name="KSO_WM_SLIDE_SIZE" val="888*504"/>
  <p:tag name="KSO_WM_SLIDE_POSITION" val="36*12"/>
  <p:tag name="KSO_WM_SLIDE_LAYOUT_INFO" val="{&quot;backgroundInfo&quot;:[{&quot;bottom&quot;:0,&quot;bottomAbs&quot;:false,&quot;left&quot;:0,&quot;leftAbs&quot;:false,&quot;right&quot;:0,&quot;rightAbs&quot;:false,&quot;top&quot;:0,&quot;topAbs&quot;:false,&quot;type&quot;:&quot;general&quot;}],&quot;id&quot;:&quot;2026-01-13T21:14:45&quot;,&quot;maxSize&quot;:{&quot;size1&quot;:20},&quot;minSize&quot;:{&quot;size1&quot;:11.2},&quot;normalSize&quot;:{&quot;size1&quot;:11.2},&quot;subLayout&quot;:[{&quot;id&quot;:&quot;2026-01-13T21:14:45&quot;,&quot;margin&quot;:{&quot;bottom&quot;:0.025999998673796654,&quot;left&quot;:1.2699999809265137,&quot;right&quot;:1.2699999809265137,&quot;top&quot;:0.4230000376701355},&quot;type&quot;:0},{&quot;id&quot;:&quot;2026-01-13T21:14:45&quot;,&quot;margin&quot;:{&quot;bottom&quot;:0.847000002861023,&quot;left&quot;:1.2699999809265137,&quot;right&quot;:1.2699999809265137,&quot;top&quot;:1.2699999809265137},&quot;type&quot;:0}],&quot;type&quot;:0}"/>
  <p:tag name="KSO_WM_SLIDE_RATIO" val="1.777778"/>
  <p:tag name="KSO_WM_SLIDE_BACKGROUND" val="[&quot;general&quot;]"/>
  <p:tag name="KSO_WM_SLIDE_BACKGROUND_TYPE" val="general"/>
</p:tagLst>
</file>

<file path=ppt/tags/tag89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89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89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20058_1*i*1"/>
  <p:tag name="KSO_WM_TEMPLATE_CATEGORY" val="diagram"/>
  <p:tag name="KSO_WM_TEMPLATE_INDEX" val="20220058"/>
  <p:tag name="KSO_WM_UNIT_LAYERLEVEL" val="1"/>
  <p:tag name="KSO_WM_TAG_VERSION" val="1.0"/>
  <p:tag name="KSO_WM_BEAUTIFY_FLAG" val="#wm#"/>
  <p:tag name="KSO_WM_UNIT_BLOCK" val="0"/>
  <p:tag name="KSO_WM_UNIT_SM_LIMIT_TYPE" val="0"/>
  <p:tag name="KSO_WM_UNIT_DEC_AREA_ID" val="401453a90b9f4fd5b1215058b8a2f2e8"/>
  <p:tag name="KSO_WM_UNIT_DECORATE_INFO" val="{&quot;ReferentInfo&quot;:{&quot;Id&quot;:&quot;2d2094633d9c481aa0d84a95a0159686&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896.xml><?xml version="1.0" encoding="utf-8"?>
<p:tagLst xmlns:p="http://schemas.openxmlformats.org/presentationml/2006/main">
  <p:tag name="KSO_WM_UNIT_ISCONTENTSTITLE" val="0"/>
  <p:tag name="KSO_WM_UNIT_ISNUMDGMTITLE" val="0"/>
  <p:tag name="KSO_WM_UNIT_PRESET_TEXT" val="线型上下导航版"/>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diagram20220058_1*a*1"/>
  <p:tag name="KSO_WM_TEMPLATE_CATEGORY" val="diagram"/>
  <p:tag name="KSO_WM_TEMPLATE_INDEX" val="20220058"/>
  <p:tag name="KSO_WM_UNIT_LAYERLEVEL" val="1"/>
  <p:tag name="KSO_WM_TAG_VERSION" val="1.0"/>
  <p:tag name="KSO_WM_BEAUTIFY_FLAG" val="#wm#"/>
  <p:tag name="KSO_WM_UNIT_VALUE" val="27"/>
  <p:tag name="KSO_WM_UNIT_BLOCK" val="0"/>
  <p:tag name="KSO_WM_UNIT_SM_LIMIT_TYPE" val="2"/>
  <p:tag name="KSO_WM_UNIT_DEC_AREA_ID" val="2d2094633d9c481aa0d84a95a015968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897.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2843_1*f*1"/>
  <p:tag name="KSO_WM_TEMPLATE_CATEGORY" val="diagram"/>
  <p:tag name="KSO_WM_TEMPLATE_INDEX" val="20212843"/>
  <p:tag name="KSO_WM_UNIT_LAYERLEVEL" val="1"/>
  <p:tag name="KSO_WM_TAG_VERSION" val="1.0"/>
  <p:tag name="KSO_WM_BEAUTIFY_FLAG" val="#wm#"/>
  <p:tag name="KSO_WM_UNIT_DEFAULT_FONT" val="14;20;2"/>
  <p:tag name="KSO_WM_UNIT_BLOCK" val="0"/>
  <p:tag name="KSO_WM_UNIT_VALUE" val="576"/>
  <p:tag name="KSO_WM_UNIT_SHOW_EDIT_AREA_INDICATION" val="1"/>
  <p:tag name="KSO_WM_CHIP_GROUPID" val="5e6b05596848fb12bee65ac8"/>
  <p:tag name="KSO_WM_CHIP_XID" val="5e6b05596848fb12bee65aca"/>
  <p:tag name="KSO_WM_UNIT_DEC_AREA_ID" val="8cb1ccbfd41a4f08aa021a2337e676da"/>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53f115901fe44f3787d5c3752471e8b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f644054ed1e2fb8092e"/>
  <p:tag name="KSO_WM_TEMPLATE_ASSEMBLE_GROUPID" val="60656f644054ed1e2fb8092e"/>
  <p:tag name="WM_BEAUTIFY_ZORDER_FLAG_TAG" val="3"/>
</p:tagLst>
</file>

<file path=ppt/tags/tag898.xml><?xml version="1.0" encoding="utf-8"?>
<p:tagLst xmlns:p="http://schemas.openxmlformats.org/presentationml/2006/main">
  <p:tag name="KSO_WM_SLIDE_ID" val="diagram20220058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8"/>
  <p:tag name="KSO_WM_SLIDE_LAYOUT" val="a_d"/>
  <p:tag name="KSO_WM_SLIDE_LAYOUT_CNT" val="1_1"/>
  <p:tag name="KSO_WM_SLIDE_TYPE" val="text"/>
  <p:tag name="KSO_WM_SLIDE_SUBTYPE" val="picTxt"/>
  <p:tag name="KSO_WM_SLIDE_LAYOUTTYPE" val="topbottom"/>
  <p:tag name="KSO_WM_SLIDE_SIZE" val="888*504"/>
  <p:tag name="KSO_WM_SLIDE_POSITION" val="36*12"/>
  <p:tag name="KSO_WM_SLIDE_LAYOUT_INFO" val="{&quot;backgroundInfo&quot;:[{&quot;bottom&quot;:0,&quot;bottomAbs&quot;:false,&quot;left&quot;:0,&quot;leftAbs&quot;:false,&quot;right&quot;:0,&quot;rightAbs&quot;:false,&quot;top&quot;:0,&quot;topAbs&quot;:false,&quot;type&quot;:&quot;general&quot;}],&quot;id&quot;:&quot;2026-01-13T21:14:45&quot;,&quot;maxSize&quot;:{&quot;size1&quot;:20},&quot;minSize&quot;:{&quot;size1&quot;:11.2},&quot;normalSize&quot;:{&quot;size1&quot;:11.2},&quot;subLayout&quot;:[{&quot;id&quot;:&quot;2026-01-13T21:14:45&quot;,&quot;margin&quot;:{&quot;bottom&quot;:0.025999998673796654,&quot;left&quot;:1.2699999809265137,&quot;right&quot;:1.2699999809265137,&quot;top&quot;:0.4230000376701355},&quot;type&quot;:0},{&quot;id&quot;:&quot;2026-01-13T21:14:45&quot;,&quot;margin&quot;:{&quot;bottom&quot;:0.847000002861023,&quot;left&quot;:1.2699999809265137,&quot;right&quot;:1.2699999809265137,&quot;top&quot;:1.2699999809265137},&quot;type&quot;:0}],&quot;type&quot;:0}"/>
  <p:tag name="KSO_WM_SLIDE_RATIO" val="1.777778"/>
  <p:tag name="KSO_WM_SLIDE_BACKGROUND" val="[&quot;general&quot;]"/>
  <p:tag name="KSO_WM_SLIDE_BACKGROUND_TYPE" val="general"/>
</p:tagLst>
</file>

<file path=ppt/tags/tag89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90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90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20058_1*i*1"/>
  <p:tag name="KSO_WM_TEMPLATE_CATEGORY" val="diagram"/>
  <p:tag name="KSO_WM_TEMPLATE_INDEX" val="20220058"/>
  <p:tag name="KSO_WM_UNIT_LAYERLEVEL" val="1"/>
  <p:tag name="KSO_WM_TAG_VERSION" val="1.0"/>
  <p:tag name="KSO_WM_BEAUTIFY_FLAG" val="#wm#"/>
  <p:tag name="KSO_WM_UNIT_BLOCK" val="0"/>
  <p:tag name="KSO_WM_UNIT_SM_LIMIT_TYPE" val="0"/>
  <p:tag name="KSO_WM_UNIT_DEC_AREA_ID" val="401453a90b9f4fd5b1215058b8a2f2e8"/>
  <p:tag name="KSO_WM_UNIT_DECORATE_INFO" val="{&quot;ReferentInfo&quot;:{&quot;Id&quot;:&quot;2d2094633d9c481aa0d84a95a0159686&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902.xml><?xml version="1.0" encoding="utf-8"?>
<p:tagLst xmlns:p="http://schemas.openxmlformats.org/presentationml/2006/main">
  <p:tag name="KSO_WM_UNIT_ISCONTENTSTITLE" val="0"/>
  <p:tag name="KSO_WM_UNIT_ISNUMDGMTITLE" val="0"/>
  <p:tag name="KSO_WM_UNIT_PRESET_TEXT" val="线型上下导航版"/>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diagram20220058_1*a*1"/>
  <p:tag name="KSO_WM_TEMPLATE_CATEGORY" val="diagram"/>
  <p:tag name="KSO_WM_TEMPLATE_INDEX" val="20220058"/>
  <p:tag name="KSO_WM_UNIT_LAYERLEVEL" val="1"/>
  <p:tag name="KSO_WM_TAG_VERSION" val="1.0"/>
  <p:tag name="KSO_WM_BEAUTIFY_FLAG" val="#wm#"/>
  <p:tag name="KSO_WM_UNIT_VALUE" val="27"/>
  <p:tag name="KSO_WM_UNIT_BLOCK" val="0"/>
  <p:tag name="KSO_WM_UNIT_SM_LIMIT_TYPE" val="2"/>
  <p:tag name="KSO_WM_UNIT_DEC_AREA_ID" val="2d2094633d9c481aa0d84a95a015968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903.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2843_1*f*1"/>
  <p:tag name="KSO_WM_TEMPLATE_CATEGORY" val="diagram"/>
  <p:tag name="KSO_WM_TEMPLATE_INDEX" val="20212843"/>
  <p:tag name="KSO_WM_UNIT_LAYERLEVEL" val="1"/>
  <p:tag name="KSO_WM_TAG_VERSION" val="1.0"/>
  <p:tag name="KSO_WM_BEAUTIFY_FLAG" val="#wm#"/>
  <p:tag name="KSO_WM_UNIT_DEFAULT_FONT" val="14;20;2"/>
  <p:tag name="KSO_WM_UNIT_BLOCK" val="0"/>
  <p:tag name="KSO_WM_UNIT_VALUE" val="576"/>
  <p:tag name="KSO_WM_UNIT_SHOW_EDIT_AREA_INDICATION" val="1"/>
  <p:tag name="KSO_WM_CHIP_GROUPID" val="5e6b05596848fb12bee65ac8"/>
  <p:tag name="KSO_WM_CHIP_XID" val="5e6b05596848fb12bee65aca"/>
  <p:tag name="KSO_WM_UNIT_DEC_AREA_ID" val="8cb1ccbfd41a4f08aa021a2337e676da"/>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53f115901fe44f3787d5c3752471e8b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f644054ed1e2fb8092e"/>
  <p:tag name="KSO_WM_TEMPLATE_ASSEMBLE_GROUPID" val="60656f644054ed1e2fb8092e"/>
  <p:tag name="WM_BEAUTIFY_ZORDER_FLAG_TAG" val="3"/>
</p:tagLst>
</file>

<file path=ppt/tags/tag904.xml><?xml version="1.0" encoding="utf-8"?>
<p:tagLst xmlns:p="http://schemas.openxmlformats.org/presentationml/2006/main">
  <p:tag name="KSO_WM_SLIDE_ID" val="diagram20220058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8"/>
  <p:tag name="KSO_WM_SLIDE_LAYOUT" val="a_d"/>
  <p:tag name="KSO_WM_SLIDE_LAYOUT_CNT" val="1_1"/>
  <p:tag name="KSO_WM_SLIDE_TYPE" val="text"/>
  <p:tag name="KSO_WM_SLIDE_SUBTYPE" val="picTxt"/>
  <p:tag name="KSO_WM_SLIDE_LAYOUTTYPE" val="topbottom"/>
  <p:tag name="KSO_WM_SLIDE_SIZE" val="888*504"/>
  <p:tag name="KSO_WM_SLIDE_POSITION" val="36*12"/>
  <p:tag name="KSO_WM_SLIDE_LAYOUT_INFO" val="{&quot;backgroundInfo&quot;:[{&quot;bottom&quot;:0,&quot;bottomAbs&quot;:false,&quot;left&quot;:0,&quot;leftAbs&quot;:false,&quot;right&quot;:0,&quot;rightAbs&quot;:false,&quot;top&quot;:0,&quot;topAbs&quot;:false,&quot;type&quot;:&quot;general&quot;}],&quot;id&quot;:&quot;2026-01-13T21:14:45&quot;,&quot;maxSize&quot;:{&quot;size1&quot;:20},&quot;minSize&quot;:{&quot;size1&quot;:11.2},&quot;normalSize&quot;:{&quot;size1&quot;:11.2},&quot;subLayout&quot;:[{&quot;id&quot;:&quot;2026-01-13T21:14:45&quot;,&quot;margin&quot;:{&quot;bottom&quot;:0.025999998673796654,&quot;left&quot;:1.2699999809265137,&quot;right&quot;:1.2699999809265137,&quot;top&quot;:0.4230000376701355},&quot;type&quot;:0},{&quot;id&quot;:&quot;2026-01-13T21:14:45&quot;,&quot;margin&quot;:{&quot;bottom&quot;:0.847000002861023,&quot;left&quot;:1.2699999809265137,&quot;right&quot;:1.2699999809265137,&quot;top&quot;:1.2699999809265137},&quot;type&quot;:0}],&quot;type&quot;:0}"/>
  <p:tag name="KSO_WM_SLIDE_RATIO" val="1.777778"/>
  <p:tag name="KSO_WM_SLIDE_BACKGROUND" val="[&quot;general&quot;]"/>
  <p:tag name="KSO_WM_SLIDE_BACKGROUND_TYPE" val="general"/>
</p:tagLst>
</file>

<file path=ppt/tags/tag90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90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90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20058_1*i*1"/>
  <p:tag name="KSO_WM_TEMPLATE_CATEGORY" val="diagram"/>
  <p:tag name="KSO_WM_TEMPLATE_INDEX" val="20220058"/>
  <p:tag name="KSO_WM_UNIT_LAYERLEVEL" val="1"/>
  <p:tag name="KSO_WM_TAG_VERSION" val="1.0"/>
  <p:tag name="KSO_WM_BEAUTIFY_FLAG" val="#wm#"/>
  <p:tag name="KSO_WM_UNIT_BLOCK" val="0"/>
  <p:tag name="KSO_WM_UNIT_SM_LIMIT_TYPE" val="0"/>
  <p:tag name="KSO_WM_UNIT_DEC_AREA_ID" val="401453a90b9f4fd5b1215058b8a2f2e8"/>
  <p:tag name="KSO_WM_UNIT_DECORATE_INFO" val="{&quot;ReferentInfo&quot;:{&quot;Id&quot;:&quot;2d2094633d9c481aa0d84a95a0159686&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908.xml><?xml version="1.0" encoding="utf-8"?>
<p:tagLst xmlns:p="http://schemas.openxmlformats.org/presentationml/2006/main">
  <p:tag name="KSO_WM_UNIT_ISCONTENTSTITLE" val="0"/>
  <p:tag name="KSO_WM_UNIT_ISNUMDGMTITLE" val="0"/>
  <p:tag name="KSO_WM_UNIT_PRESET_TEXT" val="线型上下导航版"/>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diagram20220058_1*a*1"/>
  <p:tag name="KSO_WM_TEMPLATE_CATEGORY" val="diagram"/>
  <p:tag name="KSO_WM_TEMPLATE_INDEX" val="20220058"/>
  <p:tag name="KSO_WM_UNIT_LAYERLEVEL" val="1"/>
  <p:tag name="KSO_WM_TAG_VERSION" val="1.0"/>
  <p:tag name="KSO_WM_BEAUTIFY_FLAG" val="#wm#"/>
  <p:tag name="KSO_WM_UNIT_VALUE" val="27"/>
  <p:tag name="KSO_WM_UNIT_BLOCK" val="0"/>
  <p:tag name="KSO_WM_UNIT_SM_LIMIT_TYPE" val="2"/>
  <p:tag name="KSO_WM_UNIT_DEC_AREA_ID" val="2d2094633d9c481aa0d84a95a015968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909.xml><?xml version="1.0" encoding="utf-8"?>
<p:tagLst xmlns:p="http://schemas.openxmlformats.org/presentationml/2006/main">
  <p:tag name="KSO_WM_TAG_VERSION" val="1.0"/>
  <p:tag name="KSO_WM_BEAUTIFY_FLAG" val="#wm#"/>
  <p:tag name="KSO_WM_UNIT_TYPE" val="i"/>
  <p:tag name="KSO_WM_UNIT_ID" val="diagram20208604_1*i*1"/>
  <p:tag name="KSO_WM_TEMPLATE_CATEGORY" val="diagram"/>
  <p:tag name="KSO_WM_TEMPLATE_INDEX" val="20208604"/>
  <p:tag name="KSO_WM_UNIT_INDEX" val="1"/>
  <p:tag name="KSO_WM_UNIT_HIGHLIGHT" val="0"/>
  <p:tag name="KSO_WM_UNIT_COMPATIBLE" val="0"/>
  <p:tag name="KSO_WM_UNIT_DIAGRAM_ISNUMVISUAL" val="0"/>
  <p:tag name="KSO_WM_UNIT_DIAGRAM_ISREFERUNIT" val="0"/>
  <p:tag name="KSO_WM_UNIT_LAYERLEVEL" val="1"/>
  <p:tag name="KSO_WM_UNIT_BLOCK" val="0"/>
  <p:tag name="KSO_WM_UNIT_SM_LIMIT_TYPE" val="2"/>
  <p:tag name="KSO_WM_UNIT_DEC_AREA_ID" val="e352ecb8f5b840f19a3cb857467d0e4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UNIT_TEXT_FILL_FORE_SCHEMECOLOR_INDEX_BRIGHTNESS" val="0"/>
  <p:tag name="KSO_WM_UNIT_TEXT_FILL_FORE_SCHEMECOLOR_INDEX" val="2"/>
  <p:tag name="KSO_WM_UNIT_TEXT_FILL_TYPE" val="1"/>
  <p:tag name="KSO_WM_UNIT_VALUE" val="864"/>
  <p:tag name="KSO_WM_TEMPLATE_ASSEMBLE_XID" val="60656e7a4054ed1e2fb7f9a0"/>
  <p:tag name="KSO_WM_TEMPLATE_ASSEMBLE_GROUPID" val="60656e7a4054ed1e2fb7f9a0"/>
  <p:tag name="WM_BEAUTIFY_ZORDER_FLAG_TAG" val="3"/>
</p:tagLst>
</file>

<file path=ppt/tags/tag910.xml><?xml version="1.0" encoding="utf-8"?>
<p:tagLst xmlns:p="http://schemas.openxmlformats.org/presentationml/2006/main">
  <p:tag name="KSO_WM_TAG_VERSION" val="1.0"/>
  <p:tag name="KSO_WM_BEAUTIFY_FLAG" val="#wm#"/>
  <p:tag name="KSO_WM_UNIT_TYPE" val="i"/>
  <p:tag name="KSO_WM_UNIT_ID" val="diagram20208604_1*i*2"/>
  <p:tag name="KSO_WM_TEMPLATE_CATEGORY" val="diagram"/>
  <p:tag name="KSO_WM_TEMPLATE_INDEX" val="20208604"/>
  <p:tag name="KSO_WM_UNIT_INDEX" val="2"/>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65248d0e2eac4a16859a1c0559d33ac9"/>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4"/>
</p:tagLst>
</file>

<file path=ppt/tags/tag911.xml><?xml version="1.0" encoding="utf-8"?>
<p:tagLst xmlns:p="http://schemas.openxmlformats.org/presentationml/2006/main">
  <p:tag name="KSO_WM_TAG_VERSION" val="1.0"/>
  <p:tag name="KSO_WM_BEAUTIFY_FLAG" val="#wm#"/>
  <p:tag name="KSO_WM_UNIT_TYPE" val="i"/>
  <p:tag name="KSO_WM_UNIT_ID" val="diagram20208604_1*i*3"/>
  <p:tag name="KSO_WM_TEMPLATE_CATEGORY" val="diagram"/>
  <p:tag name="KSO_WM_TEMPLATE_INDEX" val="20208604"/>
  <p:tag name="KSO_WM_UNIT_INDEX" val="3"/>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d26b32aaa4d84b0dbd1030a6cabd7a68"/>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5"/>
</p:tagLst>
</file>

<file path=ppt/tags/tag912.xml><?xml version="1.0" encoding="utf-8"?>
<p:tagLst xmlns:p="http://schemas.openxmlformats.org/presentationml/2006/main">
  <p:tag name="KSO_WM_TAG_VERSION" val="1.0"/>
  <p:tag name="KSO_WM_BEAUTIFY_FLAG" val="#wm#"/>
  <p:tag name="KSO_WM_UNIT_TYPE" val="i"/>
  <p:tag name="KSO_WM_UNIT_ID" val="diagram20208604_1*i*4"/>
  <p:tag name="KSO_WM_TEMPLATE_CATEGORY" val="diagram"/>
  <p:tag name="KSO_WM_TEMPLATE_INDEX" val="20208604"/>
  <p:tag name="KSO_WM_UNIT_INDEX" val="4"/>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808fb1adb4d744cc9d369074d0507e4f"/>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6"/>
</p:tagLst>
</file>

<file path=ppt/tags/tag913.xml><?xml version="1.0" encoding="utf-8"?>
<p:tagLst xmlns:p="http://schemas.openxmlformats.org/presentationml/2006/main">
  <p:tag name="KSO_WM_TAG_VERSION" val="1.0"/>
  <p:tag name="KSO_WM_BEAUTIFY_FLAG" val="#wm#"/>
  <p:tag name="KSO_WM_UNIT_TYPE" val="i"/>
  <p:tag name="KSO_WM_UNIT_ID" val="diagram20208604_1*i*5"/>
  <p:tag name="KSO_WM_TEMPLATE_CATEGORY" val="diagram"/>
  <p:tag name="KSO_WM_TEMPLATE_INDEX" val="20208604"/>
  <p:tag name="KSO_WM_UNIT_INDEX" val="5"/>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060ccbb9a83241f2a52575c4e4f76136"/>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7"/>
</p:tagLst>
</file>

<file path=ppt/tags/tag914.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需要用更多的文字来表述；但请您尽可能提炼思想的精髓。"/>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8604_1*f*1"/>
  <p:tag name="KSO_WM_TEMPLATE_CATEGORY" val="diagram"/>
  <p:tag name="KSO_WM_TEMPLATE_INDEX" val="20208604"/>
  <p:tag name="KSO_WM_UNIT_LAYERLEVEL" val="1"/>
  <p:tag name="KSO_WM_TAG_VERSION" val="1.0"/>
  <p:tag name="KSO_WM_BEAUTIFY_FLAG" val="#wm#"/>
  <p:tag name="KSO_WM_UNIT_DEFAULT_FONT" val="14;20;2"/>
  <p:tag name="KSO_WM_UNIT_BLOCK" val="0"/>
  <p:tag name="KSO_WM_UNIT_VALUE" val="588"/>
  <p:tag name="KSO_WM_UNIT_SHOW_EDIT_AREA_INDICATION" val="1"/>
  <p:tag name="KSO_WM_CHIP_GROUPID" val="5e6b05596848fb12bee65ac8"/>
  <p:tag name="KSO_WM_CHIP_XID" val="5e6b05596848fb12bee65aca"/>
  <p:tag name="KSO_WM_UNIT_DEC_AREA_ID" val="5557aaf2e9bc4b2499ccf5d271336ab4"/>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ff7d2160ef064691979e787d147d2e4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e7a4054ed1e2fb7f9a0"/>
  <p:tag name="KSO_WM_TEMPLATE_ASSEMBLE_GROUPID" val="60656e7a4054ed1e2fb7f9a0"/>
  <p:tag name="WM_BEAUTIFY_ZORDER_FLAG_TAG" val="8"/>
</p:tagLst>
</file>

<file path=ppt/tags/tag915.xml><?xml version="1.0" encoding="utf-8"?>
<p:tagLst xmlns:p="http://schemas.openxmlformats.org/presentationml/2006/main">
  <p:tag name="KSO_WM_SLIDE_ID" val="diagram20220058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8"/>
  <p:tag name="KSO_WM_SLIDE_LAYOUT" val="a_d"/>
  <p:tag name="KSO_WM_SLIDE_LAYOUT_CNT" val="1_1"/>
  <p:tag name="KSO_WM_SLIDE_TYPE" val="text"/>
  <p:tag name="KSO_WM_SLIDE_SUBTYPE" val="picTxt"/>
  <p:tag name="KSO_WM_SLIDE_LAYOUTTYPE" val="topbottom"/>
  <p:tag name="KSO_WM_SLIDE_SIZE" val="888*504"/>
  <p:tag name="KSO_WM_SLIDE_POSITION" val="36*12"/>
  <p:tag name="KSO_WM_SLIDE_LAYOUT_INFO" val="{&quot;backgroundInfo&quot;:[{&quot;bottom&quot;:0,&quot;bottomAbs&quot;:false,&quot;left&quot;:0,&quot;leftAbs&quot;:false,&quot;right&quot;:0,&quot;rightAbs&quot;:false,&quot;top&quot;:0,&quot;topAbs&quot;:false,&quot;type&quot;:&quot;general&quot;}],&quot;id&quot;:&quot;2026-01-13T21:14:45&quot;,&quot;maxSize&quot;:{&quot;size1&quot;:20},&quot;minSize&quot;:{&quot;size1&quot;:11.2},&quot;normalSize&quot;:{&quot;size1&quot;:11.2},&quot;subLayout&quot;:[{&quot;id&quot;:&quot;2026-01-13T21:14:45&quot;,&quot;margin&quot;:{&quot;bottom&quot;:0.025999998673796654,&quot;left&quot;:1.2699999809265137,&quot;right&quot;:1.2699999809265137,&quot;top&quot;:0.4230000376701355},&quot;type&quot;:0},{&quot;id&quot;:&quot;2026-01-13T21:14:45&quot;,&quot;margin&quot;:{&quot;bottom&quot;:0.847000002861023,&quot;left&quot;:1.2699999809265137,&quot;right&quot;:1.2699999809265137,&quot;top&quot;:1.2699999809265137},&quot;type&quot;:0}],&quot;type&quot;:0}"/>
  <p:tag name="KSO_WM_SLIDE_RATIO" val="1.777778"/>
  <p:tag name="KSO_WM_SLIDE_BACKGROUND" val="[&quot;general&quot;]"/>
  <p:tag name="KSO_WM_SLIDE_BACKGROUND_TYPE" val="general"/>
</p:tagLst>
</file>

<file path=ppt/tags/tag9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9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9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20058_1*i*1"/>
  <p:tag name="KSO_WM_TEMPLATE_CATEGORY" val="diagram"/>
  <p:tag name="KSO_WM_TEMPLATE_INDEX" val="20220058"/>
  <p:tag name="KSO_WM_UNIT_LAYERLEVEL" val="1"/>
  <p:tag name="KSO_WM_TAG_VERSION" val="1.0"/>
  <p:tag name="KSO_WM_BEAUTIFY_FLAG" val="#wm#"/>
  <p:tag name="KSO_WM_UNIT_BLOCK" val="0"/>
  <p:tag name="KSO_WM_UNIT_SM_LIMIT_TYPE" val="0"/>
  <p:tag name="KSO_WM_UNIT_DEC_AREA_ID" val="401453a90b9f4fd5b1215058b8a2f2e8"/>
  <p:tag name="KSO_WM_UNIT_DECORATE_INFO" val="{&quot;ReferentInfo&quot;:{&quot;Id&quot;:&quot;2d2094633d9c481aa0d84a95a0159686&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919.xml><?xml version="1.0" encoding="utf-8"?>
<p:tagLst xmlns:p="http://schemas.openxmlformats.org/presentationml/2006/main">
  <p:tag name="KSO_WM_UNIT_ISCONTENTSTITLE" val="0"/>
  <p:tag name="KSO_WM_UNIT_ISNUMDGMTITLE" val="0"/>
  <p:tag name="KSO_WM_UNIT_PRESET_TEXT" val="线型上下导航版"/>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diagram20220058_1*a*1"/>
  <p:tag name="KSO_WM_TEMPLATE_CATEGORY" val="diagram"/>
  <p:tag name="KSO_WM_TEMPLATE_INDEX" val="20220058"/>
  <p:tag name="KSO_WM_UNIT_LAYERLEVEL" val="1"/>
  <p:tag name="KSO_WM_TAG_VERSION" val="1.0"/>
  <p:tag name="KSO_WM_BEAUTIFY_FLAG" val="#wm#"/>
  <p:tag name="KSO_WM_UNIT_VALUE" val="27"/>
  <p:tag name="KSO_WM_UNIT_BLOCK" val="0"/>
  <p:tag name="KSO_WM_UNIT_SM_LIMIT_TYPE" val="2"/>
  <p:tag name="KSO_WM_UNIT_DEC_AREA_ID" val="2d2094633d9c481aa0d84a95a015968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920.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7315_1*f*1"/>
  <p:tag name="KSO_WM_TEMPLATE_CATEGORY" val="diagram"/>
  <p:tag name="KSO_WM_TEMPLATE_INDEX" val="20207315"/>
  <p:tag name="KSO_WM_UNIT_LAYERLEVEL" val="1"/>
  <p:tag name="KSO_WM_TAG_VERSION" val="1.0"/>
  <p:tag name="KSO_WM_BEAUTIFY_FLAG" val="#wm#"/>
  <p:tag name="KSO_WM_UNIT_DEFAULT_FONT" val="14;20;2"/>
  <p:tag name="KSO_WM_UNIT_BLOCK" val="0"/>
  <p:tag name="KSO_WM_UNIT_VALUE" val="290"/>
  <p:tag name="KSO_WM_UNIT_SHOW_EDIT_AREA_INDICATION" val="1"/>
  <p:tag name="KSO_WM_CHIP_GROUPID" val="5e6b05596848fb12bee65ac8"/>
  <p:tag name="KSO_WM_CHIP_XID" val="5e6b05596848fb12bee65aca"/>
  <p:tag name="KSO_WM_UNIT_DEC_AREA_ID" val="3462bde237c543c58b90892aede91ea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dc8ab5172452436899286f2808371cac"/>
  <p:tag name="KSO_WM_UNIT_TEXT_FILL_FORE_SCHEMECOLOR_INDEX_BRIGHTNESS" val="0.25"/>
  <p:tag name="KSO_WM_UNIT_TEXT_FILL_FORE_SCHEMECOLOR_INDEX" val="13"/>
  <p:tag name="KSO_WM_UNIT_TEXT_FILL_TYPE" val="1"/>
  <p:tag name="KSO_WM_TEMPLATE_ASSEMBLE_XID" val="6130c4e08b5cc6c91112a571"/>
  <p:tag name="KSO_WM_TEMPLATE_ASSEMBLE_GROUPID" val="6130c4e08b5cc6c91112a571"/>
  <p:tag name="WM_BEAUTIFY_ZORDER_FLAG_TAG" val="4"/>
</p:tagLst>
</file>

<file path=ppt/tags/tag921.xml><?xml version="1.0" encoding="utf-8"?>
<p:tagLst xmlns:p="http://schemas.openxmlformats.org/presentationml/2006/main">
  <p:tag name="KSO_WM_SLIDE_ID" val="diagram20220058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8"/>
  <p:tag name="KSO_WM_SLIDE_LAYOUT" val="a_d"/>
  <p:tag name="KSO_WM_SLIDE_LAYOUT_CNT" val="1_1"/>
  <p:tag name="KSO_WM_SLIDE_TYPE" val="text"/>
  <p:tag name="KSO_WM_SLIDE_SUBTYPE" val="picTxt"/>
  <p:tag name="KSO_WM_SLIDE_LAYOUTTYPE" val="topbottom"/>
  <p:tag name="KSO_WM_SLIDE_SIZE" val="888*504"/>
  <p:tag name="KSO_WM_SLIDE_POSITION" val="36*12"/>
  <p:tag name="KSO_WM_SLIDE_LAYOUT_INFO" val="{&quot;backgroundInfo&quot;:[{&quot;bottom&quot;:0,&quot;bottomAbs&quot;:false,&quot;left&quot;:0,&quot;leftAbs&quot;:false,&quot;right&quot;:0,&quot;rightAbs&quot;:false,&quot;top&quot;:0,&quot;topAbs&quot;:false,&quot;type&quot;:&quot;general&quot;}],&quot;id&quot;:&quot;2026-01-13T21:14:45&quot;,&quot;maxSize&quot;:{&quot;size1&quot;:20},&quot;minSize&quot;:{&quot;size1&quot;:11.2},&quot;normalSize&quot;:{&quot;size1&quot;:11.2},&quot;subLayout&quot;:[{&quot;id&quot;:&quot;2026-01-13T21:14:45&quot;,&quot;margin&quot;:{&quot;bottom&quot;:0.025999998673796654,&quot;left&quot;:1.2699999809265137,&quot;right&quot;:1.2699999809265137,&quot;top&quot;:0.4230000376701355},&quot;type&quot;:0},{&quot;id&quot;:&quot;2026-01-13T21:14:45&quot;,&quot;margin&quot;:{&quot;bottom&quot;:0.847000002861023,&quot;left&quot;:1.2699999809265137,&quot;right&quot;:1.2699999809265137,&quot;top&quot;:1.2699999809265137},&quot;type&quot;:0}],&quot;type&quot;:0}"/>
  <p:tag name="KSO_WM_SLIDE_RATIO" val="1.777778"/>
  <p:tag name="KSO_WM_SLIDE_BACKGROUND" val="[&quot;general&quot;]"/>
  <p:tag name="KSO_WM_SLIDE_BACKGROUND_TYPE" val="general"/>
</p:tagLst>
</file>

<file path=ppt/tags/tag9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9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9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20058_1*i*1"/>
  <p:tag name="KSO_WM_TEMPLATE_CATEGORY" val="diagram"/>
  <p:tag name="KSO_WM_TEMPLATE_INDEX" val="20220058"/>
  <p:tag name="KSO_WM_UNIT_LAYERLEVEL" val="1"/>
  <p:tag name="KSO_WM_TAG_VERSION" val="1.0"/>
  <p:tag name="KSO_WM_BEAUTIFY_FLAG" val="#wm#"/>
  <p:tag name="KSO_WM_UNIT_BLOCK" val="0"/>
  <p:tag name="KSO_WM_UNIT_SM_LIMIT_TYPE" val="0"/>
  <p:tag name="KSO_WM_UNIT_DEC_AREA_ID" val="401453a90b9f4fd5b1215058b8a2f2e8"/>
  <p:tag name="KSO_WM_UNIT_DECORATE_INFO" val="{&quot;ReferentInfo&quot;:{&quot;Id&quot;:&quot;2d2094633d9c481aa0d84a95a0159686&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Lst>
</file>

<file path=ppt/tags/tag925.xml><?xml version="1.0" encoding="utf-8"?>
<p:tagLst xmlns:p="http://schemas.openxmlformats.org/presentationml/2006/main">
  <p:tag name="KSO_WM_UNIT_ISCONTENTSTITLE" val="0"/>
  <p:tag name="KSO_WM_UNIT_ISNUMDGMTITLE" val="0"/>
  <p:tag name="KSO_WM_UNIT_PRESET_TEXT" val="线型上下导航版"/>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diagram20220058_1*a*1"/>
  <p:tag name="KSO_WM_TEMPLATE_CATEGORY" val="diagram"/>
  <p:tag name="KSO_WM_TEMPLATE_INDEX" val="20220058"/>
  <p:tag name="KSO_WM_UNIT_LAYERLEVEL" val="1"/>
  <p:tag name="KSO_WM_TAG_VERSION" val="1.0"/>
  <p:tag name="KSO_WM_BEAUTIFY_FLAG" val="#wm#"/>
  <p:tag name="KSO_WM_UNIT_VALUE" val="27"/>
  <p:tag name="KSO_WM_UNIT_BLOCK" val="0"/>
  <p:tag name="KSO_WM_UNIT_SM_LIMIT_TYPE" val="2"/>
  <p:tag name="KSO_WM_UNIT_DEC_AREA_ID" val="2d2094633d9c481aa0d84a95a015968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Lst>
</file>

<file path=ppt/tags/tag926.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i"/>
  <p:tag name="KSO_WM_UNIT_INDEX" val="1_1"/>
  <p:tag name="KSO_WM_UNIT_ID" val="diagram20205576_2*l_i*1_1"/>
  <p:tag name="KSO_WM_TEMPLATE_CATEGORY" val="diagram"/>
  <p:tag name="KSO_WM_TEMPLATE_INDEX" val="20205576"/>
  <p:tag name="KSO_WM_UNIT_LAYERLEVEL" val="1_1"/>
  <p:tag name="KSO_WM_TAG_VERSION" val="1.0"/>
  <p:tag name="KSO_WM_BEAUTIFY_FLAG" val="#wm#"/>
  <p:tag name="KSO_WM_UNIT_LINE_FORE_SCHEMECOLOR_INDEX_1_BRIGHTNESS" val="0"/>
  <p:tag name="KSO_WM_UNIT_LINE_FORE_SCHEMECOLOR_INDEX_1" val="14"/>
  <p:tag name="KSO_WM_UNIT_LINE_FORE_SCHEMECOLOR_INDEX_1_POS" val="0"/>
  <p:tag name="KSO_WM_UNIT_LINE_FORE_SCHEMECOLOR_INDEX_1_TRANS" val="1"/>
  <p:tag name="KSO_WM_UNIT_LINE_FORE_SCHEMECOLOR_INDEX_2_BRIGHTNESS" val="-0.25"/>
  <p:tag name="KSO_WM_UNIT_LINE_FORE_SCHEMECOLOR_INDEX_2" val="5"/>
  <p:tag name="KSO_WM_UNIT_LINE_FORE_SCHEMECOLOR_INDEX_2_POS" val="0.34"/>
  <p:tag name="KSO_WM_UNIT_LINE_FORE_SCHEMECOLOR_INDEX_2_TRANS" val="0"/>
  <p:tag name="KSO_WM_UNIT_LINE_FORE_SCHEMECOLOR_INDEX_3_BRIGHTNESS" val="0.4"/>
  <p:tag name="KSO_WM_UNIT_LINE_FORE_SCHEMECOLOR_INDEX_3" val="5"/>
  <p:tag name="KSO_WM_UNIT_LINE_FORE_SCHEMECOLOR_INDEX_3_POS" val="0.71"/>
  <p:tag name="KSO_WM_UNIT_LINE_FORE_SCHEMECOLOR_INDEX_3_TRANS" val="0"/>
  <p:tag name="KSO_WM_UNIT_LINE_FORE_SCHEMECOLOR_INDEX_4_BRIGHTNESS" val="0"/>
  <p:tag name="KSO_WM_UNIT_LINE_FORE_SCHEMECOLOR_INDEX_4" val="14"/>
  <p:tag name="KSO_WM_UNIT_LINE_FORE_SCHEMECOLOR_INDEX_4_POS" val="1"/>
  <p:tag name="KSO_WM_UNIT_LINE_FORE_SCHEMECOLOR_INDEX_4_TRANS" val="1"/>
  <p:tag name="KSO_WM_UNIT_LINE_GRADIENT_TYPE" val="0"/>
  <p:tag name="KSO_WM_UNIT_LINE_GRADIENT_ANGLE" val="0"/>
  <p:tag name="KSO_WM_UNIT_LINE_GRADIENT_Direction" val="3"/>
  <p:tag name="KSO_WM_UNIT_LINE_FILL_TYPE" val="5"/>
</p:tagLst>
</file>

<file path=ppt/tags/tag927.xml><?xml version="1.0" encoding="utf-8"?>
<p:tagLst xmlns:p="http://schemas.openxmlformats.org/presentationml/2006/main">
  <p:tag name="KSO_WM_UNIT_SUBTYPE" val="a"/>
  <p:tag name="KSO_WM_UNIT_NOCLEAR" val="0"/>
  <p:tag name="KSO_WM_UNIT_VALUE" val="174"/>
  <p:tag name="KSO_WM_UNIT_HIGHLIGHT" val="0"/>
  <p:tag name="KSO_WM_UNIT_COMPATIBLE" val="0"/>
  <p:tag name="KSO_WM_UNIT_DIAGRAM_ISNUMVISUAL" val="0"/>
  <p:tag name="KSO_WM_UNIT_DIAGRAM_ISREFERUNIT" val="0"/>
  <p:tag name="KSO_WM_DIAGRAM_GROUP_CODE" val="l1-1"/>
  <p:tag name="KSO_WM_UNIT_TYPE" val="l_h_f"/>
  <p:tag name="KSO_WM_UNIT_INDEX" val="1_1_1"/>
  <p:tag name="KSO_WM_UNIT_ID" val="diagram20205576_2*l_h_f*1_1_1"/>
  <p:tag name="KSO_WM_TEMPLATE_CATEGORY" val="diagram"/>
  <p:tag name="KSO_WM_TEMPLATE_INDEX" val="20205576"/>
  <p:tag name="KSO_WM_UNIT_LAYERLEVEL" val="1_1_1"/>
  <p:tag name="KSO_WM_TAG_VERSION" val="1.0"/>
  <p:tag name="KSO_WM_BEAUTIFY_FLAG" val="#wm#"/>
  <p:tag name="KSO_WM_UNIT_PRESET_TEXT" val="单击此处输入你的正文，文字是您思想的提炼，为了最终演示发布的良好效果，请尽量言简意赅的阐述观点；根据需要可酌情增减文字，以便观者可以准确理解您所传达的信息。单击此处输入你的正文，文字是您思想的提炼为了最终演示发布的良好效果，请尽量言简意赅的阐述观点根据需要可酌情增减文字以便观者可以准确理解您所传达的信息。"/>
  <p:tag name="KSO_WM_UNIT_TEXT_FILL_FORE_SCHEMECOLOR_INDEX_BRIGHTNESS" val="0.15"/>
  <p:tag name="KSO_WM_UNIT_TEXT_FILL_FORE_SCHEMECOLOR_INDEX" val="13"/>
  <p:tag name="KSO_WM_UNIT_TEXT_FILL_TYPE" val="1"/>
</p:tagLst>
</file>

<file path=ppt/tags/tag928.xml><?xml version="1.0" encoding="utf-8"?>
<p:tagLst xmlns:p="http://schemas.openxmlformats.org/presentationml/2006/main">
  <p:tag name="KSO_WM_UNIT_SUBTYPE" val="a"/>
  <p:tag name="KSO_WM_UNIT_NOCLEAR" val="0"/>
  <p:tag name="KSO_WM_UNIT_VALUE" val="174"/>
  <p:tag name="KSO_WM_UNIT_HIGHLIGHT" val="0"/>
  <p:tag name="KSO_WM_UNIT_COMPATIBLE" val="0"/>
  <p:tag name="KSO_WM_UNIT_DIAGRAM_ISNUMVISUAL" val="0"/>
  <p:tag name="KSO_WM_UNIT_DIAGRAM_ISREFERUNIT" val="0"/>
  <p:tag name="KSO_WM_DIAGRAM_GROUP_CODE" val="l1-1"/>
  <p:tag name="KSO_WM_UNIT_TYPE" val="l_h_f"/>
  <p:tag name="KSO_WM_UNIT_INDEX" val="1_2_1"/>
  <p:tag name="KSO_WM_UNIT_ID" val="diagram20205576_2*l_h_f*1_2_1"/>
  <p:tag name="KSO_WM_TEMPLATE_CATEGORY" val="diagram"/>
  <p:tag name="KSO_WM_TEMPLATE_INDEX" val="20205576"/>
  <p:tag name="KSO_WM_UNIT_LAYERLEVEL" val="1_1_1"/>
  <p:tag name="KSO_WM_TAG_VERSION" val="1.0"/>
  <p:tag name="KSO_WM_BEAUTIFY_FLAG" val="#wm#"/>
  <p:tag name="KSO_WM_UNIT_PRESET_TEXT" val="单击此处输入你的正文，文字是您思想的提炼，为了最终演示发布的良好效果，请尽量言简意赅的阐述观点；根据需要可酌情增减文字，以便观者可以准确理解您所传达的信息。单击此处输入你的正文，文字是您思想的提炼为了最终演示发布的良好效果，请尽量言简意赅的阐述观点根据需要可酌情增减文字以便观者可以准确理解您所传达的信息。"/>
  <p:tag name="KSO_WM_UNIT_TEXT_FILL_FORE_SCHEMECOLOR_INDEX_BRIGHTNESS" val="0.15"/>
  <p:tag name="KSO_WM_UNIT_TEXT_FILL_FORE_SCHEMECOLOR_INDEX" val="13"/>
  <p:tag name="KSO_WM_UNIT_TEXT_FILL_TYPE" val="1"/>
</p:tagLst>
</file>

<file path=ppt/tags/tag929.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i"/>
  <p:tag name="KSO_WM_UNIT_INDEX" val="1_2"/>
  <p:tag name="KSO_WM_UNIT_ID" val="diagram20205576_2*l_i*1_2"/>
  <p:tag name="KSO_WM_TEMPLATE_CATEGORY" val="diagram"/>
  <p:tag name="KSO_WM_TEMPLATE_INDEX" val="20205576"/>
  <p:tag name="KSO_WM_UNIT_LAYERLEVEL" val="1_1"/>
  <p:tag name="KSO_WM_TAG_VERSION" val="1.0"/>
  <p:tag name="KSO_WM_BEAUTIFY_FLAG" val="#wm#"/>
  <p:tag name="KSO_WM_UNIT_LINE_FORE_SCHEMECOLOR_INDEX_1_BRIGHTNESS" val="0"/>
  <p:tag name="KSO_WM_UNIT_LINE_FORE_SCHEMECOLOR_INDEX_1" val="14"/>
  <p:tag name="KSO_WM_UNIT_LINE_FORE_SCHEMECOLOR_INDEX_1_POS" val="0"/>
  <p:tag name="KSO_WM_UNIT_LINE_FORE_SCHEMECOLOR_INDEX_1_TRANS" val="1"/>
  <p:tag name="KSO_WM_UNIT_LINE_FORE_SCHEMECOLOR_INDEX_2_BRIGHTNESS" val="-0.25"/>
  <p:tag name="KSO_WM_UNIT_LINE_FORE_SCHEMECOLOR_INDEX_2" val="5"/>
  <p:tag name="KSO_WM_UNIT_LINE_FORE_SCHEMECOLOR_INDEX_2_POS" val="0.34"/>
  <p:tag name="KSO_WM_UNIT_LINE_FORE_SCHEMECOLOR_INDEX_2_TRANS" val="0"/>
  <p:tag name="KSO_WM_UNIT_LINE_FORE_SCHEMECOLOR_INDEX_3_BRIGHTNESS" val="0.4"/>
  <p:tag name="KSO_WM_UNIT_LINE_FORE_SCHEMECOLOR_INDEX_3" val="5"/>
  <p:tag name="KSO_WM_UNIT_LINE_FORE_SCHEMECOLOR_INDEX_3_POS" val="0.71"/>
  <p:tag name="KSO_WM_UNIT_LINE_FORE_SCHEMECOLOR_INDEX_3_TRANS" val="0"/>
  <p:tag name="KSO_WM_UNIT_LINE_FORE_SCHEMECOLOR_INDEX_4_BRIGHTNESS" val="0"/>
  <p:tag name="KSO_WM_UNIT_LINE_FORE_SCHEMECOLOR_INDEX_4" val="14"/>
  <p:tag name="KSO_WM_UNIT_LINE_FORE_SCHEMECOLOR_INDEX_4_POS" val="1"/>
  <p:tag name="KSO_WM_UNIT_LINE_FORE_SCHEMECOLOR_INDEX_4_TRANS" val="1"/>
  <p:tag name="KSO_WM_UNIT_LINE_GRADIENT_TYPE" val="0"/>
  <p:tag name="KSO_WM_UNIT_LINE_GRADIENT_ANGLE" val="0"/>
  <p:tag name="KSO_WM_UNIT_LINE_GRADIENT_Direction" val="3"/>
  <p:tag name="KSO_WM_UNIT_LINE_FILL_TYPE" val="5"/>
</p:tagLst>
</file>

<file path=ppt/tags/tag930.xml><?xml version="1.0" encoding="utf-8"?>
<p:tagLst xmlns:p="http://schemas.openxmlformats.org/presentationml/2006/main">
  <p:tag name="KSO_WM_UNIT_SUBTYPE" val="a"/>
  <p:tag name="KSO_WM_UNIT_NOCLEAR" val="0"/>
  <p:tag name="KSO_WM_UNIT_VALUE" val="174"/>
  <p:tag name="KSO_WM_UNIT_HIGHLIGHT" val="0"/>
  <p:tag name="KSO_WM_UNIT_COMPATIBLE" val="0"/>
  <p:tag name="KSO_WM_UNIT_DIAGRAM_ISNUMVISUAL" val="0"/>
  <p:tag name="KSO_WM_UNIT_DIAGRAM_ISREFERUNIT" val="0"/>
  <p:tag name="KSO_WM_DIAGRAM_GROUP_CODE" val="l1-1"/>
  <p:tag name="KSO_WM_UNIT_TYPE" val="l_h_f"/>
  <p:tag name="KSO_WM_UNIT_INDEX" val="1_3_1"/>
  <p:tag name="KSO_WM_UNIT_ID" val="diagram20205576_2*l_h_f*1_3_1"/>
  <p:tag name="KSO_WM_TEMPLATE_CATEGORY" val="diagram"/>
  <p:tag name="KSO_WM_TEMPLATE_INDEX" val="20205576"/>
  <p:tag name="KSO_WM_UNIT_LAYERLEVEL" val="1_1_1"/>
  <p:tag name="KSO_WM_TAG_VERSION" val="1.0"/>
  <p:tag name="KSO_WM_BEAUTIFY_FLAG" val="#wm#"/>
  <p:tag name="KSO_WM_UNIT_PRESET_TEXT" val="单击此处输入你的正文，文字是您思想的提炼，为了最终演示发布的良好效果，请尽量言简意赅的阐述观点；根据需要可酌情增减文字，以便观者可以准确理解您所传达的信息。单击此处输入你的正文，文字是您思想的提炼为了最终演示发布的良好效果，请尽量言简意赅的阐述观点根据需要可酌情增减文字以便观者可以准确理解您所传达的信息。"/>
  <p:tag name="KSO_WM_UNIT_TEXT_FILL_FORE_SCHEMECOLOR_INDEX_BRIGHTNESS" val="0.15"/>
  <p:tag name="KSO_WM_UNIT_TEXT_FILL_FORE_SCHEMECOLOR_INDEX" val="13"/>
  <p:tag name="KSO_WM_UNIT_TEXT_FILL_TYPE" val="1"/>
</p:tagLst>
</file>

<file path=ppt/tags/tag931.xml><?xml version="1.0" encoding="utf-8"?>
<p:tagLst xmlns:p="http://schemas.openxmlformats.org/presentationml/2006/main">
  <p:tag name="KSO_WM_SLIDE_ID" val="diagram20220058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8"/>
  <p:tag name="KSO_WM_SLIDE_LAYOUT" val="a_d"/>
  <p:tag name="KSO_WM_SLIDE_LAYOUT_CNT" val="1_1"/>
  <p:tag name="KSO_WM_SLIDE_TYPE" val="text"/>
  <p:tag name="KSO_WM_SLIDE_SUBTYPE" val="picTxt"/>
  <p:tag name="KSO_WM_SLIDE_LAYOUTTYPE" val="topbottom"/>
  <p:tag name="KSO_WM_SLIDE_SIZE" val="888*504"/>
  <p:tag name="KSO_WM_SLIDE_POSITION" val="36*12"/>
  <p:tag name="KSO_WM_SLIDE_LAYOUT_INFO" val="{&quot;backgroundInfo&quot;:[{&quot;bottom&quot;:0,&quot;bottomAbs&quot;:false,&quot;left&quot;:0,&quot;leftAbs&quot;:false,&quot;right&quot;:0,&quot;rightAbs&quot;:false,&quot;top&quot;:0,&quot;topAbs&quot;:false,&quot;type&quot;:&quot;general&quot;}],&quot;id&quot;:&quot;2026-01-13T21:14:45&quot;,&quot;maxSize&quot;:{&quot;size1&quot;:20},&quot;minSize&quot;:{&quot;size1&quot;:11.2},&quot;normalSize&quot;:{&quot;size1&quot;:11.2},&quot;subLayout&quot;:[{&quot;id&quot;:&quot;2026-01-13T21:14:45&quot;,&quot;margin&quot;:{&quot;bottom&quot;:0.025999998673796654,&quot;left&quot;:1.2699999809265137,&quot;right&quot;:1.2699999809265137,&quot;top&quot;:0.4230000376701355},&quot;type&quot;:0},{&quot;id&quot;:&quot;2026-01-13T21:14:45&quot;,&quot;margin&quot;:{&quot;bottom&quot;:0.847000002861023,&quot;left&quot;:1.2699999809265137,&quot;right&quot;:1.2699999809265137,&quot;top&quot;:1.2699999809265137},&quot;type&quot;:0}],&quot;type&quot;:0}"/>
  <p:tag name="KSO_WM_SLIDE_RATIO" val="1.777778"/>
  <p:tag name="KSO_WM_SLIDE_BACKGROUND" val="[&quot;general&quot;]"/>
  <p:tag name="KSO_WM_SLIDE_BACKGROUND_TYPE" val="general"/>
</p:tagLst>
</file>

<file path=ppt/tags/tag93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93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93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20058_1*i*1"/>
  <p:tag name="KSO_WM_TEMPLATE_CATEGORY" val="diagram"/>
  <p:tag name="KSO_WM_TEMPLATE_INDEX" val="20220058"/>
  <p:tag name="KSO_WM_UNIT_LAYERLEVEL" val="1"/>
  <p:tag name="KSO_WM_TAG_VERSION" val="1.0"/>
  <p:tag name="KSO_WM_BEAUTIFY_FLAG" val="#wm#"/>
  <p:tag name="KSO_WM_UNIT_BLOCK" val="0"/>
  <p:tag name="KSO_WM_UNIT_SM_LIMIT_TYPE" val="0"/>
  <p:tag name="KSO_WM_UNIT_DEC_AREA_ID" val="401453a90b9f4fd5b1215058b8a2f2e8"/>
  <p:tag name="KSO_WM_UNIT_DECORATE_INFO" val="{&quot;ReferentInfo&quot;:{&quot;Id&quot;:&quot;2d2094633d9c481aa0d84a95a0159686&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935.xml><?xml version="1.0" encoding="utf-8"?>
<p:tagLst xmlns:p="http://schemas.openxmlformats.org/presentationml/2006/main">
  <p:tag name="KSO_WM_UNIT_ISCONTENTSTITLE" val="0"/>
  <p:tag name="KSO_WM_UNIT_ISNUMDGMTITLE" val="0"/>
  <p:tag name="KSO_WM_UNIT_PRESET_TEXT" val="线型上下导航版"/>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diagram20220058_1*a*1"/>
  <p:tag name="KSO_WM_TEMPLATE_CATEGORY" val="diagram"/>
  <p:tag name="KSO_WM_TEMPLATE_INDEX" val="20220058"/>
  <p:tag name="KSO_WM_UNIT_LAYERLEVEL" val="1"/>
  <p:tag name="KSO_WM_TAG_VERSION" val="1.0"/>
  <p:tag name="KSO_WM_BEAUTIFY_FLAG" val="#wm#"/>
  <p:tag name="KSO_WM_UNIT_VALUE" val="27"/>
  <p:tag name="KSO_WM_UNIT_BLOCK" val="0"/>
  <p:tag name="KSO_WM_UNIT_SM_LIMIT_TYPE" val="2"/>
  <p:tag name="KSO_WM_UNIT_DEC_AREA_ID" val="2d2094633d9c481aa0d84a95a015968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936.xml><?xml version="1.0" encoding="utf-8"?>
<p:tagLst xmlns:p="http://schemas.openxmlformats.org/presentationml/2006/main">
  <p:tag name="KSO_WM_TAG_VERSION" val="1.0"/>
  <p:tag name="KSO_WM_BEAUTIFY_FLAG" val="#wm#"/>
  <p:tag name="KSO_WM_UNIT_TYPE" val="i"/>
  <p:tag name="KSO_WM_UNIT_ID" val="diagram20208604_1*i*1"/>
  <p:tag name="KSO_WM_TEMPLATE_CATEGORY" val="diagram"/>
  <p:tag name="KSO_WM_TEMPLATE_INDEX" val="20208604"/>
  <p:tag name="KSO_WM_UNIT_INDEX" val="1"/>
  <p:tag name="KSO_WM_UNIT_HIGHLIGHT" val="0"/>
  <p:tag name="KSO_WM_UNIT_COMPATIBLE" val="0"/>
  <p:tag name="KSO_WM_UNIT_DIAGRAM_ISNUMVISUAL" val="0"/>
  <p:tag name="KSO_WM_UNIT_DIAGRAM_ISREFERUNIT" val="0"/>
  <p:tag name="KSO_WM_UNIT_LAYERLEVEL" val="1"/>
  <p:tag name="KSO_WM_UNIT_BLOCK" val="0"/>
  <p:tag name="KSO_WM_UNIT_SM_LIMIT_TYPE" val="2"/>
  <p:tag name="KSO_WM_UNIT_DEC_AREA_ID" val="e352ecb8f5b840f19a3cb857467d0e4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UNIT_TEXT_FILL_FORE_SCHEMECOLOR_INDEX_BRIGHTNESS" val="0"/>
  <p:tag name="KSO_WM_UNIT_TEXT_FILL_FORE_SCHEMECOLOR_INDEX" val="2"/>
  <p:tag name="KSO_WM_UNIT_TEXT_FILL_TYPE" val="1"/>
  <p:tag name="KSO_WM_UNIT_VALUE" val="864"/>
  <p:tag name="KSO_WM_TEMPLATE_ASSEMBLE_XID" val="60656e7a4054ed1e2fb7f9a0"/>
  <p:tag name="KSO_WM_TEMPLATE_ASSEMBLE_GROUPID" val="60656e7a4054ed1e2fb7f9a0"/>
  <p:tag name="WM_BEAUTIFY_ZORDER_FLAG_TAG" val="3"/>
</p:tagLst>
</file>

<file path=ppt/tags/tag937.xml><?xml version="1.0" encoding="utf-8"?>
<p:tagLst xmlns:p="http://schemas.openxmlformats.org/presentationml/2006/main">
  <p:tag name="KSO_WM_TAG_VERSION" val="1.0"/>
  <p:tag name="KSO_WM_BEAUTIFY_FLAG" val="#wm#"/>
  <p:tag name="KSO_WM_UNIT_TYPE" val="i"/>
  <p:tag name="KSO_WM_UNIT_ID" val="diagram20208604_1*i*2"/>
  <p:tag name="KSO_WM_TEMPLATE_CATEGORY" val="diagram"/>
  <p:tag name="KSO_WM_TEMPLATE_INDEX" val="20208604"/>
  <p:tag name="KSO_WM_UNIT_INDEX" val="2"/>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65248d0e2eac4a16859a1c0559d33ac9"/>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4"/>
</p:tagLst>
</file>

<file path=ppt/tags/tag938.xml><?xml version="1.0" encoding="utf-8"?>
<p:tagLst xmlns:p="http://schemas.openxmlformats.org/presentationml/2006/main">
  <p:tag name="KSO_WM_TAG_VERSION" val="1.0"/>
  <p:tag name="KSO_WM_BEAUTIFY_FLAG" val="#wm#"/>
  <p:tag name="KSO_WM_UNIT_TYPE" val="i"/>
  <p:tag name="KSO_WM_UNIT_ID" val="diagram20208604_1*i*3"/>
  <p:tag name="KSO_WM_TEMPLATE_CATEGORY" val="diagram"/>
  <p:tag name="KSO_WM_TEMPLATE_INDEX" val="20208604"/>
  <p:tag name="KSO_WM_UNIT_INDEX" val="3"/>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d26b32aaa4d84b0dbd1030a6cabd7a68"/>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5"/>
</p:tagLst>
</file>

<file path=ppt/tags/tag939.xml><?xml version="1.0" encoding="utf-8"?>
<p:tagLst xmlns:p="http://schemas.openxmlformats.org/presentationml/2006/main">
  <p:tag name="KSO_WM_TAG_VERSION" val="1.0"/>
  <p:tag name="KSO_WM_BEAUTIFY_FLAG" val="#wm#"/>
  <p:tag name="KSO_WM_UNIT_TYPE" val="i"/>
  <p:tag name="KSO_WM_UNIT_ID" val="diagram20208604_1*i*4"/>
  <p:tag name="KSO_WM_TEMPLATE_CATEGORY" val="diagram"/>
  <p:tag name="KSO_WM_TEMPLATE_INDEX" val="20208604"/>
  <p:tag name="KSO_WM_UNIT_INDEX" val="4"/>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808fb1adb4d744cc9d369074d0507e4f"/>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6"/>
</p:tagLst>
</file>

<file path=ppt/tags/tag940.xml><?xml version="1.0" encoding="utf-8"?>
<p:tagLst xmlns:p="http://schemas.openxmlformats.org/presentationml/2006/main">
  <p:tag name="KSO_WM_TAG_VERSION" val="1.0"/>
  <p:tag name="KSO_WM_BEAUTIFY_FLAG" val="#wm#"/>
  <p:tag name="KSO_WM_UNIT_TYPE" val="i"/>
  <p:tag name="KSO_WM_UNIT_ID" val="diagram20208604_1*i*5"/>
  <p:tag name="KSO_WM_TEMPLATE_CATEGORY" val="diagram"/>
  <p:tag name="KSO_WM_TEMPLATE_INDEX" val="20208604"/>
  <p:tag name="KSO_WM_UNIT_INDEX" val="5"/>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060ccbb9a83241f2a52575c4e4f76136"/>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7"/>
</p:tagLst>
</file>

<file path=ppt/tags/tag941.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需要用更多的文字来表述；但请您尽可能提炼思想的精髓。"/>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8604_1*f*1"/>
  <p:tag name="KSO_WM_TEMPLATE_CATEGORY" val="diagram"/>
  <p:tag name="KSO_WM_TEMPLATE_INDEX" val="20208604"/>
  <p:tag name="KSO_WM_UNIT_LAYERLEVEL" val="1"/>
  <p:tag name="KSO_WM_TAG_VERSION" val="1.0"/>
  <p:tag name="KSO_WM_BEAUTIFY_FLAG" val="#wm#"/>
  <p:tag name="KSO_WM_UNIT_DEFAULT_FONT" val="14;20;2"/>
  <p:tag name="KSO_WM_UNIT_BLOCK" val="0"/>
  <p:tag name="KSO_WM_UNIT_VALUE" val="588"/>
  <p:tag name="KSO_WM_UNIT_SHOW_EDIT_AREA_INDICATION" val="1"/>
  <p:tag name="KSO_WM_CHIP_GROUPID" val="5e6b05596848fb12bee65ac8"/>
  <p:tag name="KSO_WM_CHIP_XID" val="5e6b05596848fb12bee65aca"/>
  <p:tag name="KSO_WM_UNIT_DEC_AREA_ID" val="5557aaf2e9bc4b2499ccf5d271336ab4"/>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ff7d2160ef064691979e787d147d2e4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e7a4054ed1e2fb7f9a0"/>
  <p:tag name="KSO_WM_TEMPLATE_ASSEMBLE_GROUPID" val="60656e7a4054ed1e2fb7f9a0"/>
  <p:tag name="WM_BEAUTIFY_ZORDER_FLAG_TAG" val="8"/>
</p:tagLst>
</file>

<file path=ppt/tags/tag942.xml><?xml version="1.0" encoding="utf-8"?>
<p:tagLst xmlns:p="http://schemas.openxmlformats.org/presentationml/2006/main">
  <p:tag name="KSO_WM_SLIDE_ID" val="diagram20220058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8"/>
  <p:tag name="KSO_WM_SLIDE_LAYOUT" val="a_d"/>
  <p:tag name="KSO_WM_SLIDE_LAYOUT_CNT" val="1_1"/>
  <p:tag name="KSO_WM_SLIDE_TYPE" val="text"/>
  <p:tag name="KSO_WM_SLIDE_SUBTYPE" val="picTxt"/>
  <p:tag name="KSO_WM_SLIDE_LAYOUTTYPE" val="topbottom"/>
  <p:tag name="KSO_WM_SLIDE_SIZE" val="888*504"/>
  <p:tag name="KSO_WM_SLIDE_POSITION" val="36*12"/>
  <p:tag name="KSO_WM_SLIDE_LAYOUT_INFO" val="{&quot;backgroundInfo&quot;:[{&quot;bottom&quot;:0,&quot;bottomAbs&quot;:false,&quot;left&quot;:0,&quot;leftAbs&quot;:false,&quot;right&quot;:0,&quot;rightAbs&quot;:false,&quot;top&quot;:0,&quot;topAbs&quot;:false,&quot;type&quot;:&quot;general&quot;}],&quot;id&quot;:&quot;2026-01-13T21:14:45&quot;,&quot;maxSize&quot;:{&quot;size1&quot;:20},&quot;minSize&quot;:{&quot;size1&quot;:11.2},&quot;normalSize&quot;:{&quot;size1&quot;:11.2},&quot;subLayout&quot;:[{&quot;id&quot;:&quot;2026-01-13T21:14:45&quot;,&quot;margin&quot;:{&quot;bottom&quot;:0.025999998673796654,&quot;left&quot;:1.2699999809265137,&quot;right&quot;:1.2699999809265137,&quot;top&quot;:0.4230000376701355},&quot;type&quot;:0},{&quot;id&quot;:&quot;2026-01-13T21:14:45&quot;,&quot;margin&quot;:{&quot;bottom&quot;:0.847000002861023,&quot;left&quot;:1.2699999809265137,&quot;right&quot;:1.2699999809265137,&quot;top&quot;:1.2699999809265137},&quot;type&quot;:0}],&quot;type&quot;:0}"/>
  <p:tag name="KSO_WM_SLIDE_RATIO" val="1.777778"/>
  <p:tag name="KSO_WM_SLIDE_BACKGROUND" val="[&quot;general&quot;]"/>
  <p:tag name="KSO_WM_SLIDE_BACKGROUND_TYPE" val="general"/>
</p:tagLst>
</file>

<file path=ppt/tags/tag94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94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94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20058_1*i*1"/>
  <p:tag name="KSO_WM_TEMPLATE_CATEGORY" val="diagram"/>
  <p:tag name="KSO_WM_TEMPLATE_INDEX" val="20220058"/>
  <p:tag name="KSO_WM_UNIT_LAYERLEVEL" val="1"/>
  <p:tag name="KSO_WM_TAG_VERSION" val="1.0"/>
  <p:tag name="KSO_WM_BEAUTIFY_FLAG" val="#wm#"/>
  <p:tag name="KSO_WM_UNIT_BLOCK" val="0"/>
  <p:tag name="KSO_WM_UNIT_SM_LIMIT_TYPE" val="0"/>
  <p:tag name="KSO_WM_UNIT_DEC_AREA_ID" val="401453a90b9f4fd5b1215058b8a2f2e8"/>
  <p:tag name="KSO_WM_UNIT_DECORATE_INFO" val="{&quot;ReferentInfo&quot;:{&quot;Id&quot;:&quot;2d2094633d9c481aa0d84a95a0159686&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946.xml><?xml version="1.0" encoding="utf-8"?>
<p:tagLst xmlns:p="http://schemas.openxmlformats.org/presentationml/2006/main">
  <p:tag name="KSO_WM_UNIT_ISCONTENTSTITLE" val="0"/>
  <p:tag name="KSO_WM_UNIT_ISNUMDGMTITLE" val="0"/>
  <p:tag name="KSO_WM_UNIT_PRESET_TEXT" val="线型上下导航版"/>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diagram20220058_1*a*1"/>
  <p:tag name="KSO_WM_TEMPLATE_CATEGORY" val="diagram"/>
  <p:tag name="KSO_WM_TEMPLATE_INDEX" val="20220058"/>
  <p:tag name="KSO_WM_UNIT_LAYERLEVEL" val="1"/>
  <p:tag name="KSO_WM_TAG_VERSION" val="1.0"/>
  <p:tag name="KSO_WM_BEAUTIFY_FLAG" val="#wm#"/>
  <p:tag name="KSO_WM_UNIT_VALUE" val="27"/>
  <p:tag name="KSO_WM_UNIT_BLOCK" val="0"/>
  <p:tag name="KSO_WM_UNIT_SM_LIMIT_TYPE" val="2"/>
  <p:tag name="KSO_WM_UNIT_DEC_AREA_ID" val="2d2094633d9c481aa0d84a95a015968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947.xml><?xml version="1.0" encoding="utf-8"?>
<p:tagLst xmlns:p="http://schemas.openxmlformats.org/presentationml/2006/main">
  <p:tag name="KSO_WM_TAG_VERSION" val="1.0"/>
  <p:tag name="KSO_WM_BEAUTIFY_FLAG" val="#wm#"/>
  <p:tag name="KSO_WM_UNIT_TYPE" val="i"/>
  <p:tag name="KSO_WM_UNIT_ID" val="diagram20208604_1*i*1"/>
  <p:tag name="KSO_WM_TEMPLATE_CATEGORY" val="diagram"/>
  <p:tag name="KSO_WM_TEMPLATE_INDEX" val="20208604"/>
  <p:tag name="KSO_WM_UNIT_INDEX" val="1"/>
  <p:tag name="KSO_WM_UNIT_HIGHLIGHT" val="0"/>
  <p:tag name="KSO_WM_UNIT_COMPATIBLE" val="0"/>
  <p:tag name="KSO_WM_UNIT_DIAGRAM_ISNUMVISUAL" val="0"/>
  <p:tag name="KSO_WM_UNIT_DIAGRAM_ISREFERUNIT" val="0"/>
  <p:tag name="KSO_WM_UNIT_LAYERLEVEL" val="1"/>
  <p:tag name="KSO_WM_UNIT_BLOCK" val="0"/>
  <p:tag name="KSO_WM_UNIT_SM_LIMIT_TYPE" val="2"/>
  <p:tag name="KSO_WM_UNIT_DEC_AREA_ID" val="e352ecb8f5b840f19a3cb857467d0e4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UNIT_TEXT_FILL_FORE_SCHEMECOLOR_INDEX_BRIGHTNESS" val="0"/>
  <p:tag name="KSO_WM_UNIT_TEXT_FILL_FORE_SCHEMECOLOR_INDEX" val="2"/>
  <p:tag name="KSO_WM_UNIT_TEXT_FILL_TYPE" val="1"/>
  <p:tag name="KSO_WM_UNIT_VALUE" val="864"/>
  <p:tag name="KSO_WM_TEMPLATE_ASSEMBLE_XID" val="60656e7a4054ed1e2fb7f9a0"/>
  <p:tag name="KSO_WM_TEMPLATE_ASSEMBLE_GROUPID" val="60656e7a4054ed1e2fb7f9a0"/>
  <p:tag name="WM_BEAUTIFY_ZORDER_FLAG_TAG" val="3"/>
</p:tagLst>
</file>

<file path=ppt/tags/tag948.xml><?xml version="1.0" encoding="utf-8"?>
<p:tagLst xmlns:p="http://schemas.openxmlformats.org/presentationml/2006/main">
  <p:tag name="KSO_WM_TAG_VERSION" val="1.0"/>
  <p:tag name="KSO_WM_BEAUTIFY_FLAG" val="#wm#"/>
  <p:tag name="KSO_WM_UNIT_TYPE" val="i"/>
  <p:tag name="KSO_WM_UNIT_ID" val="diagram20208604_1*i*2"/>
  <p:tag name="KSO_WM_TEMPLATE_CATEGORY" val="diagram"/>
  <p:tag name="KSO_WM_TEMPLATE_INDEX" val="20208604"/>
  <p:tag name="KSO_WM_UNIT_INDEX" val="2"/>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65248d0e2eac4a16859a1c0559d33ac9"/>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4"/>
</p:tagLst>
</file>

<file path=ppt/tags/tag949.xml><?xml version="1.0" encoding="utf-8"?>
<p:tagLst xmlns:p="http://schemas.openxmlformats.org/presentationml/2006/main">
  <p:tag name="KSO_WM_TAG_VERSION" val="1.0"/>
  <p:tag name="KSO_WM_BEAUTIFY_FLAG" val="#wm#"/>
  <p:tag name="KSO_WM_UNIT_TYPE" val="i"/>
  <p:tag name="KSO_WM_UNIT_ID" val="diagram20208604_1*i*3"/>
  <p:tag name="KSO_WM_TEMPLATE_CATEGORY" val="diagram"/>
  <p:tag name="KSO_WM_TEMPLATE_INDEX" val="20208604"/>
  <p:tag name="KSO_WM_UNIT_INDEX" val="3"/>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d26b32aaa4d84b0dbd1030a6cabd7a68"/>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5"/>
</p:tagLst>
</file>

<file path=ppt/tags/tag950.xml><?xml version="1.0" encoding="utf-8"?>
<p:tagLst xmlns:p="http://schemas.openxmlformats.org/presentationml/2006/main">
  <p:tag name="KSO_WM_TAG_VERSION" val="1.0"/>
  <p:tag name="KSO_WM_BEAUTIFY_FLAG" val="#wm#"/>
  <p:tag name="KSO_WM_UNIT_TYPE" val="i"/>
  <p:tag name="KSO_WM_UNIT_ID" val="diagram20208604_1*i*4"/>
  <p:tag name="KSO_WM_TEMPLATE_CATEGORY" val="diagram"/>
  <p:tag name="KSO_WM_TEMPLATE_INDEX" val="20208604"/>
  <p:tag name="KSO_WM_UNIT_INDEX" val="4"/>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808fb1adb4d744cc9d369074d0507e4f"/>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6"/>
</p:tagLst>
</file>

<file path=ppt/tags/tag951.xml><?xml version="1.0" encoding="utf-8"?>
<p:tagLst xmlns:p="http://schemas.openxmlformats.org/presentationml/2006/main">
  <p:tag name="KSO_WM_TAG_VERSION" val="1.0"/>
  <p:tag name="KSO_WM_BEAUTIFY_FLAG" val="#wm#"/>
  <p:tag name="KSO_WM_UNIT_TYPE" val="i"/>
  <p:tag name="KSO_WM_UNIT_ID" val="diagram20208604_1*i*5"/>
  <p:tag name="KSO_WM_TEMPLATE_CATEGORY" val="diagram"/>
  <p:tag name="KSO_WM_TEMPLATE_INDEX" val="20208604"/>
  <p:tag name="KSO_WM_UNIT_INDEX" val="5"/>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060ccbb9a83241f2a52575c4e4f76136"/>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7"/>
</p:tagLst>
</file>

<file path=ppt/tags/tag952.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需要用更多的文字来表述；但请您尽可能提炼思想的精髓。"/>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8604_1*f*1"/>
  <p:tag name="KSO_WM_TEMPLATE_CATEGORY" val="diagram"/>
  <p:tag name="KSO_WM_TEMPLATE_INDEX" val="20208604"/>
  <p:tag name="KSO_WM_UNIT_LAYERLEVEL" val="1"/>
  <p:tag name="KSO_WM_TAG_VERSION" val="1.0"/>
  <p:tag name="KSO_WM_BEAUTIFY_FLAG" val="#wm#"/>
  <p:tag name="KSO_WM_UNIT_DEFAULT_FONT" val="14;20;2"/>
  <p:tag name="KSO_WM_UNIT_BLOCK" val="0"/>
  <p:tag name="KSO_WM_UNIT_VALUE" val="588"/>
  <p:tag name="KSO_WM_UNIT_SHOW_EDIT_AREA_INDICATION" val="1"/>
  <p:tag name="KSO_WM_CHIP_GROUPID" val="5e6b05596848fb12bee65ac8"/>
  <p:tag name="KSO_WM_CHIP_XID" val="5e6b05596848fb12bee65aca"/>
  <p:tag name="KSO_WM_UNIT_DEC_AREA_ID" val="5557aaf2e9bc4b2499ccf5d271336ab4"/>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ff7d2160ef064691979e787d147d2e4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e7a4054ed1e2fb7f9a0"/>
  <p:tag name="KSO_WM_TEMPLATE_ASSEMBLE_GROUPID" val="60656e7a4054ed1e2fb7f9a0"/>
  <p:tag name="WM_BEAUTIFY_ZORDER_FLAG_TAG" val="8"/>
</p:tagLst>
</file>

<file path=ppt/tags/tag953.xml><?xml version="1.0" encoding="utf-8"?>
<p:tagLst xmlns:p="http://schemas.openxmlformats.org/presentationml/2006/main">
  <p:tag name="KSO_WM_SLIDE_ID" val="diagram20220058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8"/>
  <p:tag name="KSO_WM_SLIDE_LAYOUT" val="a_d"/>
  <p:tag name="KSO_WM_SLIDE_LAYOUT_CNT" val="1_1"/>
  <p:tag name="KSO_WM_SLIDE_TYPE" val="text"/>
  <p:tag name="KSO_WM_SLIDE_SUBTYPE" val="picTxt"/>
  <p:tag name="KSO_WM_SLIDE_LAYOUTTYPE" val="topbottom"/>
  <p:tag name="KSO_WM_SLIDE_SIZE" val="888*504"/>
  <p:tag name="KSO_WM_SLIDE_POSITION" val="36*12"/>
  <p:tag name="KSO_WM_SLIDE_LAYOUT_INFO" val="{&quot;backgroundInfo&quot;:[{&quot;bottom&quot;:0,&quot;bottomAbs&quot;:false,&quot;left&quot;:0,&quot;leftAbs&quot;:false,&quot;right&quot;:0,&quot;rightAbs&quot;:false,&quot;top&quot;:0,&quot;topAbs&quot;:false,&quot;type&quot;:&quot;general&quot;}],&quot;id&quot;:&quot;2026-01-13T21:14:45&quot;,&quot;maxSize&quot;:{&quot;size1&quot;:20},&quot;minSize&quot;:{&quot;size1&quot;:11.2},&quot;normalSize&quot;:{&quot;size1&quot;:11.2},&quot;subLayout&quot;:[{&quot;id&quot;:&quot;2026-01-13T21:14:45&quot;,&quot;margin&quot;:{&quot;bottom&quot;:0.025999998673796654,&quot;left&quot;:1.2699999809265137,&quot;right&quot;:1.2699999809265137,&quot;top&quot;:0.4230000376701355},&quot;type&quot;:0},{&quot;id&quot;:&quot;2026-01-13T21:14:45&quot;,&quot;margin&quot;:{&quot;bottom&quot;:0.847000002861023,&quot;left&quot;:1.2699999809265137,&quot;right&quot;:1.2699999809265137,&quot;top&quot;:1.2699999809265137},&quot;type&quot;:0}],&quot;type&quot;:0}"/>
  <p:tag name="KSO_WM_SLIDE_RATIO" val="1.777778"/>
  <p:tag name="KSO_WM_SLIDE_BACKGROUND" val="[&quot;general&quot;]"/>
  <p:tag name="KSO_WM_SLIDE_BACKGROUND_TYPE" val="general"/>
</p:tagLst>
</file>

<file path=ppt/tags/tag95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95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95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20058_1*i*1"/>
  <p:tag name="KSO_WM_TEMPLATE_CATEGORY" val="diagram"/>
  <p:tag name="KSO_WM_TEMPLATE_INDEX" val="20220058"/>
  <p:tag name="KSO_WM_UNIT_LAYERLEVEL" val="1"/>
  <p:tag name="KSO_WM_TAG_VERSION" val="1.0"/>
  <p:tag name="KSO_WM_BEAUTIFY_FLAG" val="#wm#"/>
  <p:tag name="KSO_WM_UNIT_BLOCK" val="0"/>
  <p:tag name="KSO_WM_UNIT_SM_LIMIT_TYPE" val="0"/>
  <p:tag name="KSO_WM_UNIT_DEC_AREA_ID" val="401453a90b9f4fd5b1215058b8a2f2e8"/>
  <p:tag name="KSO_WM_UNIT_DECORATE_INFO" val="{&quot;ReferentInfo&quot;:{&quot;Id&quot;:&quot;2d2094633d9c481aa0d84a95a0159686&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957.xml><?xml version="1.0" encoding="utf-8"?>
<p:tagLst xmlns:p="http://schemas.openxmlformats.org/presentationml/2006/main">
  <p:tag name="KSO_WM_UNIT_ISCONTENTSTITLE" val="0"/>
  <p:tag name="KSO_WM_UNIT_ISNUMDGMTITLE" val="0"/>
  <p:tag name="KSO_WM_UNIT_PRESET_TEXT" val="线型上下导航版"/>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diagram20220058_1*a*1"/>
  <p:tag name="KSO_WM_TEMPLATE_CATEGORY" val="diagram"/>
  <p:tag name="KSO_WM_TEMPLATE_INDEX" val="20220058"/>
  <p:tag name="KSO_WM_UNIT_LAYERLEVEL" val="1"/>
  <p:tag name="KSO_WM_TAG_VERSION" val="1.0"/>
  <p:tag name="KSO_WM_BEAUTIFY_FLAG" val="#wm#"/>
  <p:tag name="KSO_WM_UNIT_VALUE" val="27"/>
  <p:tag name="KSO_WM_UNIT_BLOCK" val="0"/>
  <p:tag name="KSO_WM_UNIT_SM_LIMIT_TYPE" val="2"/>
  <p:tag name="KSO_WM_UNIT_DEC_AREA_ID" val="2d2094633d9c481aa0d84a95a015968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958.xml><?xml version="1.0" encoding="utf-8"?>
<p:tagLst xmlns:p="http://schemas.openxmlformats.org/presentationml/2006/main">
  <p:tag name="KSO_WM_TAG_VERSION" val="1.0"/>
  <p:tag name="KSO_WM_BEAUTIFY_FLAG" val="#wm#"/>
  <p:tag name="KSO_WM_UNIT_TYPE" val="i"/>
  <p:tag name="KSO_WM_UNIT_ID" val="diagram20208604_1*i*1"/>
  <p:tag name="KSO_WM_TEMPLATE_CATEGORY" val="diagram"/>
  <p:tag name="KSO_WM_TEMPLATE_INDEX" val="20208604"/>
  <p:tag name="KSO_WM_UNIT_INDEX" val="1"/>
  <p:tag name="KSO_WM_UNIT_HIGHLIGHT" val="0"/>
  <p:tag name="KSO_WM_UNIT_COMPATIBLE" val="0"/>
  <p:tag name="KSO_WM_UNIT_DIAGRAM_ISNUMVISUAL" val="0"/>
  <p:tag name="KSO_WM_UNIT_DIAGRAM_ISREFERUNIT" val="0"/>
  <p:tag name="KSO_WM_UNIT_LAYERLEVEL" val="1"/>
  <p:tag name="KSO_WM_UNIT_BLOCK" val="0"/>
  <p:tag name="KSO_WM_UNIT_SM_LIMIT_TYPE" val="2"/>
  <p:tag name="KSO_WM_UNIT_DEC_AREA_ID" val="e352ecb8f5b840f19a3cb857467d0e4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UNIT_TEXT_FILL_FORE_SCHEMECOLOR_INDEX_BRIGHTNESS" val="0"/>
  <p:tag name="KSO_WM_UNIT_TEXT_FILL_FORE_SCHEMECOLOR_INDEX" val="2"/>
  <p:tag name="KSO_WM_UNIT_TEXT_FILL_TYPE" val="1"/>
  <p:tag name="KSO_WM_UNIT_VALUE" val="864"/>
  <p:tag name="KSO_WM_TEMPLATE_ASSEMBLE_XID" val="60656e7a4054ed1e2fb7f9a0"/>
  <p:tag name="KSO_WM_TEMPLATE_ASSEMBLE_GROUPID" val="60656e7a4054ed1e2fb7f9a0"/>
  <p:tag name="WM_BEAUTIFY_ZORDER_FLAG_TAG" val="3"/>
</p:tagLst>
</file>

<file path=ppt/tags/tag959.xml><?xml version="1.0" encoding="utf-8"?>
<p:tagLst xmlns:p="http://schemas.openxmlformats.org/presentationml/2006/main">
  <p:tag name="KSO_WM_TAG_VERSION" val="1.0"/>
  <p:tag name="KSO_WM_BEAUTIFY_FLAG" val="#wm#"/>
  <p:tag name="KSO_WM_UNIT_TYPE" val="i"/>
  <p:tag name="KSO_WM_UNIT_ID" val="diagram20208604_1*i*2"/>
  <p:tag name="KSO_WM_TEMPLATE_CATEGORY" val="diagram"/>
  <p:tag name="KSO_WM_TEMPLATE_INDEX" val="20208604"/>
  <p:tag name="KSO_WM_UNIT_INDEX" val="2"/>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65248d0e2eac4a16859a1c0559d33ac9"/>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4"/>
</p:tagLst>
</file>

<file path=ppt/tags/tag960.xml><?xml version="1.0" encoding="utf-8"?>
<p:tagLst xmlns:p="http://schemas.openxmlformats.org/presentationml/2006/main">
  <p:tag name="KSO_WM_TAG_VERSION" val="1.0"/>
  <p:tag name="KSO_WM_BEAUTIFY_FLAG" val="#wm#"/>
  <p:tag name="KSO_WM_UNIT_TYPE" val="i"/>
  <p:tag name="KSO_WM_UNIT_ID" val="diagram20208604_1*i*3"/>
  <p:tag name="KSO_WM_TEMPLATE_CATEGORY" val="diagram"/>
  <p:tag name="KSO_WM_TEMPLATE_INDEX" val="20208604"/>
  <p:tag name="KSO_WM_UNIT_INDEX" val="3"/>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d26b32aaa4d84b0dbd1030a6cabd7a68"/>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5"/>
</p:tagLst>
</file>

<file path=ppt/tags/tag961.xml><?xml version="1.0" encoding="utf-8"?>
<p:tagLst xmlns:p="http://schemas.openxmlformats.org/presentationml/2006/main">
  <p:tag name="KSO_WM_TAG_VERSION" val="1.0"/>
  <p:tag name="KSO_WM_BEAUTIFY_FLAG" val="#wm#"/>
  <p:tag name="KSO_WM_UNIT_TYPE" val="i"/>
  <p:tag name="KSO_WM_UNIT_ID" val="diagram20208604_1*i*4"/>
  <p:tag name="KSO_WM_TEMPLATE_CATEGORY" val="diagram"/>
  <p:tag name="KSO_WM_TEMPLATE_INDEX" val="20208604"/>
  <p:tag name="KSO_WM_UNIT_INDEX" val="4"/>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808fb1adb4d744cc9d369074d0507e4f"/>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6"/>
</p:tagLst>
</file>

<file path=ppt/tags/tag962.xml><?xml version="1.0" encoding="utf-8"?>
<p:tagLst xmlns:p="http://schemas.openxmlformats.org/presentationml/2006/main">
  <p:tag name="KSO_WM_TAG_VERSION" val="1.0"/>
  <p:tag name="KSO_WM_BEAUTIFY_FLAG" val="#wm#"/>
  <p:tag name="KSO_WM_UNIT_TYPE" val="i"/>
  <p:tag name="KSO_WM_UNIT_ID" val="diagram20208604_1*i*5"/>
  <p:tag name="KSO_WM_TEMPLATE_CATEGORY" val="diagram"/>
  <p:tag name="KSO_WM_TEMPLATE_INDEX" val="20208604"/>
  <p:tag name="KSO_WM_UNIT_INDEX" val="5"/>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060ccbb9a83241f2a52575c4e4f76136"/>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7"/>
</p:tagLst>
</file>

<file path=ppt/tags/tag963.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需要用更多的文字来表述；但请您尽可能提炼思想的精髓。"/>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8604_1*f*1"/>
  <p:tag name="KSO_WM_TEMPLATE_CATEGORY" val="diagram"/>
  <p:tag name="KSO_WM_TEMPLATE_INDEX" val="20208604"/>
  <p:tag name="KSO_WM_UNIT_LAYERLEVEL" val="1"/>
  <p:tag name="KSO_WM_TAG_VERSION" val="1.0"/>
  <p:tag name="KSO_WM_BEAUTIFY_FLAG" val="#wm#"/>
  <p:tag name="KSO_WM_UNIT_DEFAULT_FONT" val="14;20;2"/>
  <p:tag name="KSO_WM_UNIT_BLOCK" val="0"/>
  <p:tag name="KSO_WM_UNIT_VALUE" val="588"/>
  <p:tag name="KSO_WM_UNIT_SHOW_EDIT_AREA_INDICATION" val="1"/>
  <p:tag name="KSO_WM_CHIP_GROUPID" val="5e6b05596848fb12bee65ac8"/>
  <p:tag name="KSO_WM_CHIP_XID" val="5e6b05596848fb12bee65aca"/>
  <p:tag name="KSO_WM_UNIT_DEC_AREA_ID" val="5557aaf2e9bc4b2499ccf5d271336ab4"/>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ff7d2160ef064691979e787d147d2e4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e7a4054ed1e2fb7f9a0"/>
  <p:tag name="KSO_WM_TEMPLATE_ASSEMBLE_GROUPID" val="60656e7a4054ed1e2fb7f9a0"/>
  <p:tag name="WM_BEAUTIFY_ZORDER_FLAG_TAG" val="8"/>
</p:tagLst>
</file>

<file path=ppt/tags/tag964.xml><?xml version="1.0" encoding="utf-8"?>
<p:tagLst xmlns:p="http://schemas.openxmlformats.org/presentationml/2006/main">
  <p:tag name="KSO_WM_SLIDE_ID" val="diagram20220058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8"/>
  <p:tag name="KSO_WM_SLIDE_LAYOUT" val="a_d"/>
  <p:tag name="KSO_WM_SLIDE_LAYOUT_CNT" val="1_1"/>
  <p:tag name="KSO_WM_SLIDE_TYPE" val="text"/>
  <p:tag name="KSO_WM_SLIDE_SUBTYPE" val="picTxt"/>
  <p:tag name="KSO_WM_SLIDE_LAYOUTTYPE" val="topbottom"/>
  <p:tag name="KSO_WM_SLIDE_SIZE" val="888*504"/>
  <p:tag name="KSO_WM_SLIDE_POSITION" val="36*12"/>
  <p:tag name="KSO_WM_SLIDE_LAYOUT_INFO" val="{&quot;backgroundInfo&quot;:[{&quot;bottom&quot;:0,&quot;bottomAbs&quot;:false,&quot;left&quot;:0,&quot;leftAbs&quot;:false,&quot;right&quot;:0,&quot;rightAbs&quot;:false,&quot;top&quot;:0,&quot;topAbs&quot;:false,&quot;type&quot;:&quot;general&quot;}],&quot;id&quot;:&quot;2026-01-13T21:14:45&quot;,&quot;maxSize&quot;:{&quot;size1&quot;:20},&quot;minSize&quot;:{&quot;size1&quot;:11.2},&quot;normalSize&quot;:{&quot;size1&quot;:11.2},&quot;subLayout&quot;:[{&quot;id&quot;:&quot;2026-01-13T21:14:45&quot;,&quot;margin&quot;:{&quot;bottom&quot;:0.025999998673796654,&quot;left&quot;:1.2699999809265137,&quot;right&quot;:1.2699999809265137,&quot;top&quot;:0.4230000376701355},&quot;type&quot;:0},{&quot;id&quot;:&quot;2026-01-13T21:14:45&quot;,&quot;margin&quot;:{&quot;bottom&quot;:0.847000002861023,&quot;left&quot;:1.2699999809265137,&quot;right&quot;:1.2699999809265137,&quot;top&quot;:1.2699999809265137},&quot;type&quot;:0}],&quot;type&quot;:0}"/>
  <p:tag name="KSO_WM_SLIDE_RATIO" val="1.777778"/>
  <p:tag name="KSO_WM_SLIDE_BACKGROUND" val="[&quot;general&quot;]"/>
  <p:tag name="KSO_WM_SLIDE_BACKGROUND_TYPE" val="general"/>
</p:tagLst>
</file>

<file path=ppt/tags/tag96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96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96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20058_1*i*1"/>
  <p:tag name="KSO_WM_TEMPLATE_CATEGORY" val="diagram"/>
  <p:tag name="KSO_WM_TEMPLATE_INDEX" val="20220058"/>
  <p:tag name="KSO_WM_UNIT_LAYERLEVEL" val="1"/>
  <p:tag name="KSO_WM_TAG_VERSION" val="1.0"/>
  <p:tag name="KSO_WM_BEAUTIFY_FLAG" val="#wm#"/>
  <p:tag name="KSO_WM_UNIT_BLOCK" val="0"/>
  <p:tag name="KSO_WM_UNIT_SM_LIMIT_TYPE" val="0"/>
  <p:tag name="KSO_WM_UNIT_DEC_AREA_ID" val="401453a90b9f4fd5b1215058b8a2f2e8"/>
  <p:tag name="KSO_WM_UNIT_DECORATE_INFO" val="{&quot;ReferentInfo&quot;:{&quot;Id&quot;:&quot;2d2094633d9c481aa0d84a95a0159686&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968.xml><?xml version="1.0" encoding="utf-8"?>
<p:tagLst xmlns:p="http://schemas.openxmlformats.org/presentationml/2006/main">
  <p:tag name="KSO_WM_UNIT_ISCONTENTSTITLE" val="0"/>
  <p:tag name="KSO_WM_UNIT_ISNUMDGMTITLE" val="0"/>
  <p:tag name="KSO_WM_UNIT_PRESET_TEXT" val="线型上下导航版"/>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diagram20220058_1*a*1"/>
  <p:tag name="KSO_WM_TEMPLATE_CATEGORY" val="diagram"/>
  <p:tag name="KSO_WM_TEMPLATE_INDEX" val="20220058"/>
  <p:tag name="KSO_WM_UNIT_LAYERLEVEL" val="1"/>
  <p:tag name="KSO_WM_TAG_VERSION" val="1.0"/>
  <p:tag name="KSO_WM_BEAUTIFY_FLAG" val="#wm#"/>
  <p:tag name="KSO_WM_UNIT_VALUE" val="27"/>
  <p:tag name="KSO_WM_UNIT_BLOCK" val="0"/>
  <p:tag name="KSO_WM_UNIT_SM_LIMIT_TYPE" val="2"/>
  <p:tag name="KSO_WM_UNIT_DEC_AREA_ID" val="2d2094633d9c481aa0d84a95a015968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969.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2843_1*f*1"/>
  <p:tag name="KSO_WM_TEMPLATE_CATEGORY" val="diagram"/>
  <p:tag name="KSO_WM_TEMPLATE_INDEX" val="20212843"/>
  <p:tag name="KSO_WM_UNIT_LAYERLEVEL" val="1"/>
  <p:tag name="KSO_WM_TAG_VERSION" val="1.0"/>
  <p:tag name="KSO_WM_BEAUTIFY_FLAG" val="#wm#"/>
  <p:tag name="KSO_WM_UNIT_DEFAULT_FONT" val="14;20;2"/>
  <p:tag name="KSO_WM_UNIT_BLOCK" val="0"/>
  <p:tag name="KSO_WM_UNIT_VALUE" val="576"/>
  <p:tag name="KSO_WM_UNIT_SHOW_EDIT_AREA_INDICATION" val="1"/>
  <p:tag name="KSO_WM_CHIP_GROUPID" val="5e6b05596848fb12bee65ac8"/>
  <p:tag name="KSO_WM_CHIP_XID" val="5e6b05596848fb12bee65aca"/>
  <p:tag name="KSO_WM_UNIT_DEC_AREA_ID" val="8cb1ccbfd41a4f08aa021a2337e676da"/>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53f115901fe44f3787d5c3752471e8b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f644054ed1e2fb8092e"/>
  <p:tag name="KSO_WM_TEMPLATE_ASSEMBLE_GROUPID" val="60656f644054ed1e2fb8092e"/>
  <p:tag name="WM_BEAUTIFY_ZORDER_FLAG_TAG" val="3"/>
</p:tagLst>
</file>

<file path=ppt/tags/tag970.xml><?xml version="1.0" encoding="utf-8"?>
<p:tagLst xmlns:p="http://schemas.openxmlformats.org/presentationml/2006/main">
  <p:tag name="KSO_WM_SLIDE_ID" val="diagram20220058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8"/>
  <p:tag name="KSO_WM_SLIDE_LAYOUT" val="a_d"/>
  <p:tag name="KSO_WM_SLIDE_LAYOUT_CNT" val="1_1"/>
  <p:tag name="KSO_WM_SLIDE_TYPE" val="text"/>
  <p:tag name="KSO_WM_SLIDE_SUBTYPE" val="picTxt"/>
  <p:tag name="KSO_WM_SLIDE_LAYOUTTYPE" val="topbottom"/>
  <p:tag name="KSO_WM_SLIDE_SIZE" val="888*504"/>
  <p:tag name="KSO_WM_SLIDE_POSITION" val="36*12"/>
  <p:tag name="KSO_WM_SLIDE_LAYOUT_INFO" val="{&quot;backgroundInfo&quot;:[{&quot;bottom&quot;:0,&quot;bottomAbs&quot;:false,&quot;left&quot;:0,&quot;leftAbs&quot;:false,&quot;right&quot;:0,&quot;rightAbs&quot;:false,&quot;top&quot;:0,&quot;topAbs&quot;:false,&quot;type&quot;:&quot;general&quot;}],&quot;id&quot;:&quot;2026-01-13T21:14:45&quot;,&quot;maxSize&quot;:{&quot;size1&quot;:20},&quot;minSize&quot;:{&quot;size1&quot;:11.2},&quot;normalSize&quot;:{&quot;size1&quot;:11.2},&quot;subLayout&quot;:[{&quot;id&quot;:&quot;2026-01-13T21:14:45&quot;,&quot;margin&quot;:{&quot;bottom&quot;:0.025999998673796654,&quot;left&quot;:1.2699999809265137,&quot;right&quot;:1.2699999809265137,&quot;top&quot;:0.4230000376701355},&quot;type&quot;:0},{&quot;id&quot;:&quot;2026-01-13T21:14:45&quot;,&quot;margin&quot;:{&quot;bottom&quot;:0.847000002861023,&quot;left&quot;:1.2699999809265137,&quot;right&quot;:1.2699999809265137,&quot;top&quot;:1.2699999809265137},&quot;type&quot;:0}],&quot;type&quot;:0}"/>
  <p:tag name="KSO_WM_SLIDE_RATIO" val="1.777778"/>
  <p:tag name="KSO_WM_SLIDE_BACKGROUND" val="[&quot;general&quot;]"/>
  <p:tag name="KSO_WM_SLIDE_BACKGROUND_TYPE" val="general"/>
</p:tagLst>
</file>

<file path=ppt/tags/tag97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97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97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20058_1*i*1"/>
  <p:tag name="KSO_WM_TEMPLATE_CATEGORY" val="diagram"/>
  <p:tag name="KSO_WM_TEMPLATE_INDEX" val="20220058"/>
  <p:tag name="KSO_WM_UNIT_LAYERLEVEL" val="1"/>
  <p:tag name="KSO_WM_TAG_VERSION" val="1.0"/>
  <p:tag name="KSO_WM_BEAUTIFY_FLAG" val="#wm#"/>
  <p:tag name="KSO_WM_UNIT_BLOCK" val="0"/>
  <p:tag name="KSO_WM_UNIT_SM_LIMIT_TYPE" val="0"/>
  <p:tag name="KSO_WM_UNIT_DEC_AREA_ID" val="401453a90b9f4fd5b1215058b8a2f2e8"/>
  <p:tag name="KSO_WM_UNIT_DECORATE_INFO" val="{&quot;ReferentInfo&quot;:{&quot;Id&quot;:&quot;2d2094633d9c481aa0d84a95a0159686&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974.xml><?xml version="1.0" encoding="utf-8"?>
<p:tagLst xmlns:p="http://schemas.openxmlformats.org/presentationml/2006/main">
  <p:tag name="KSO_WM_UNIT_ISCONTENTSTITLE" val="0"/>
  <p:tag name="KSO_WM_UNIT_ISNUMDGMTITLE" val="0"/>
  <p:tag name="KSO_WM_UNIT_PRESET_TEXT" val="线型上下导航版"/>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diagram20220058_1*a*1"/>
  <p:tag name="KSO_WM_TEMPLATE_CATEGORY" val="diagram"/>
  <p:tag name="KSO_WM_TEMPLATE_INDEX" val="20220058"/>
  <p:tag name="KSO_WM_UNIT_LAYERLEVEL" val="1"/>
  <p:tag name="KSO_WM_TAG_VERSION" val="1.0"/>
  <p:tag name="KSO_WM_BEAUTIFY_FLAG" val="#wm#"/>
  <p:tag name="KSO_WM_UNIT_VALUE" val="27"/>
  <p:tag name="KSO_WM_UNIT_BLOCK" val="0"/>
  <p:tag name="KSO_WM_UNIT_SM_LIMIT_TYPE" val="2"/>
  <p:tag name="KSO_WM_UNIT_DEC_AREA_ID" val="2d2094633d9c481aa0d84a95a015968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975.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7315_1*f*1"/>
  <p:tag name="KSO_WM_TEMPLATE_CATEGORY" val="diagram"/>
  <p:tag name="KSO_WM_TEMPLATE_INDEX" val="20207315"/>
  <p:tag name="KSO_WM_UNIT_LAYERLEVEL" val="1"/>
  <p:tag name="KSO_WM_TAG_VERSION" val="1.0"/>
  <p:tag name="KSO_WM_BEAUTIFY_FLAG" val="#wm#"/>
  <p:tag name="KSO_WM_UNIT_DEFAULT_FONT" val="14;20;2"/>
  <p:tag name="KSO_WM_UNIT_BLOCK" val="0"/>
  <p:tag name="KSO_WM_UNIT_VALUE" val="290"/>
  <p:tag name="KSO_WM_UNIT_SHOW_EDIT_AREA_INDICATION" val="1"/>
  <p:tag name="KSO_WM_CHIP_GROUPID" val="5e6b05596848fb12bee65ac8"/>
  <p:tag name="KSO_WM_CHIP_XID" val="5e6b05596848fb12bee65aca"/>
  <p:tag name="KSO_WM_UNIT_DEC_AREA_ID" val="3462bde237c543c58b90892aede91ea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dc8ab5172452436899286f2808371cac"/>
  <p:tag name="KSO_WM_UNIT_TEXT_FILL_FORE_SCHEMECOLOR_INDEX_BRIGHTNESS" val="0.25"/>
  <p:tag name="KSO_WM_UNIT_TEXT_FILL_FORE_SCHEMECOLOR_INDEX" val="13"/>
  <p:tag name="KSO_WM_UNIT_TEXT_FILL_TYPE" val="1"/>
  <p:tag name="KSO_WM_TEMPLATE_ASSEMBLE_XID" val="6130c4e08b5cc6c91112a571"/>
  <p:tag name="KSO_WM_TEMPLATE_ASSEMBLE_GROUPID" val="6130c4e08b5cc6c91112a571"/>
  <p:tag name="WM_BEAUTIFY_ZORDER_FLAG_TAG" val="4"/>
</p:tagLst>
</file>

<file path=ppt/tags/tag976.xml><?xml version="1.0" encoding="utf-8"?>
<p:tagLst xmlns:p="http://schemas.openxmlformats.org/presentationml/2006/main">
  <p:tag name="KSO_WM_SLIDE_ID" val="diagram20220058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8"/>
  <p:tag name="KSO_WM_SLIDE_LAYOUT" val="a_d"/>
  <p:tag name="KSO_WM_SLIDE_LAYOUT_CNT" val="1_1"/>
  <p:tag name="KSO_WM_SLIDE_TYPE" val="text"/>
  <p:tag name="KSO_WM_SLIDE_SUBTYPE" val="picTxt"/>
  <p:tag name="KSO_WM_SLIDE_LAYOUTTYPE" val="topbottom"/>
  <p:tag name="KSO_WM_SLIDE_SIZE" val="888*504"/>
  <p:tag name="KSO_WM_SLIDE_POSITION" val="36*12"/>
  <p:tag name="KSO_WM_SLIDE_LAYOUT_INFO" val="{&quot;backgroundInfo&quot;:[{&quot;bottom&quot;:0,&quot;bottomAbs&quot;:false,&quot;left&quot;:0,&quot;leftAbs&quot;:false,&quot;right&quot;:0,&quot;rightAbs&quot;:false,&quot;top&quot;:0,&quot;topAbs&quot;:false,&quot;type&quot;:&quot;general&quot;}],&quot;id&quot;:&quot;2026-01-13T21:14:45&quot;,&quot;maxSize&quot;:{&quot;size1&quot;:20},&quot;minSize&quot;:{&quot;size1&quot;:11.2},&quot;normalSize&quot;:{&quot;size1&quot;:11.2},&quot;subLayout&quot;:[{&quot;id&quot;:&quot;2026-01-13T21:14:45&quot;,&quot;margin&quot;:{&quot;bottom&quot;:0.025999998673796654,&quot;left&quot;:1.2699999809265137,&quot;right&quot;:1.2699999809265137,&quot;top&quot;:0.4230000376701355},&quot;type&quot;:0},{&quot;id&quot;:&quot;2026-01-13T21:14:45&quot;,&quot;margin&quot;:{&quot;bottom&quot;:0.847000002861023,&quot;left&quot;:1.2699999809265137,&quot;right&quot;:1.2699999809265137,&quot;top&quot;:1.2699999809265137},&quot;type&quot;:0}],&quot;type&quot;:0}"/>
  <p:tag name="KSO_WM_SLIDE_RATIO" val="1.777778"/>
  <p:tag name="KSO_WM_SLIDE_BACKGROUND" val="[&quot;general&quot;]"/>
  <p:tag name="KSO_WM_SLIDE_BACKGROUND_TYPE" val="general"/>
</p:tagLst>
</file>

<file path=ppt/tags/tag97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97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97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20058_1*i*1"/>
  <p:tag name="KSO_WM_TEMPLATE_CATEGORY" val="diagram"/>
  <p:tag name="KSO_WM_TEMPLATE_INDEX" val="20220058"/>
  <p:tag name="KSO_WM_UNIT_LAYERLEVEL" val="1"/>
  <p:tag name="KSO_WM_TAG_VERSION" val="1.0"/>
  <p:tag name="KSO_WM_BEAUTIFY_FLAG" val="#wm#"/>
  <p:tag name="KSO_WM_UNIT_BLOCK" val="0"/>
  <p:tag name="KSO_WM_UNIT_SM_LIMIT_TYPE" val="0"/>
  <p:tag name="KSO_WM_UNIT_DEC_AREA_ID" val="401453a90b9f4fd5b1215058b8a2f2e8"/>
  <p:tag name="KSO_WM_UNIT_DECORATE_INFO" val="{&quot;ReferentInfo&quot;:{&quot;Id&quot;:&quot;2d2094633d9c481aa0d84a95a0159686&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980.xml><?xml version="1.0" encoding="utf-8"?>
<p:tagLst xmlns:p="http://schemas.openxmlformats.org/presentationml/2006/main">
  <p:tag name="KSO_WM_UNIT_ISCONTENTSTITLE" val="0"/>
  <p:tag name="KSO_WM_UNIT_ISNUMDGMTITLE" val="0"/>
  <p:tag name="KSO_WM_UNIT_PRESET_TEXT" val="线型上下导航版"/>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diagram20220058_1*a*1"/>
  <p:tag name="KSO_WM_TEMPLATE_CATEGORY" val="diagram"/>
  <p:tag name="KSO_WM_TEMPLATE_INDEX" val="20220058"/>
  <p:tag name="KSO_WM_UNIT_LAYERLEVEL" val="1"/>
  <p:tag name="KSO_WM_TAG_VERSION" val="1.0"/>
  <p:tag name="KSO_WM_BEAUTIFY_FLAG" val="#wm#"/>
  <p:tag name="KSO_WM_UNIT_VALUE" val="27"/>
  <p:tag name="KSO_WM_UNIT_BLOCK" val="0"/>
  <p:tag name="KSO_WM_UNIT_SM_LIMIT_TYPE" val="2"/>
  <p:tag name="KSO_WM_UNIT_DEC_AREA_ID" val="2d2094633d9c481aa0d84a95a015968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981.xml><?xml version="1.0" encoding="utf-8"?>
<p:tagLst xmlns:p="http://schemas.openxmlformats.org/presentationml/2006/main">
  <p:tag name="KSO_WM_TAG_VERSION" val="1.0"/>
  <p:tag name="KSO_WM_BEAUTIFY_FLAG" val="#wm#"/>
  <p:tag name="KSO_WM_UNIT_TYPE" val="i"/>
  <p:tag name="KSO_WM_UNIT_ID" val="diagram20208604_1*i*1"/>
  <p:tag name="KSO_WM_TEMPLATE_CATEGORY" val="diagram"/>
  <p:tag name="KSO_WM_TEMPLATE_INDEX" val="20208604"/>
  <p:tag name="KSO_WM_UNIT_INDEX" val="1"/>
  <p:tag name="KSO_WM_UNIT_HIGHLIGHT" val="0"/>
  <p:tag name="KSO_WM_UNIT_COMPATIBLE" val="0"/>
  <p:tag name="KSO_WM_UNIT_DIAGRAM_ISNUMVISUAL" val="0"/>
  <p:tag name="KSO_WM_UNIT_DIAGRAM_ISREFERUNIT" val="0"/>
  <p:tag name="KSO_WM_UNIT_LAYERLEVEL" val="1"/>
  <p:tag name="KSO_WM_UNIT_BLOCK" val="0"/>
  <p:tag name="KSO_WM_UNIT_SM_LIMIT_TYPE" val="2"/>
  <p:tag name="KSO_WM_UNIT_DEC_AREA_ID" val="e352ecb8f5b840f19a3cb857467d0e4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UNIT_TEXT_FILL_FORE_SCHEMECOLOR_INDEX_BRIGHTNESS" val="0"/>
  <p:tag name="KSO_WM_UNIT_TEXT_FILL_FORE_SCHEMECOLOR_INDEX" val="2"/>
  <p:tag name="KSO_WM_UNIT_TEXT_FILL_TYPE" val="1"/>
  <p:tag name="KSO_WM_UNIT_VALUE" val="864"/>
  <p:tag name="KSO_WM_TEMPLATE_ASSEMBLE_XID" val="60656e7a4054ed1e2fb7f9a0"/>
  <p:tag name="KSO_WM_TEMPLATE_ASSEMBLE_GROUPID" val="60656e7a4054ed1e2fb7f9a0"/>
  <p:tag name="WM_BEAUTIFY_ZORDER_FLAG_TAG" val="3"/>
</p:tagLst>
</file>

<file path=ppt/tags/tag982.xml><?xml version="1.0" encoding="utf-8"?>
<p:tagLst xmlns:p="http://schemas.openxmlformats.org/presentationml/2006/main">
  <p:tag name="KSO_WM_TAG_VERSION" val="1.0"/>
  <p:tag name="KSO_WM_BEAUTIFY_FLAG" val="#wm#"/>
  <p:tag name="KSO_WM_UNIT_TYPE" val="i"/>
  <p:tag name="KSO_WM_UNIT_ID" val="diagram20208604_1*i*2"/>
  <p:tag name="KSO_WM_TEMPLATE_CATEGORY" val="diagram"/>
  <p:tag name="KSO_WM_TEMPLATE_INDEX" val="20208604"/>
  <p:tag name="KSO_WM_UNIT_INDEX" val="2"/>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65248d0e2eac4a16859a1c0559d33ac9"/>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4"/>
</p:tagLst>
</file>

<file path=ppt/tags/tag983.xml><?xml version="1.0" encoding="utf-8"?>
<p:tagLst xmlns:p="http://schemas.openxmlformats.org/presentationml/2006/main">
  <p:tag name="KSO_WM_TAG_VERSION" val="1.0"/>
  <p:tag name="KSO_WM_BEAUTIFY_FLAG" val="#wm#"/>
  <p:tag name="KSO_WM_UNIT_TYPE" val="i"/>
  <p:tag name="KSO_WM_UNIT_ID" val="diagram20208604_1*i*3"/>
  <p:tag name="KSO_WM_TEMPLATE_CATEGORY" val="diagram"/>
  <p:tag name="KSO_WM_TEMPLATE_INDEX" val="20208604"/>
  <p:tag name="KSO_WM_UNIT_INDEX" val="3"/>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d26b32aaa4d84b0dbd1030a6cabd7a68"/>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5"/>
</p:tagLst>
</file>

<file path=ppt/tags/tag984.xml><?xml version="1.0" encoding="utf-8"?>
<p:tagLst xmlns:p="http://schemas.openxmlformats.org/presentationml/2006/main">
  <p:tag name="KSO_WM_TAG_VERSION" val="1.0"/>
  <p:tag name="KSO_WM_BEAUTIFY_FLAG" val="#wm#"/>
  <p:tag name="KSO_WM_UNIT_TYPE" val="i"/>
  <p:tag name="KSO_WM_UNIT_ID" val="diagram20208604_1*i*4"/>
  <p:tag name="KSO_WM_TEMPLATE_CATEGORY" val="diagram"/>
  <p:tag name="KSO_WM_TEMPLATE_INDEX" val="20208604"/>
  <p:tag name="KSO_WM_UNIT_INDEX" val="4"/>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808fb1adb4d744cc9d369074d0507e4f"/>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6"/>
</p:tagLst>
</file>

<file path=ppt/tags/tag985.xml><?xml version="1.0" encoding="utf-8"?>
<p:tagLst xmlns:p="http://schemas.openxmlformats.org/presentationml/2006/main">
  <p:tag name="KSO_WM_TAG_VERSION" val="1.0"/>
  <p:tag name="KSO_WM_BEAUTIFY_FLAG" val="#wm#"/>
  <p:tag name="KSO_WM_UNIT_TYPE" val="i"/>
  <p:tag name="KSO_WM_UNIT_ID" val="diagram20208604_1*i*5"/>
  <p:tag name="KSO_WM_TEMPLATE_CATEGORY" val="diagram"/>
  <p:tag name="KSO_WM_TEMPLATE_INDEX" val="20208604"/>
  <p:tag name="KSO_WM_UNIT_INDEX" val="5"/>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060ccbb9a83241f2a52575c4e4f76136"/>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7"/>
</p:tagLst>
</file>

<file path=ppt/tags/tag986.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需要用更多的文字来表述；但请您尽可能提炼思想的精髓。"/>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8604_1*f*1"/>
  <p:tag name="KSO_WM_TEMPLATE_CATEGORY" val="diagram"/>
  <p:tag name="KSO_WM_TEMPLATE_INDEX" val="20208604"/>
  <p:tag name="KSO_WM_UNIT_LAYERLEVEL" val="1"/>
  <p:tag name="KSO_WM_TAG_VERSION" val="1.0"/>
  <p:tag name="KSO_WM_BEAUTIFY_FLAG" val="#wm#"/>
  <p:tag name="KSO_WM_UNIT_DEFAULT_FONT" val="14;20;2"/>
  <p:tag name="KSO_WM_UNIT_BLOCK" val="0"/>
  <p:tag name="KSO_WM_UNIT_VALUE" val="588"/>
  <p:tag name="KSO_WM_UNIT_SHOW_EDIT_AREA_INDICATION" val="1"/>
  <p:tag name="KSO_WM_CHIP_GROUPID" val="5e6b05596848fb12bee65ac8"/>
  <p:tag name="KSO_WM_CHIP_XID" val="5e6b05596848fb12bee65aca"/>
  <p:tag name="KSO_WM_UNIT_DEC_AREA_ID" val="5557aaf2e9bc4b2499ccf5d271336ab4"/>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ff7d2160ef064691979e787d147d2e4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e7a4054ed1e2fb7f9a0"/>
  <p:tag name="KSO_WM_TEMPLATE_ASSEMBLE_GROUPID" val="60656e7a4054ed1e2fb7f9a0"/>
  <p:tag name="WM_BEAUTIFY_ZORDER_FLAG_TAG" val="8"/>
</p:tagLst>
</file>

<file path=ppt/tags/tag987.xml><?xml version="1.0" encoding="utf-8"?>
<p:tagLst xmlns:p="http://schemas.openxmlformats.org/presentationml/2006/main">
  <p:tag name="KSO_WM_SLIDE_ID" val="diagram20220058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8"/>
  <p:tag name="KSO_WM_SLIDE_LAYOUT" val="a_d"/>
  <p:tag name="KSO_WM_SLIDE_LAYOUT_CNT" val="1_1"/>
  <p:tag name="KSO_WM_SLIDE_TYPE" val="text"/>
  <p:tag name="KSO_WM_SLIDE_SUBTYPE" val="picTxt"/>
  <p:tag name="KSO_WM_SLIDE_LAYOUTTYPE" val="topbottom"/>
  <p:tag name="KSO_WM_SLIDE_SIZE" val="888*504"/>
  <p:tag name="KSO_WM_SLIDE_POSITION" val="36*12"/>
  <p:tag name="KSO_WM_SLIDE_LAYOUT_INFO" val="{&quot;backgroundInfo&quot;:[{&quot;bottom&quot;:0,&quot;bottomAbs&quot;:false,&quot;left&quot;:0,&quot;leftAbs&quot;:false,&quot;right&quot;:0,&quot;rightAbs&quot;:false,&quot;top&quot;:0,&quot;topAbs&quot;:false,&quot;type&quot;:&quot;general&quot;}],&quot;id&quot;:&quot;2026-01-13T21:14:45&quot;,&quot;maxSize&quot;:{&quot;size1&quot;:20},&quot;minSize&quot;:{&quot;size1&quot;:11.2},&quot;normalSize&quot;:{&quot;size1&quot;:11.2},&quot;subLayout&quot;:[{&quot;id&quot;:&quot;2026-01-13T21:14:45&quot;,&quot;margin&quot;:{&quot;bottom&quot;:0.025999998673796654,&quot;left&quot;:1.2699999809265137,&quot;right&quot;:1.2699999809265137,&quot;top&quot;:0.4230000376701355},&quot;type&quot;:0},{&quot;id&quot;:&quot;2026-01-13T21:14:45&quot;,&quot;margin&quot;:{&quot;bottom&quot;:0.847000002861023,&quot;left&quot;:1.2699999809265137,&quot;right&quot;:1.2699999809265137,&quot;top&quot;:1.2699999809265137},&quot;type&quot;:0}],&quot;type&quot;:0}"/>
  <p:tag name="KSO_WM_SLIDE_RATIO" val="1.777778"/>
  <p:tag name="KSO_WM_SLIDE_BACKGROUND" val="[&quot;general&quot;]"/>
  <p:tag name="KSO_WM_SLIDE_BACKGROUND_TYPE" val="general"/>
</p:tagLst>
</file>

<file path=ppt/tags/tag98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98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99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20058_1*i*1"/>
  <p:tag name="KSO_WM_TEMPLATE_CATEGORY" val="diagram"/>
  <p:tag name="KSO_WM_TEMPLATE_INDEX" val="20220058"/>
  <p:tag name="KSO_WM_UNIT_LAYERLEVEL" val="1"/>
  <p:tag name="KSO_WM_TAG_VERSION" val="1.0"/>
  <p:tag name="KSO_WM_BEAUTIFY_FLAG" val="#wm#"/>
  <p:tag name="KSO_WM_UNIT_BLOCK" val="0"/>
  <p:tag name="KSO_WM_UNIT_SM_LIMIT_TYPE" val="0"/>
  <p:tag name="KSO_WM_UNIT_DEC_AREA_ID" val="401453a90b9f4fd5b1215058b8a2f2e8"/>
  <p:tag name="KSO_WM_UNIT_DECORATE_INFO" val="{&quot;ReferentInfo&quot;:{&quot;Id&quot;:&quot;2d2094633d9c481aa0d84a95a0159686&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991.xml><?xml version="1.0" encoding="utf-8"?>
<p:tagLst xmlns:p="http://schemas.openxmlformats.org/presentationml/2006/main">
  <p:tag name="KSO_WM_UNIT_ISCONTENTSTITLE" val="0"/>
  <p:tag name="KSO_WM_UNIT_ISNUMDGMTITLE" val="0"/>
  <p:tag name="KSO_WM_UNIT_PRESET_TEXT" val="线型上下导航版"/>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diagram20220058_1*a*1"/>
  <p:tag name="KSO_WM_TEMPLATE_CATEGORY" val="diagram"/>
  <p:tag name="KSO_WM_TEMPLATE_INDEX" val="20220058"/>
  <p:tag name="KSO_WM_UNIT_LAYERLEVEL" val="1"/>
  <p:tag name="KSO_WM_TAG_VERSION" val="1.0"/>
  <p:tag name="KSO_WM_BEAUTIFY_FLAG" val="#wm#"/>
  <p:tag name="KSO_WM_UNIT_VALUE" val="27"/>
  <p:tag name="KSO_WM_UNIT_BLOCK" val="0"/>
  <p:tag name="KSO_WM_UNIT_SM_LIMIT_TYPE" val="2"/>
  <p:tag name="KSO_WM_UNIT_DEC_AREA_ID" val="2d2094633d9c481aa0d84a95a015968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992.xml><?xml version="1.0" encoding="utf-8"?>
<p:tagLst xmlns:p="http://schemas.openxmlformats.org/presentationml/2006/main">
  <p:tag name="KSO_WM_TAG_VERSION" val="1.0"/>
  <p:tag name="KSO_WM_BEAUTIFY_FLAG" val="#wm#"/>
  <p:tag name="KSO_WM_UNIT_TYPE" val="i"/>
  <p:tag name="KSO_WM_UNIT_ID" val="diagram20208604_1*i*1"/>
  <p:tag name="KSO_WM_TEMPLATE_CATEGORY" val="diagram"/>
  <p:tag name="KSO_WM_TEMPLATE_INDEX" val="20208604"/>
  <p:tag name="KSO_WM_UNIT_INDEX" val="1"/>
  <p:tag name="KSO_WM_UNIT_HIGHLIGHT" val="0"/>
  <p:tag name="KSO_WM_UNIT_COMPATIBLE" val="0"/>
  <p:tag name="KSO_WM_UNIT_DIAGRAM_ISNUMVISUAL" val="0"/>
  <p:tag name="KSO_WM_UNIT_DIAGRAM_ISREFERUNIT" val="0"/>
  <p:tag name="KSO_WM_UNIT_LAYERLEVEL" val="1"/>
  <p:tag name="KSO_WM_UNIT_BLOCK" val="0"/>
  <p:tag name="KSO_WM_UNIT_SM_LIMIT_TYPE" val="2"/>
  <p:tag name="KSO_WM_UNIT_DEC_AREA_ID" val="e352ecb8f5b840f19a3cb857467d0e4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UNIT_TEXT_FILL_FORE_SCHEMECOLOR_INDEX_BRIGHTNESS" val="0"/>
  <p:tag name="KSO_WM_UNIT_TEXT_FILL_FORE_SCHEMECOLOR_INDEX" val="2"/>
  <p:tag name="KSO_WM_UNIT_TEXT_FILL_TYPE" val="1"/>
  <p:tag name="KSO_WM_UNIT_VALUE" val="864"/>
  <p:tag name="KSO_WM_TEMPLATE_ASSEMBLE_XID" val="60656e7a4054ed1e2fb7f9a0"/>
  <p:tag name="KSO_WM_TEMPLATE_ASSEMBLE_GROUPID" val="60656e7a4054ed1e2fb7f9a0"/>
  <p:tag name="WM_BEAUTIFY_ZORDER_FLAG_TAG" val="3"/>
</p:tagLst>
</file>

<file path=ppt/tags/tag993.xml><?xml version="1.0" encoding="utf-8"?>
<p:tagLst xmlns:p="http://schemas.openxmlformats.org/presentationml/2006/main">
  <p:tag name="KSO_WM_TAG_VERSION" val="1.0"/>
  <p:tag name="KSO_WM_BEAUTIFY_FLAG" val="#wm#"/>
  <p:tag name="KSO_WM_UNIT_TYPE" val="i"/>
  <p:tag name="KSO_WM_UNIT_ID" val="diagram20208604_1*i*2"/>
  <p:tag name="KSO_WM_TEMPLATE_CATEGORY" val="diagram"/>
  <p:tag name="KSO_WM_TEMPLATE_INDEX" val="20208604"/>
  <p:tag name="KSO_WM_UNIT_INDEX" val="2"/>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65248d0e2eac4a16859a1c0559d33ac9"/>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4"/>
</p:tagLst>
</file>

<file path=ppt/tags/tag994.xml><?xml version="1.0" encoding="utf-8"?>
<p:tagLst xmlns:p="http://schemas.openxmlformats.org/presentationml/2006/main">
  <p:tag name="KSO_WM_TAG_VERSION" val="1.0"/>
  <p:tag name="KSO_WM_BEAUTIFY_FLAG" val="#wm#"/>
  <p:tag name="KSO_WM_UNIT_TYPE" val="i"/>
  <p:tag name="KSO_WM_UNIT_ID" val="diagram20208604_1*i*3"/>
  <p:tag name="KSO_WM_TEMPLATE_CATEGORY" val="diagram"/>
  <p:tag name="KSO_WM_TEMPLATE_INDEX" val="20208604"/>
  <p:tag name="KSO_WM_UNIT_INDEX" val="3"/>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d26b32aaa4d84b0dbd1030a6cabd7a68"/>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5"/>
</p:tagLst>
</file>

<file path=ppt/tags/tag995.xml><?xml version="1.0" encoding="utf-8"?>
<p:tagLst xmlns:p="http://schemas.openxmlformats.org/presentationml/2006/main">
  <p:tag name="KSO_WM_TAG_VERSION" val="1.0"/>
  <p:tag name="KSO_WM_BEAUTIFY_FLAG" val="#wm#"/>
  <p:tag name="KSO_WM_UNIT_TYPE" val="i"/>
  <p:tag name="KSO_WM_UNIT_ID" val="diagram20208604_1*i*4"/>
  <p:tag name="KSO_WM_TEMPLATE_CATEGORY" val="diagram"/>
  <p:tag name="KSO_WM_TEMPLATE_INDEX" val="20208604"/>
  <p:tag name="KSO_WM_UNIT_INDEX" val="4"/>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808fb1adb4d744cc9d369074d0507e4f"/>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6"/>
</p:tagLst>
</file>

<file path=ppt/tags/tag996.xml><?xml version="1.0" encoding="utf-8"?>
<p:tagLst xmlns:p="http://schemas.openxmlformats.org/presentationml/2006/main">
  <p:tag name="KSO_WM_TAG_VERSION" val="1.0"/>
  <p:tag name="KSO_WM_BEAUTIFY_FLAG" val="#wm#"/>
  <p:tag name="KSO_WM_UNIT_TYPE" val="i"/>
  <p:tag name="KSO_WM_UNIT_ID" val="diagram20208604_1*i*5"/>
  <p:tag name="KSO_WM_TEMPLATE_CATEGORY" val="diagram"/>
  <p:tag name="KSO_WM_TEMPLATE_INDEX" val="20208604"/>
  <p:tag name="KSO_WM_UNIT_INDEX" val="5"/>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060ccbb9a83241f2a52575c4e4f76136"/>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7"/>
</p:tagLst>
</file>

<file path=ppt/tags/tag997.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需要用更多的文字来表述；但请您尽可能提炼思想的精髓。"/>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8604_1*f*1"/>
  <p:tag name="KSO_WM_TEMPLATE_CATEGORY" val="diagram"/>
  <p:tag name="KSO_WM_TEMPLATE_INDEX" val="20208604"/>
  <p:tag name="KSO_WM_UNIT_LAYERLEVEL" val="1"/>
  <p:tag name="KSO_WM_TAG_VERSION" val="1.0"/>
  <p:tag name="KSO_WM_BEAUTIFY_FLAG" val="#wm#"/>
  <p:tag name="KSO_WM_UNIT_DEFAULT_FONT" val="14;20;2"/>
  <p:tag name="KSO_WM_UNIT_BLOCK" val="0"/>
  <p:tag name="KSO_WM_UNIT_VALUE" val="588"/>
  <p:tag name="KSO_WM_UNIT_SHOW_EDIT_AREA_INDICATION" val="1"/>
  <p:tag name="KSO_WM_CHIP_GROUPID" val="5e6b05596848fb12bee65ac8"/>
  <p:tag name="KSO_WM_CHIP_XID" val="5e6b05596848fb12bee65aca"/>
  <p:tag name="KSO_WM_UNIT_DEC_AREA_ID" val="5557aaf2e9bc4b2499ccf5d271336ab4"/>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ff7d2160ef064691979e787d147d2e4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e7a4054ed1e2fb7f9a0"/>
  <p:tag name="KSO_WM_TEMPLATE_ASSEMBLE_GROUPID" val="60656e7a4054ed1e2fb7f9a0"/>
  <p:tag name="WM_BEAUTIFY_ZORDER_FLAG_TAG" val="8"/>
</p:tagLst>
</file>

<file path=ppt/tags/tag998.xml><?xml version="1.0" encoding="utf-8"?>
<p:tagLst xmlns:p="http://schemas.openxmlformats.org/presentationml/2006/main">
  <p:tag name="KSO_WM_SLIDE_ID" val="diagram20220058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8"/>
  <p:tag name="KSO_WM_SLIDE_LAYOUT" val="a_d"/>
  <p:tag name="KSO_WM_SLIDE_LAYOUT_CNT" val="1_1"/>
  <p:tag name="KSO_WM_SLIDE_TYPE" val="text"/>
  <p:tag name="KSO_WM_SLIDE_SUBTYPE" val="picTxt"/>
  <p:tag name="KSO_WM_SLIDE_LAYOUTTYPE" val="topbottom"/>
  <p:tag name="KSO_WM_SLIDE_SIZE" val="888*504"/>
  <p:tag name="KSO_WM_SLIDE_POSITION" val="36*12"/>
  <p:tag name="KSO_WM_SLIDE_LAYOUT_INFO" val="{&quot;backgroundInfo&quot;:[{&quot;bottom&quot;:0,&quot;bottomAbs&quot;:false,&quot;left&quot;:0,&quot;leftAbs&quot;:false,&quot;right&quot;:0,&quot;rightAbs&quot;:false,&quot;top&quot;:0,&quot;topAbs&quot;:false,&quot;type&quot;:&quot;general&quot;}],&quot;id&quot;:&quot;2026-01-13T21:14:45&quot;,&quot;maxSize&quot;:{&quot;size1&quot;:20},&quot;minSize&quot;:{&quot;size1&quot;:11.2},&quot;normalSize&quot;:{&quot;size1&quot;:11.2},&quot;subLayout&quot;:[{&quot;id&quot;:&quot;2026-01-13T21:14:45&quot;,&quot;margin&quot;:{&quot;bottom&quot;:0.025999998673796654,&quot;left&quot;:1.2699999809265137,&quot;right&quot;:1.2699999809265137,&quot;top&quot;:0.4230000376701355},&quot;type&quot;:0},{&quot;id&quot;:&quot;2026-01-13T21:14:45&quot;,&quot;margin&quot;:{&quot;bottom&quot;:0.847000002861023,&quot;left&quot;:1.2699999809265137,&quot;right&quot;:1.2699999809265137,&quot;top&quot;:1.2699999809265137},&quot;type&quot;:0}],&quot;type&quot;:0}"/>
  <p:tag name="KSO_WM_SLIDE_RATIO" val="1.777778"/>
  <p:tag name="KSO_WM_SLIDE_BACKGROUND" val="[&quot;general&quot;]"/>
  <p:tag name="KSO_WM_SLIDE_BACKGROUND_TYPE" val="general"/>
</p:tagLst>
</file>

<file path=ppt/tags/tag99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100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100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20058_1*i*1"/>
  <p:tag name="KSO_WM_TEMPLATE_CATEGORY" val="diagram"/>
  <p:tag name="KSO_WM_TEMPLATE_INDEX" val="20220058"/>
  <p:tag name="KSO_WM_UNIT_LAYERLEVEL" val="1"/>
  <p:tag name="KSO_WM_TAG_VERSION" val="1.0"/>
  <p:tag name="KSO_WM_BEAUTIFY_FLAG" val="#wm#"/>
  <p:tag name="KSO_WM_UNIT_BLOCK" val="0"/>
  <p:tag name="KSO_WM_UNIT_SM_LIMIT_TYPE" val="0"/>
  <p:tag name="KSO_WM_UNIT_DEC_AREA_ID" val="401453a90b9f4fd5b1215058b8a2f2e8"/>
  <p:tag name="KSO_WM_UNIT_DECORATE_INFO" val="{&quot;ReferentInfo&quot;:{&quot;Id&quot;:&quot;2d2094633d9c481aa0d84a95a0159686&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1002.xml><?xml version="1.0" encoding="utf-8"?>
<p:tagLst xmlns:p="http://schemas.openxmlformats.org/presentationml/2006/main">
  <p:tag name="KSO_WM_UNIT_ISCONTENTSTITLE" val="0"/>
  <p:tag name="KSO_WM_UNIT_ISNUMDGMTITLE" val="0"/>
  <p:tag name="KSO_WM_UNIT_PRESET_TEXT" val="线型上下导航版"/>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diagram20220058_1*a*1"/>
  <p:tag name="KSO_WM_TEMPLATE_CATEGORY" val="diagram"/>
  <p:tag name="KSO_WM_TEMPLATE_INDEX" val="20220058"/>
  <p:tag name="KSO_WM_UNIT_LAYERLEVEL" val="1"/>
  <p:tag name="KSO_WM_TAG_VERSION" val="1.0"/>
  <p:tag name="KSO_WM_BEAUTIFY_FLAG" val="#wm#"/>
  <p:tag name="KSO_WM_UNIT_VALUE" val="27"/>
  <p:tag name="KSO_WM_UNIT_BLOCK" val="0"/>
  <p:tag name="KSO_WM_UNIT_SM_LIMIT_TYPE" val="2"/>
  <p:tag name="KSO_WM_UNIT_DEC_AREA_ID" val="2d2094633d9c481aa0d84a95a015968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1003.xml><?xml version="1.0" encoding="utf-8"?>
<p:tagLst xmlns:p="http://schemas.openxmlformats.org/presentationml/2006/main">
  <p:tag name="KSO_WM_TAG_VERSION" val="1.0"/>
  <p:tag name="KSO_WM_BEAUTIFY_FLAG" val="#wm#"/>
  <p:tag name="KSO_WM_UNIT_TYPE" val="i"/>
  <p:tag name="KSO_WM_UNIT_ID" val="diagram20208604_1*i*1"/>
  <p:tag name="KSO_WM_TEMPLATE_CATEGORY" val="diagram"/>
  <p:tag name="KSO_WM_TEMPLATE_INDEX" val="20208604"/>
  <p:tag name="KSO_WM_UNIT_INDEX" val="1"/>
  <p:tag name="KSO_WM_UNIT_HIGHLIGHT" val="0"/>
  <p:tag name="KSO_WM_UNIT_COMPATIBLE" val="0"/>
  <p:tag name="KSO_WM_UNIT_DIAGRAM_ISNUMVISUAL" val="0"/>
  <p:tag name="KSO_WM_UNIT_DIAGRAM_ISREFERUNIT" val="0"/>
  <p:tag name="KSO_WM_UNIT_LAYERLEVEL" val="1"/>
  <p:tag name="KSO_WM_UNIT_BLOCK" val="0"/>
  <p:tag name="KSO_WM_UNIT_SM_LIMIT_TYPE" val="2"/>
  <p:tag name="KSO_WM_UNIT_DEC_AREA_ID" val="e352ecb8f5b840f19a3cb857467d0e4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UNIT_TEXT_FILL_FORE_SCHEMECOLOR_INDEX_BRIGHTNESS" val="0"/>
  <p:tag name="KSO_WM_UNIT_TEXT_FILL_FORE_SCHEMECOLOR_INDEX" val="2"/>
  <p:tag name="KSO_WM_UNIT_TEXT_FILL_TYPE" val="1"/>
  <p:tag name="KSO_WM_UNIT_VALUE" val="864"/>
  <p:tag name="KSO_WM_TEMPLATE_ASSEMBLE_XID" val="60656e7a4054ed1e2fb7f9a0"/>
  <p:tag name="KSO_WM_TEMPLATE_ASSEMBLE_GROUPID" val="60656e7a4054ed1e2fb7f9a0"/>
  <p:tag name="WM_BEAUTIFY_ZORDER_FLAG_TAG" val="3"/>
</p:tagLst>
</file>

<file path=ppt/tags/tag1004.xml><?xml version="1.0" encoding="utf-8"?>
<p:tagLst xmlns:p="http://schemas.openxmlformats.org/presentationml/2006/main">
  <p:tag name="KSO_WM_TAG_VERSION" val="1.0"/>
  <p:tag name="KSO_WM_BEAUTIFY_FLAG" val="#wm#"/>
  <p:tag name="KSO_WM_UNIT_TYPE" val="i"/>
  <p:tag name="KSO_WM_UNIT_ID" val="diagram20208604_1*i*2"/>
  <p:tag name="KSO_WM_TEMPLATE_CATEGORY" val="diagram"/>
  <p:tag name="KSO_WM_TEMPLATE_INDEX" val="20208604"/>
  <p:tag name="KSO_WM_UNIT_INDEX" val="2"/>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65248d0e2eac4a16859a1c0559d33ac9"/>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4"/>
</p:tagLst>
</file>

<file path=ppt/tags/tag1005.xml><?xml version="1.0" encoding="utf-8"?>
<p:tagLst xmlns:p="http://schemas.openxmlformats.org/presentationml/2006/main">
  <p:tag name="KSO_WM_TAG_VERSION" val="1.0"/>
  <p:tag name="KSO_WM_BEAUTIFY_FLAG" val="#wm#"/>
  <p:tag name="KSO_WM_UNIT_TYPE" val="i"/>
  <p:tag name="KSO_WM_UNIT_ID" val="diagram20208604_1*i*3"/>
  <p:tag name="KSO_WM_TEMPLATE_CATEGORY" val="diagram"/>
  <p:tag name="KSO_WM_TEMPLATE_INDEX" val="20208604"/>
  <p:tag name="KSO_WM_UNIT_INDEX" val="3"/>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d26b32aaa4d84b0dbd1030a6cabd7a68"/>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5"/>
</p:tagLst>
</file>

<file path=ppt/tags/tag1006.xml><?xml version="1.0" encoding="utf-8"?>
<p:tagLst xmlns:p="http://schemas.openxmlformats.org/presentationml/2006/main">
  <p:tag name="KSO_WM_TAG_VERSION" val="1.0"/>
  <p:tag name="KSO_WM_BEAUTIFY_FLAG" val="#wm#"/>
  <p:tag name="KSO_WM_UNIT_TYPE" val="i"/>
  <p:tag name="KSO_WM_UNIT_ID" val="diagram20208604_1*i*4"/>
  <p:tag name="KSO_WM_TEMPLATE_CATEGORY" val="diagram"/>
  <p:tag name="KSO_WM_TEMPLATE_INDEX" val="20208604"/>
  <p:tag name="KSO_WM_UNIT_INDEX" val="4"/>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808fb1adb4d744cc9d369074d0507e4f"/>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6"/>
</p:tagLst>
</file>

<file path=ppt/tags/tag1007.xml><?xml version="1.0" encoding="utf-8"?>
<p:tagLst xmlns:p="http://schemas.openxmlformats.org/presentationml/2006/main">
  <p:tag name="KSO_WM_TAG_VERSION" val="1.0"/>
  <p:tag name="KSO_WM_BEAUTIFY_FLAG" val="#wm#"/>
  <p:tag name="KSO_WM_UNIT_TYPE" val="i"/>
  <p:tag name="KSO_WM_UNIT_ID" val="diagram20208604_1*i*5"/>
  <p:tag name="KSO_WM_TEMPLATE_CATEGORY" val="diagram"/>
  <p:tag name="KSO_WM_TEMPLATE_INDEX" val="20208604"/>
  <p:tag name="KSO_WM_UNIT_INDEX" val="5"/>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060ccbb9a83241f2a52575c4e4f76136"/>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7"/>
</p:tagLst>
</file>

<file path=ppt/tags/tag1008.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需要用更多的文字来表述；但请您尽可能提炼思想的精髓。"/>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8604_1*f*1"/>
  <p:tag name="KSO_WM_TEMPLATE_CATEGORY" val="diagram"/>
  <p:tag name="KSO_WM_TEMPLATE_INDEX" val="20208604"/>
  <p:tag name="KSO_WM_UNIT_LAYERLEVEL" val="1"/>
  <p:tag name="KSO_WM_TAG_VERSION" val="1.0"/>
  <p:tag name="KSO_WM_BEAUTIFY_FLAG" val="#wm#"/>
  <p:tag name="KSO_WM_UNIT_DEFAULT_FONT" val="14;20;2"/>
  <p:tag name="KSO_WM_UNIT_BLOCK" val="0"/>
  <p:tag name="KSO_WM_UNIT_VALUE" val="588"/>
  <p:tag name="KSO_WM_UNIT_SHOW_EDIT_AREA_INDICATION" val="1"/>
  <p:tag name="KSO_WM_CHIP_GROUPID" val="5e6b05596848fb12bee65ac8"/>
  <p:tag name="KSO_WM_CHIP_XID" val="5e6b05596848fb12bee65aca"/>
  <p:tag name="KSO_WM_UNIT_DEC_AREA_ID" val="5557aaf2e9bc4b2499ccf5d271336ab4"/>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ff7d2160ef064691979e787d147d2e4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e7a4054ed1e2fb7f9a0"/>
  <p:tag name="KSO_WM_TEMPLATE_ASSEMBLE_GROUPID" val="60656e7a4054ed1e2fb7f9a0"/>
  <p:tag name="WM_BEAUTIFY_ZORDER_FLAG_TAG" val="8"/>
</p:tagLst>
</file>

<file path=ppt/tags/tag1009.xml><?xml version="1.0" encoding="utf-8"?>
<p:tagLst xmlns:p="http://schemas.openxmlformats.org/presentationml/2006/main">
  <p:tag name="KSO_WM_SLIDE_ID" val="diagram20220058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8"/>
  <p:tag name="KSO_WM_SLIDE_LAYOUT" val="a_d"/>
  <p:tag name="KSO_WM_SLIDE_LAYOUT_CNT" val="1_1"/>
  <p:tag name="KSO_WM_SLIDE_TYPE" val="text"/>
  <p:tag name="KSO_WM_SLIDE_SUBTYPE" val="picTxt"/>
  <p:tag name="KSO_WM_SLIDE_LAYOUTTYPE" val="topbottom"/>
  <p:tag name="KSO_WM_SLIDE_SIZE" val="888*504"/>
  <p:tag name="KSO_WM_SLIDE_POSITION" val="36*12"/>
  <p:tag name="KSO_WM_SLIDE_LAYOUT_INFO" val="{&quot;backgroundInfo&quot;:[{&quot;bottom&quot;:0,&quot;bottomAbs&quot;:false,&quot;left&quot;:0,&quot;leftAbs&quot;:false,&quot;right&quot;:0,&quot;rightAbs&quot;:false,&quot;top&quot;:0,&quot;topAbs&quot;:false,&quot;type&quot;:&quot;general&quot;}],&quot;id&quot;:&quot;2026-01-13T21:14:45&quot;,&quot;maxSize&quot;:{&quot;size1&quot;:20},&quot;minSize&quot;:{&quot;size1&quot;:11.2},&quot;normalSize&quot;:{&quot;size1&quot;:11.2},&quot;subLayout&quot;:[{&quot;id&quot;:&quot;2026-01-13T21:14:45&quot;,&quot;margin&quot;:{&quot;bottom&quot;:0.025999998673796654,&quot;left&quot;:1.2699999809265137,&quot;right&quot;:1.2699999809265137,&quot;top&quot;:0.4230000376701355},&quot;type&quot;:0},{&quot;id&quot;:&quot;2026-01-13T21:14:45&quot;,&quot;margin&quot;:{&quot;bottom&quot;:0.847000002861023,&quot;left&quot;:1.2699999809265137,&quot;right&quot;:1.2699999809265137,&quot;top&quot;:1.2699999809265137},&quot;type&quot;:0}],&quot;type&quot;:0}"/>
  <p:tag name="KSO_WM_SLIDE_RATIO" val="1.777778"/>
  <p:tag name="KSO_WM_SLIDE_BACKGROUND" val="[&quot;general&quot;]"/>
  <p:tag name="KSO_WM_SLIDE_BACKGROUND_TYPE" val="general"/>
</p:tagLst>
</file>

<file path=ppt/tags/tag10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10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10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20058_1*i*1"/>
  <p:tag name="KSO_WM_TEMPLATE_CATEGORY" val="diagram"/>
  <p:tag name="KSO_WM_TEMPLATE_INDEX" val="20220058"/>
  <p:tag name="KSO_WM_UNIT_LAYERLEVEL" val="1"/>
  <p:tag name="KSO_WM_TAG_VERSION" val="1.0"/>
  <p:tag name="KSO_WM_BEAUTIFY_FLAG" val="#wm#"/>
  <p:tag name="KSO_WM_UNIT_BLOCK" val="0"/>
  <p:tag name="KSO_WM_UNIT_SM_LIMIT_TYPE" val="0"/>
  <p:tag name="KSO_WM_UNIT_DEC_AREA_ID" val="401453a90b9f4fd5b1215058b8a2f2e8"/>
  <p:tag name="KSO_WM_UNIT_DECORATE_INFO" val="{&quot;ReferentInfo&quot;:{&quot;Id&quot;:&quot;2d2094633d9c481aa0d84a95a0159686&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1013.xml><?xml version="1.0" encoding="utf-8"?>
<p:tagLst xmlns:p="http://schemas.openxmlformats.org/presentationml/2006/main">
  <p:tag name="KSO_WM_UNIT_ISCONTENTSTITLE" val="0"/>
  <p:tag name="KSO_WM_UNIT_ISNUMDGMTITLE" val="0"/>
  <p:tag name="KSO_WM_UNIT_PRESET_TEXT" val="线型上下导航版"/>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diagram20220058_1*a*1"/>
  <p:tag name="KSO_WM_TEMPLATE_CATEGORY" val="diagram"/>
  <p:tag name="KSO_WM_TEMPLATE_INDEX" val="20220058"/>
  <p:tag name="KSO_WM_UNIT_LAYERLEVEL" val="1"/>
  <p:tag name="KSO_WM_TAG_VERSION" val="1.0"/>
  <p:tag name="KSO_WM_BEAUTIFY_FLAG" val="#wm#"/>
  <p:tag name="KSO_WM_UNIT_VALUE" val="27"/>
  <p:tag name="KSO_WM_UNIT_BLOCK" val="0"/>
  <p:tag name="KSO_WM_UNIT_SM_LIMIT_TYPE" val="2"/>
  <p:tag name="KSO_WM_UNIT_DEC_AREA_ID" val="2d2094633d9c481aa0d84a95a015968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1014.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2843_1*f*1"/>
  <p:tag name="KSO_WM_TEMPLATE_CATEGORY" val="diagram"/>
  <p:tag name="KSO_WM_TEMPLATE_INDEX" val="20212843"/>
  <p:tag name="KSO_WM_UNIT_LAYERLEVEL" val="1"/>
  <p:tag name="KSO_WM_TAG_VERSION" val="1.0"/>
  <p:tag name="KSO_WM_BEAUTIFY_FLAG" val="#wm#"/>
  <p:tag name="KSO_WM_UNIT_DEFAULT_FONT" val="14;20;2"/>
  <p:tag name="KSO_WM_UNIT_BLOCK" val="0"/>
  <p:tag name="KSO_WM_UNIT_VALUE" val="576"/>
  <p:tag name="KSO_WM_UNIT_SHOW_EDIT_AREA_INDICATION" val="1"/>
  <p:tag name="KSO_WM_CHIP_GROUPID" val="5e6b05596848fb12bee65ac8"/>
  <p:tag name="KSO_WM_CHIP_XID" val="5e6b05596848fb12bee65aca"/>
  <p:tag name="KSO_WM_UNIT_DEC_AREA_ID" val="8cb1ccbfd41a4f08aa021a2337e676da"/>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53f115901fe44f3787d5c3752471e8b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f644054ed1e2fb8092e"/>
  <p:tag name="KSO_WM_TEMPLATE_ASSEMBLE_GROUPID" val="60656f644054ed1e2fb8092e"/>
  <p:tag name="WM_BEAUTIFY_ZORDER_FLAG_TAG" val="3"/>
</p:tagLst>
</file>

<file path=ppt/tags/tag1015.xml><?xml version="1.0" encoding="utf-8"?>
<p:tagLst xmlns:p="http://schemas.openxmlformats.org/presentationml/2006/main">
  <p:tag name="KSO_WM_SLIDE_ID" val="diagram20220058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8"/>
  <p:tag name="KSO_WM_SLIDE_LAYOUT" val="a_d"/>
  <p:tag name="KSO_WM_SLIDE_LAYOUT_CNT" val="1_1"/>
  <p:tag name="KSO_WM_SLIDE_TYPE" val="text"/>
  <p:tag name="KSO_WM_SLIDE_SUBTYPE" val="picTxt"/>
  <p:tag name="KSO_WM_SLIDE_LAYOUTTYPE" val="topbottom"/>
  <p:tag name="KSO_WM_SLIDE_SIZE" val="888*504"/>
  <p:tag name="KSO_WM_SLIDE_POSITION" val="36*12"/>
  <p:tag name="KSO_WM_SLIDE_LAYOUT_INFO" val="{&quot;backgroundInfo&quot;:[{&quot;bottom&quot;:0,&quot;bottomAbs&quot;:false,&quot;left&quot;:0,&quot;leftAbs&quot;:false,&quot;right&quot;:0,&quot;rightAbs&quot;:false,&quot;top&quot;:0,&quot;topAbs&quot;:false,&quot;type&quot;:&quot;general&quot;}],&quot;id&quot;:&quot;2026-01-13T21:14:45&quot;,&quot;maxSize&quot;:{&quot;size1&quot;:20},&quot;minSize&quot;:{&quot;size1&quot;:11.2},&quot;normalSize&quot;:{&quot;size1&quot;:11.2},&quot;subLayout&quot;:[{&quot;id&quot;:&quot;2026-01-13T21:14:45&quot;,&quot;margin&quot;:{&quot;bottom&quot;:0.025999998673796654,&quot;left&quot;:1.2699999809265137,&quot;right&quot;:1.2699999809265137,&quot;top&quot;:0.4230000376701355},&quot;type&quot;:0},{&quot;id&quot;:&quot;2026-01-13T21:14:45&quot;,&quot;margin&quot;:{&quot;bottom&quot;:0.847000002861023,&quot;left&quot;:1.2699999809265137,&quot;right&quot;:1.2699999809265137,&quot;top&quot;:1.2699999809265137},&quot;type&quot;:0}],&quot;type&quot;:0}"/>
  <p:tag name="KSO_WM_SLIDE_RATIO" val="1.777778"/>
  <p:tag name="KSO_WM_SLIDE_BACKGROUND" val="[&quot;general&quot;]"/>
  <p:tag name="KSO_WM_SLIDE_BACKGROUND_TYPE" val="general"/>
</p:tagLst>
</file>

<file path=ppt/tags/tag10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10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10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20058_1*i*1"/>
  <p:tag name="KSO_WM_TEMPLATE_CATEGORY" val="diagram"/>
  <p:tag name="KSO_WM_TEMPLATE_INDEX" val="20220058"/>
  <p:tag name="KSO_WM_UNIT_LAYERLEVEL" val="1"/>
  <p:tag name="KSO_WM_TAG_VERSION" val="1.0"/>
  <p:tag name="KSO_WM_BEAUTIFY_FLAG" val="#wm#"/>
  <p:tag name="KSO_WM_UNIT_BLOCK" val="0"/>
  <p:tag name="KSO_WM_UNIT_SM_LIMIT_TYPE" val="0"/>
  <p:tag name="KSO_WM_UNIT_DEC_AREA_ID" val="401453a90b9f4fd5b1215058b8a2f2e8"/>
  <p:tag name="KSO_WM_UNIT_DECORATE_INFO" val="{&quot;ReferentInfo&quot;:{&quot;Id&quot;:&quot;2d2094633d9c481aa0d84a95a0159686&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1019.xml><?xml version="1.0" encoding="utf-8"?>
<p:tagLst xmlns:p="http://schemas.openxmlformats.org/presentationml/2006/main">
  <p:tag name="KSO_WM_UNIT_ISCONTENTSTITLE" val="0"/>
  <p:tag name="KSO_WM_UNIT_ISNUMDGMTITLE" val="0"/>
  <p:tag name="KSO_WM_UNIT_PRESET_TEXT" val="线型上下导航版"/>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diagram20220058_1*a*1"/>
  <p:tag name="KSO_WM_TEMPLATE_CATEGORY" val="diagram"/>
  <p:tag name="KSO_WM_TEMPLATE_INDEX" val="20220058"/>
  <p:tag name="KSO_WM_UNIT_LAYERLEVEL" val="1"/>
  <p:tag name="KSO_WM_TAG_VERSION" val="1.0"/>
  <p:tag name="KSO_WM_BEAUTIFY_FLAG" val="#wm#"/>
  <p:tag name="KSO_WM_UNIT_VALUE" val="27"/>
  <p:tag name="KSO_WM_UNIT_BLOCK" val="0"/>
  <p:tag name="KSO_WM_UNIT_SM_LIMIT_TYPE" val="2"/>
  <p:tag name="KSO_WM_UNIT_DEC_AREA_ID" val="2d2094633d9c481aa0d84a95a015968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1020.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7315_1*f*1"/>
  <p:tag name="KSO_WM_TEMPLATE_CATEGORY" val="diagram"/>
  <p:tag name="KSO_WM_TEMPLATE_INDEX" val="20207315"/>
  <p:tag name="KSO_WM_UNIT_LAYERLEVEL" val="1"/>
  <p:tag name="KSO_WM_TAG_VERSION" val="1.0"/>
  <p:tag name="KSO_WM_BEAUTIFY_FLAG" val="#wm#"/>
  <p:tag name="KSO_WM_UNIT_DEFAULT_FONT" val="14;20;2"/>
  <p:tag name="KSO_WM_UNIT_BLOCK" val="0"/>
  <p:tag name="KSO_WM_UNIT_VALUE" val="290"/>
  <p:tag name="KSO_WM_UNIT_SHOW_EDIT_AREA_INDICATION" val="1"/>
  <p:tag name="KSO_WM_CHIP_GROUPID" val="5e6b05596848fb12bee65ac8"/>
  <p:tag name="KSO_WM_CHIP_XID" val="5e6b05596848fb12bee65aca"/>
  <p:tag name="KSO_WM_UNIT_DEC_AREA_ID" val="3462bde237c543c58b90892aede91ea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dc8ab5172452436899286f2808371cac"/>
  <p:tag name="KSO_WM_UNIT_TEXT_FILL_FORE_SCHEMECOLOR_INDEX_BRIGHTNESS" val="0.25"/>
  <p:tag name="KSO_WM_UNIT_TEXT_FILL_FORE_SCHEMECOLOR_INDEX" val="13"/>
  <p:tag name="KSO_WM_UNIT_TEXT_FILL_TYPE" val="1"/>
  <p:tag name="KSO_WM_TEMPLATE_ASSEMBLE_XID" val="6130c4e08b5cc6c91112a571"/>
  <p:tag name="KSO_WM_TEMPLATE_ASSEMBLE_GROUPID" val="6130c4e08b5cc6c91112a571"/>
  <p:tag name="WM_BEAUTIFY_ZORDER_FLAG_TAG" val="4"/>
</p:tagLst>
</file>

<file path=ppt/tags/tag1021.xml><?xml version="1.0" encoding="utf-8"?>
<p:tagLst xmlns:p="http://schemas.openxmlformats.org/presentationml/2006/main">
  <p:tag name="KSO_WM_SLIDE_ID" val="diagram20220058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8"/>
  <p:tag name="KSO_WM_SLIDE_LAYOUT" val="a_d"/>
  <p:tag name="KSO_WM_SLIDE_LAYOUT_CNT" val="1_1"/>
  <p:tag name="KSO_WM_SLIDE_TYPE" val="text"/>
  <p:tag name="KSO_WM_SLIDE_SUBTYPE" val="picTxt"/>
  <p:tag name="KSO_WM_SLIDE_LAYOUTTYPE" val="topbottom"/>
  <p:tag name="KSO_WM_SLIDE_SIZE" val="888*504"/>
  <p:tag name="KSO_WM_SLIDE_POSITION" val="36*12"/>
  <p:tag name="KSO_WM_SLIDE_LAYOUT_INFO" val="{&quot;backgroundInfo&quot;:[{&quot;bottom&quot;:0,&quot;bottomAbs&quot;:false,&quot;left&quot;:0,&quot;leftAbs&quot;:false,&quot;right&quot;:0,&quot;rightAbs&quot;:false,&quot;top&quot;:0,&quot;topAbs&quot;:false,&quot;type&quot;:&quot;general&quot;}],&quot;id&quot;:&quot;2026-01-13T21:14:45&quot;,&quot;maxSize&quot;:{&quot;size1&quot;:20},&quot;minSize&quot;:{&quot;size1&quot;:11.2},&quot;normalSize&quot;:{&quot;size1&quot;:11.2},&quot;subLayout&quot;:[{&quot;id&quot;:&quot;2026-01-13T21:14:45&quot;,&quot;margin&quot;:{&quot;bottom&quot;:0.025999998673796654,&quot;left&quot;:1.2699999809265137,&quot;right&quot;:1.2699999809265137,&quot;top&quot;:0.4230000376701355},&quot;type&quot;:0},{&quot;id&quot;:&quot;2026-01-13T21:14:45&quot;,&quot;margin&quot;:{&quot;bottom&quot;:0.847000002861023,&quot;left&quot;:1.2699999809265137,&quot;right&quot;:1.2699999809265137,&quot;top&quot;:1.2699999809265137},&quot;type&quot;:0}],&quot;type&quot;:0}"/>
  <p:tag name="KSO_WM_SLIDE_RATIO" val="1.777778"/>
  <p:tag name="KSO_WM_SLIDE_BACKGROUND" val="[&quot;general&quot;]"/>
  <p:tag name="KSO_WM_SLIDE_BACKGROUND_TYPE" val="general"/>
</p:tagLst>
</file>

<file path=ppt/tags/tag10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10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10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20058_1*i*1"/>
  <p:tag name="KSO_WM_TEMPLATE_CATEGORY" val="diagram"/>
  <p:tag name="KSO_WM_TEMPLATE_INDEX" val="20220058"/>
  <p:tag name="KSO_WM_UNIT_LAYERLEVEL" val="1"/>
  <p:tag name="KSO_WM_TAG_VERSION" val="1.0"/>
  <p:tag name="KSO_WM_BEAUTIFY_FLAG" val="#wm#"/>
  <p:tag name="KSO_WM_UNIT_BLOCK" val="0"/>
  <p:tag name="KSO_WM_UNIT_SM_LIMIT_TYPE" val="0"/>
  <p:tag name="KSO_WM_UNIT_DEC_AREA_ID" val="401453a90b9f4fd5b1215058b8a2f2e8"/>
  <p:tag name="KSO_WM_UNIT_DECORATE_INFO" val="{&quot;ReferentInfo&quot;:{&quot;Id&quot;:&quot;2d2094633d9c481aa0d84a95a0159686&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1025.xml><?xml version="1.0" encoding="utf-8"?>
<p:tagLst xmlns:p="http://schemas.openxmlformats.org/presentationml/2006/main">
  <p:tag name="KSO_WM_UNIT_ISCONTENTSTITLE" val="0"/>
  <p:tag name="KSO_WM_UNIT_ISNUMDGMTITLE" val="0"/>
  <p:tag name="KSO_WM_UNIT_PRESET_TEXT" val="线型上下导航版"/>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diagram20220058_1*a*1"/>
  <p:tag name="KSO_WM_TEMPLATE_CATEGORY" val="diagram"/>
  <p:tag name="KSO_WM_TEMPLATE_INDEX" val="20220058"/>
  <p:tag name="KSO_WM_UNIT_LAYERLEVEL" val="1"/>
  <p:tag name="KSO_WM_TAG_VERSION" val="1.0"/>
  <p:tag name="KSO_WM_BEAUTIFY_FLAG" val="#wm#"/>
  <p:tag name="KSO_WM_UNIT_VALUE" val="27"/>
  <p:tag name="KSO_WM_UNIT_BLOCK" val="0"/>
  <p:tag name="KSO_WM_UNIT_SM_LIMIT_TYPE" val="2"/>
  <p:tag name="KSO_WM_UNIT_DEC_AREA_ID" val="2d2094633d9c481aa0d84a95a015968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1026.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2843_1*f*1"/>
  <p:tag name="KSO_WM_TEMPLATE_CATEGORY" val="diagram"/>
  <p:tag name="KSO_WM_TEMPLATE_INDEX" val="20212843"/>
  <p:tag name="KSO_WM_UNIT_LAYERLEVEL" val="1"/>
  <p:tag name="KSO_WM_TAG_VERSION" val="1.0"/>
  <p:tag name="KSO_WM_BEAUTIFY_FLAG" val="#wm#"/>
  <p:tag name="KSO_WM_UNIT_DEFAULT_FONT" val="14;20;2"/>
  <p:tag name="KSO_WM_UNIT_BLOCK" val="0"/>
  <p:tag name="KSO_WM_UNIT_VALUE" val="576"/>
  <p:tag name="KSO_WM_UNIT_SHOW_EDIT_AREA_INDICATION" val="1"/>
  <p:tag name="KSO_WM_CHIP_GROUPID" val="5e6b05596848fb12bee65ac8"/>
  <p:tag name="KSO_WM_CHIP_XID" val="5e6b05596848fb12bee65aca"/>
  <p:tag name="KSO_WM_UNIT_DEC_AREA_ID" val="8cb1ccbfd41a4f08aa021a2337e676da"/>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53f115901fe44f3787d5c3752471e8b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f644054ed1e2fb8092e"/>
  <p:tag name="KSO_WM_TEMPLATE_ASSEMBLE_GROUPID" val="60656f644054ed1e2fb8092e"/>
  <p:tag name="WM_BEAUTIFY_ZORDER_FLAG_TAG" val="3"/>
</p:tagLst>
</file>

<file path=ppt/tags/tag1027.xml><?xml version="1.0" encoding="utf-8"?>
<p:tagLst xmlns:p="http://schemas.openxmlformats.org/presentationml/2006/main">
  <p:tag name="KSO_WM_SLIDE_ID" val="diagram20220058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8"/>
  <p:tag name="KSO_WM_SLIDE_LAYOUT" val="a_d"/>
  <p:tag name="KSO_WM_SLIDE_LAYOUT_CNT" val="1_1"/>
  <p:tag name="KSO_WM_SLIDE_TYPE" val="text"/>
  <p:tag name="KSO_WM_SLIDE_SUBTYPE" val="picTxt"/>
  <p:tag name="KSO_WM_SLIDE_LAYOUTTYPE" val="topbottom"/>
  <p:tag name="KSO_WM_SLIDE_SIZE" val="888*504"/>
  <p:tag name="KSO_WM_SLIDE_POSITION" val="36*12"/>
  <p:tag name="KSO_WM_SLIDE_LAYOUT_INFO" val="{&quot;backgroundInfo&quot;:[{&quot;bottom&quot;:0,&quot;bottomAbs&quot;:false,&quot;left&quot;:0,&quot;leftAbs&quot;:false,&quot;right&quot;:0,&quot;rightAbs&quot;:false,&quot;top&quot;:0,&quot;topAbs&quot;:false,&quot;type&quot;:&quot;general&quot;}],&quot;id&quot;:&quot;2026-01-13T21:14:45&quot;,&quot;maxSize&quot;:{&quot;size1&quot;:20},&quot;minSize&quot;:{&quot;size1&quot;:11.2},&quot;normalSize&quot;:{&quot;size1&quot;:11.2},&quot;subLayout&quot;:[{&quot;id&quot;:&quot;2026-01-13T21:14:45&quot;,&quot;margin&quot;:{&quot;bottom&quot;:0.025999998673796654,&quot;left&quot;:1.2699999809265137,&quot;right&quot;:1.2699999809265137,&quot;top&quot;:0.4230000376701355},&quot;type&quot;:0},{&quot;id&quot;:&quot;2026-01-13T21:14:45&quot;,&quot;margin&quot;:{&quot;bottom&quot;:0.847000002861023,&quot;left&quot;:1.2699999809265137,&quot;right&quot;:1.2699999809265137,&quot;top&quot;:1.2699999809265137},&quot;type&quot;:0}],&quot;type&quot;:0}"/>
  <p:tag name="KSO_WM_SLIDE_RATIO" val="1.777778"/>
  <p:tag name="KSO_WM_SLIDE_BACKGROUND" val="[&quot;general&quot;]"/>
  <p:tag name="KSO_WM_SLIDE_BACKGROUND_TYPE" val="general"/>
</p:tagLst>
</file>

<file path=ppt/tags/tag10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10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103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20058_1*i*1"/>
  <p:tag name="KSO_WM_TEMPLATE_CATEGORY" val="diagram"/>
  <p:tag name="KSO_WM_TEMPLATE_INDEX" val="20220058"/>
  <p:tag name="KSO_WM_UNIT_LAYERLEVEL" val="1"/>
  <p:tag name="KSO_WM_TAG_VERSION" val="1.0"/>
  <p:tag name="KSO_WM_BEAUTIFY_FLAG" val="#wm#"/>
  <p:tag name="KSO_WM_UNIT_BLOCK" val="0"/>
  <p:tag name="KSO_WM_UNIT_SM_LIMIT_TYPE" val="0"/>
  <p:tag name="KSO_WM_UNIT_DEC_AREA_ID" val="401453a90b9f4fd5b1215058b8a2f2e8"/>
  <p:tag name="KSO_WM_UNIT_DECORATE_INFO" val="{&quot;ReferentInfo&quot;:{&quot;Id&quot;:&quot;2d2094633d9c481aa0d84a95a0159686&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Lst>
</file>

<file path=ppt/tags/tag1031.xml><?xml version="1.0" encoding="utf-8"?>
<p:tagLst xmlns:p="http://schemas.openxmlformats.org/presentationml/2006/main">
  <p:tag name="KSO_WM_UNIT_ISCONTENTSTITLE" val="0"/>
  <p:tag name="KSO_WM_UNIT_ISNUMDGMTITLE" val="0"/>
  <p:tag name="KSO_WM_UNIT_PRESET_TEXT" val="线型上下导航版"/>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diagram20220058_1*a*1"/>
  <p:tag name="KSO_WM_TEMPLATE_CATEGORY" val="diagram"/>
  <p:tag name="KSO_WM_TEMPLATE_INDEX" val="20220058"/>
  <p:tag name="KSO_WM_UNIT_LAYERLEVEL" val="1"/>
  <p:tag name="KSO_WM_TAG_VERSION" val="1.0"/>
  <p:tag name="KSO_WM_BEAUTIFY_FLAG" val="#wm#"/>
  <p:tag name="KSO_WM_UNIT_VALUE" val="27"/>
  <p:tag name="KSO_WM_UNIT_BLOCK" val="0"/>
  <p:tag name="KSO_WM_UNIT_SM_LIMIT_TYPE" val="2"/>
  <p:tag name="KSO_WM_UNIT_DEC_AREA_ID" val="2d2094633d9c481aa0d84a95a015968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Lst>
</file>

<file path=ppt/tags/tag1032.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i"/>
  <p:tag name="KSO_WM_UNIT_INDEX" val="1_1"/>
  <p:tag name="KSO_WM_UNIT_ID" val="diagram20205955_2*l_i*1_1"/>
  <p:tag name="KSO_WM_TEMPLATE_CATEGORY" val="diagram"/>
  <p:tag name="KSO_WM_TEMPLATE_INDEX" val="20205955"/>
  <p:tag name="KSO_WM_UNIT_LAYERLEVEL" val="1_1"/>
  <p:tag name="KSO_WM_TAG_VERSION" val="1.0"/>
  <p:tag name="KSO_WM_BEAUTIFY_FLAG" val="#wm#"/>
  <p:tag name="KSO_WM_UNIT_LINE_FORE_SCHEMECOLOR_INDEX_BRIGHTNESS" val="-0.25"/>
  <p:tag name="KSO_WM_UNIT_LINE_FORE_SCHEMECOLOR_INDEX" val="14"/>
  <p:tag name="KSO_WM_UNIT_LINE_FILL_TYPE" val="2"/>
  <p:tag name="KSO_WM_UNIT_TEXT_FILL_FORE_SCHEMECOLOR_INDEX_BRIGHTNESS" val="0"/>
  <p:tag name="KSO_WM_UNIT_TEXT_FILL_FORE_SCHEMECOLOR_INDEX" val="2"/>
  <p:tag name="KSO_WM_UNIT_TEXT_FILL_TYPE" val="1"/>
</p:tagLst>
</file>

<file path=ppt/tags/tag1033.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1_1"/>
  <p:tag name="KSO_WM_UNIT_ID" val="diagram20205955_2*l_h_i*1_1_1"/>
  <p:tag name="KSO_WM_TEMPLATE_CATEGORY" val="diagram"/>
  <p:tag name="KSO_WM_TEMPLATE_INDEX" val="20205955"/>
  <p:tag name="KSO_WM_UNIT_LAYERLEVEL" val="1_1_1"/>
  <p:tag name="KSO_WM_TAG_VERSION" val="1.0"/>
  <p:tag name="KSO_WM_BEAUTIFY_FLAG" val="#wm#"/>
  <p:tag name="KSO_WM_UNIT_FILL_FORE_SCHEMECOLOR_INDEX_BRIGHTNESS" val="0"/>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1034.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i"/>
  <p:tag name="KSO_WM_UNIT_INDEX" val="1_2"/>
  <p:tag name="KSO_WM_UNIT_ID" val="diagram20205955_2*l_i*1_2"/>
  <p:tag name="KSO_WM_TEMPLATE_CATEGORY" val="diagram"/>
  <p:tag name="KSO_WM_TEMPLATE_INDEX" val="20205955"/>
  <p:tag name="KSO_WM_UNIT_LAYERLEVEL" val="1_1"/>
  <p:tag name="KSO_WM_TAG_VERSION" val="1.0"/>
  <p:tag name="KSO_WM_BEAUTIFY_FLAG" val="#wm#"/>
  <p:tag name="KSO_WM_UNIT_LINE_FORE_SCHEMECOLOR_INDEX_BRIGHTNESS" val="-0.25"/>
  <p:tag name="KSO_WM_UNIT_LINE_FORE_SCHEMECOLOR_INDEX" val="14"/>
  <p:tag name="KSO_WM_UNIT_LINE_FILL_TYPE" val="2"/>
</p:tagLst>
</file>

<file path=ppt/tags/tag1035.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2_1"/>
  <p:tag name="KSO_WM_UNIT_ID" val="diagram20205955_2*l_h_i*1_2_1"/>
  <p:tag name="KSO_WM_TEMPLATE_CATEGORY" val="diagram"/>
  <p:tag name="KSO_WM_TEMPLATE_INDEX" val="20205955"/>
  <p:tag name="KSO_WM_UNIT_LAYERLEVEL" val="1_1_1"/>
  <p:tag name="KSO_WM_TAG_VERSION" val="1.0"/>
  <p:tag name="KSO_WM_BEAUTIFY_FLAG" val="#wm#"/>
  <p:tag name="KSO_WM_UNIT_FILL_FORE_SCHEMECOLOR_INDEX_BRIGHTNESS" val="0"/>
  <p:tag name="KSO_WM_UNIT_FILL_FORE_SCHEMECOLOR_INDEX" val="6"/>
  <p:tag name="KSO_WM_UNIT_FILL_TYPE" val="1"/>
  <p:tag name="KSO_WM_UNIT_TEXT_FILL_FORE_SCHEMECOLOR_INDEX_BRIGHTNESS" val="0"/>
  <p:tag name="KSO_WM_UNIT_TEXT_FILL_FORE_SCHEMECOLOR_INDEX" val="2"/>
  <p:tag name="KSO_WM_UNIT_TEXT_FILL_TYPE" val="1"/>
</p:tagLst>
</file>

<file path=ppt/tags/tag1036.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i"/>
  <p:tag name="KSO_WM_UNIT_INDEX" val="1_3"/>
  <p:tag name="KSO_WM_UNIT_ID" val="diagram20205955_2*l_i*1_3"/>
  <p:tag name="KSO_WM_TEMPLATE_CATEGORY" val="diagram"/>
  <p:tag name="KSO_WM_TEMPLATE_INDEX" val="20205955"/>
  <p:tag name="KSO_WM_UNIT_LAYERLEVEL" val="1_1"/>
  <p:tag name="KSO_WM_TAG_VERSION" val="1.0"/>
  <p:tag name="KSO_WM_BEAUTIFY_FLAG" val="#wm#"/>
  <p:tag name="KSO_WM_UNIT_LINE_FORE_SCHEMECOLOR_INDEX_BRIGHTNESS" val="-0.25"/>
  <p:tag name="KSO_WM_UNIT_LINE_FORE_SCHEMECOLOR_INDEX" val="14"/>
  <p:tag name="KSO_WM_UNIT_LINE_FILL_TYPE" val="2"/>
</p:tagLst>
</file>

<file path=ppt/tags/tag1037.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3_1"/>
  <p:tag name="KSO_WM_UNIT_ID" val="diagram20205955_2*l_h_i*1_3_1"/>
  <p:tag name="KSO_WM_TEMPLATE_CATEGORY" val="diagram"/>
  <p:tag name="KSO_WM_TEMPLATE_INDEX" val="20205955"/>
  <p:tag name="KSO_WM_UNIT_LAYERLEVEL" val="1_1_1"/>
  <p:tag name="KSO_WM_TAG_VERSION" val="1.0"/>
  <p:tag name="KSO_WM_BEAUTIFY_FLAG" val="#wm#"/>
  <p:tag name="KSO_WM_UNIT_FILL_FORE_SCHEMECOLOR_INDEX_BRIGHTNESS" val="0"/>
  <p:tag name="KSO_WM_UNIT_FILL_FORE_SCHEMECOLOR_INDEX" val="7"/>
  <p:tag name="KSO_WM_UNIT_FILL_TYPE" val="1"/>
  <p:tag name="KSO_WM_UNIT_TEXT_FILL_FORE_SCHEMECOLOR_INDEX_BRIGHTNESS" val="0"/>
  <p:tag name="KSO_WM_UNIT_TEXT_FILL_FORE_SCHEMECOLOR_INDEX" val="2"/>
  <p:tag name="KSO_WM_UNIT_TEXT_FILL_TYPE" val="1"/>
</p:tagLst>
</file>

<file path=ppt/tags/tag1038.xml><?xml version="1.0" encoding="utf-8"?>
<p:tagLst xmlns:p="http://schemas.openxmlformats.org/presentationml/2006/main">
  <p:tag name="KSO_WM_UNIT_SUBTYPE" val="a"/>
  <p:tag name="KSO_WM_UNIT_PRESET_TEXT" val="单点击此处添加正文，文字是您思想的提炼，为了演示发布的良好效果，请您尽可能提炼思想的精髓，然后简单的阐述您的观点。如果您的内容确实非常重要又难以精简，也请使用分段处理，对内容进行简单的梳理和提炼，这样会使逻辑框架相对清晰。请您尽可能提炼思想的精髓，否则容易造成观者的阅读压力，适得其反。单点击此处添加正文，文字是您思想的提炼，为了演示发布的良好效果，请您尽可能提炼思想的精髓，然后简单的阐述您的观点。"/>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1_1"/>
  <p:tag name="KSO_WM_UNIT_ID" val="diagram20205955_2*l_h_f*1_1_1"/>
  <p:tag name="KSO_WM_TEMPLATE_CATEGORY" val="diagram"/>
  <p:tag name="KSO_WM_TEMPLATE_INDEX" val="20205955"/>
  <p:tag name="KSO_WM_UNIT_LAYERLEVEL" val="1_1_1"/>
  <p:tag name="KSO_WM_TAG_VERSION" val="1.0"/>
  <p:tag name="KSO_WM_BEAUTIFY_FLAG" val="#wm#"/>
  <p:tag name="KSO_WM_UNIT_TEXT_FILL_FORE_SCHEMECOLOR_INDEX_BRIGHTNESS" val="0.25"/>
  <p:tag name="KSO_WM_UNIT_TEXT_FILL_FORE_SCHEMECOLOR_INDEX" val="13"/>
  <p:tag name="KSO_WM_UNIT_TEXT_FILL_TYPE" val="1"/>
</p:tagLst>
</file>

<file path=ppt/tags/tag1039.xml><?xml version="1.0" encoding="utf-8"?>
<p:tagLst xmlns:p="http://schemas.openxmlformats.org/presentationml/2006/main">
  <p:tag name="KSO_WM_UNIT_SUBTYPE" val="a"/>
  <p:tag name="KSO_WM_UNIT_PRESET_TEXT" val="单点击此处添加正文，文字是您思想的提炼，为了演示发布的良好效果，请您尽可能提炼思想的精髓，然后简单的阐述您的观点。如果您的内容确实非常重要又难以精简，也请使用分段处理，对内容进行简单的梳理和提炼，这样会使逻辑框架相对清晰。请您尽可能提炼思想的精髓，否则容易造成观者的阅读压力，适得其反。单点击此处添加正文，文字是您思想的提炼，为了演示发布的良好效果，请您尽可能提炼思想的精髓，然后简单的阐述您的观点。"/>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2_1"/>
  <p:tag name="KSO_WM_UNIT_ID" val="diagram20205955_2*l_h_f*1_2_1"/>
  <p:tag name="KSO_WM_TEMPLATE_CATEGORY" val="diagram"/>
  <p:tag name="KSO_WM_TEMPLATE_INDEX" val="20205955"/>
  <p:tag name="KSO_WM_UNIT_LAYERLEVEL" val="1_1_1"/>
  <p:tag name="KSO_WM_TAG_VERSION" val="1.0"/>
  <p:tag name="KSO_WM_BEAUTIFY_FLAG" val="#wm#"/>
  <p:tag name="KSO_WM_UNIT_TEXT_FILL_FORE_SCHEMECOLOR_INDEX_BRIGHTNESS" val="0.25"/>
  <p:tag name="KSO_WM_UNIT_TEXT_FILL_FORE_SCHEMECOLOR_INDEX" val="13"/>
  <p:tag name="KSO_WM_UNIT_TEXT_FILL_TYPE" val="1"/>
</p:tagLst>
</file>

<file path=ppt/tags/tag1040.xml><?xml version="1.0" encoding="utf-8"?>
<p:tagLst xmlns:p="http://schemas.openxmlformats.org/presentationml/2006/main">
  <p:tag name="KSO_WM_UNIT_SUBTYPE" val="a"/>
  <p:tag name="KSO_WM_UNIT_PRESET_TEXT" val="单点击此处添加正文，文字是您思想的提炼，为了演示发布的良好效果，请您尽可能提炼思想的精髓，然后简单的阐述您的观点。如果您的内容确实非常重要又难以精简，也请使用分段处理，对内容进行简单的梳理和提炼，这样会使逻辑框架相对清晰。请您尽可能提炼思想的精髓，否则容易造成观者的阅读压力，适得其反。单点击此处添加正文，文字是您思想的提炼，为了演示发布的良好效果，请您尽可能提炼思想的精髓，然后简单的阐述您的观点。"/>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3_1"/>
  <p:tag name="KSO_WM_UNIT_ID" val="diagram20205955_2*l_h_f*1_3_1"/>
  <p:tag name="KSO_WM_TEMPLATE_CATEGORY" val="diagram"/>
  <p:tag name="KSO_WM_TEMPLATE_INDEX" val="20205955"/>
  <p:tag name="KSO_WM_UNIT_LAYERLEVEL" val="1_1_1"/>
  <p:tag name="KSO_WM_TAG_VERSION" val="1.0"/>
  <p:tag name="KSO_WM_BEAUTIFY_FLAG" val="#wm#"/>
  <p:tag name="KSO_WM_UNIT_TEXT_FILL_FORE_SCHEMECOLOR_INDEX_BRIGHTNESS" val="0.25"/>
  <p:tag name="KSO_WM_UNIT_TEXT_FILL_FORE_SCHEMECOLOR_INDEX" val="13"/>
  <p:tag name="KSO_WM_UNIT_TEXT_FILL_TYPE" val="1"/>
</p:tagLst>
</file>

<file path=ppt/tags/tag1041.xml><?xml version="1.0" encoding="utf-8"?>
<p:tagLst xmlns:p="http://schemas.openxmlformats.org/presentationml/2006/main">
  <p:tag name="KSO_WM_SLIDE_ID" val="diagram20220058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8"/>
  <p:tag name="KSO_WM_SLIDE_LAYOUT" val="a_d"/>
  <p:tag name="KSO_WM_SLIDE_LAYOUT_CNT" val="1_1"/>
  <p:tag name="KSO_WM_SLIDE_TYPE" val="text"/>
  <p:tag name="KSO_WM_SLIDE_SUBTYPE" val="picTxt"/>
  <p:tag name="KSO_WM_SLIDE_LAYOUTTYPE" val="topbottom"/>
  <p:tag name="KSO_WM_SLIDE_SIZE" val="888*504"/>
  <p:tag name="KSO_WM_SLIDE_POSITION" val="36*12"/>
  <p:tag name="KSO_WM_SLIDE_LAYOUT_INFO" val="{&quot;backgroundInfo&quot;:[{&quot;bottom&quot;:0,&quot;bottomAbs&quot;:false,&quot;left&quot;:0,&quot;leftAbs&quot;:false,&quot;right&quot;:0,&quot;rightAbs&quot;:false,&quot;top&quot;:0,&quot;topAbs&quot;:false,&quot;type&quot;:&quot;general&quot;}],&quot;id&quot;:&quot;2026-01-13T21:14:45&quot;,&quot;maxSize&quot;:{&quot;size1&quot;:20},&quot;minSize&quot;:{&quot;size1&quot;:11.2},&quot;normalSize&quot;:{&quot;size1&quot;:11.2},&quot;subLayout&quot;:[{&quot;id&quot;:&quot;2026-01-13T21:14:45&quot;,&quot;margin&quot;:{&quot;bottom&quot;:0.025999998673796654,&quot;left&quot;:1.2699999809265137,&quot;right&quot;:1.2699999809265137,&quot;top&quot;:0.4230000376701355},&quot;type&quot;:0},{&quot;id&quot;:&quot;2026-01-13T21:14:45&quot;,&quot;margin&quot;:{&quot;bottom&quot;:0.847000002861023,&quot;left&quot;:1.2699999809265137,&quot;right&quot;:1.2699999809265137,&quot;top&quot;:1.2699999809265137},&quot;type&quot;:0}],&quot;type&quot;:0}"/>
  <p:tag name="KSO_WM_SLIDE_RATIO" val="1.777778"/>
  <p:tag name="KSO_WM_SLIDE_BACKGROUND" val="[&quot;general&quot;]"/>
  <p:tag name="KSO_WM_SLIDE_BACKGROUND_TYPE" val="general"/>
</p:tagLst>
</file>

<file path=ppt/tags/tag104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104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104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20058_1*i*1"/>
  <p:tag name="KSO_WM_TEMPLATE_CATEGORY" val="diagram"/>
  <p:tag name="KSO_WM_TEMPLATE_INDEX" val="20220058"/>
  <p:tag name="KSO_WM_UNIT_LAYERLEVEL" val="1"/>
  <p:tag name="KSO_WM_TAG_VERSION" val="1.0"/>
  <p:tag name="KSO_WM_BEAUTIFY_FLAG" val="#wm#"/>
  <p:tag name="KSO_WM_UNIT_BLOCK" val="0"/>
  <p:tag name="KSO_WM_UNIT_SM_LIMIT_TYPE" val="0"/>
  <p:tag name="KSO_WM_UNIT_DEC_AREA_ID" val="401453a90b9f4fd5b1215058b8a2f2e8"/>
  <p:tag name="KSO_WM_UNIT_DECORATE_INFO" val="{&quot;ReferentInfo&quot;:{&quot;Id&quot;:&quot;2d2094633d9c481aa0d84a95a0159686&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1045.xml><?xml version="1.0" encoding="utf-8"?>
<p:tagLst xmlns:p="http://schemas.openxmlformats.org/presentationml/2006/main">
  <p:tag name="KSO_WM_UNIT_ISCONTENTSTITLE" val="0"/>
  <p:tag name="KSO_WM_UNIT_ISNUMDGMTITLE" val="0"/>
  <p:tag name="KSO_WM_UNIT_PRESET_TEXT" val="线型上下导航版"/>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diagram20220058_1*a*1"/>
  <p:tag name="KSO_WM_TEMPLATE_CATEGORY" val="diagram"/>
  <p:tag name="KSO_WM_TEMPLATE_INDEX" val="20220058"/>
  <p:tag name="KSO_WM_UNIT_LAYERLEVEL" val="1"/>
  <p:tag name="KSO_WM_TAG_VERSION" val="1.0"/>
  <p:tag name="KSO_WM_BEAUTIFY_FLAG" val="#wm#"/>
  <p:tag name="KSO_WM_UNIT_VALUE" val="27"/>
  <p:tag name="KSO_WM_UNIT_BLOCK" val="0"/>
  <p:tag name="KSO_WM_UNIT_SM_LIMIT_TYPE" val="2"/>
  <p:tag name="KSO_WM_UNIT_DEC_AREA_ID" val="2d2094633d9c481aa0d84a95a015968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1046.xml><?xml version="1.0" encoding="utf-8"?>
<p:tagLst xmlns:p="http://schemas.openxmlformats.org/presentationml/2006/main">
  <p:tag name="KSO_WM_TAG_VERSION" val="1.0"/>
  <p:tag name="KSO_WM_BEAUTIFY_FLAG" val="#wm#"/>
  <p:tag name="KSO_WM_UNIT_TYPE" val="i"/>
  <p:tag name="KSO_WM_UNIT_ID" val="diagram20208604_1*i*1"/>
  <p:tag name="KSO_WM_TEMPLATE_CATEGORY" val="diagram"/>
  <p:tag name="KSO_WM_TEMPLATE_INDEX" val="20208604"/>
  <p:tag name="KSO_WM_UNIT_INDEX" val="1"/>
  <p:tag name="KSO_WM_UNIT_HIGHLIGHT" val="0"/>
  <p:tag name="KSO_WM_UNIT_COMPATIBLE" val="0"/>
  <p:tag name="KSO_WM_UNIT_DIAGRAM_ISNUMVISUAL" val="0"/>
  <p:tag name="KSO_WM_UNIT_DIAGRAM_ISREFERUNIT" val="0"/>
  <p:tag name="KSO_WM_UNIT_LAYERLEVEL" val="1"/>
  <p:tag name="KSO_WM_UNIT_BLOCK" val="0"/>
  <p:tag name="KSO_WM_UNIT_SM_LIMIT_TYPE" val="2"/>
  <p:tag name="KSO_WM_UNIT_DEC_AREA_ID" val="e352ecb8f5b840f19a3cb857467d0e4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UNIT_TEXT_FILL_FORE_SCHEMECOLOR_INDEX_BRIGHTNESS" val="0"/>
  <p:tag name="KSO_WM_UNIT_TEXT_FILL_FORE_SCHEMECOLOR_INDEX" val="2"/>
  <p:tag name="KSO_WM_UNIT_TEXT_FILL_TYPE" val="1"/>
  <p:tag name="KSO_WM_UNIT_VALUE" val="864"/>
  <p:tag name="KSO_WM_TEMPLATE_ASSEMBLE_XID" val="60656e7a4054ed1e2fb7f9a0"/>
  <p:tag name="KSO_WM_TEMPLATE_ASSEMBLE_GROUPID" val="60656e7a4054ed1e2fb7f9a0"/>
  <p:tag name="WM_BEAUTIFY_ZORDER_FLAG_TAG" val="3"/>
</p:tagLst>
</file>

<file path=ppt/tags/tag1047.xml><?xml version="1.0" encoding="utf-8"?>
<p:tagLst xmlns:p="http://schemas.openxmlformats.org/presentationml/2006/main">
  <p:tag name="KSO_WM_TAG_VERSION" val="1.0"/>
  <p:tag name="KSO_WM_BEAUTIFY_FLAG" val="#wm#"/>
  <p:tag name="KSO_WM_UNIT_TYPE" val="i"/>
  <p:tag name="KSO_WM_UNIT_ID" val="diagram20208604_1*i*2"/>
  <p:tag name="KSO_WM_TEMPLATE_CATEGORY" val="diagram"/>
  <p:tag name="KSO_WM_TEMPLATE_INDEX" val="20208604"/>
  <p:tag name="KSO_WM_UNIT_INDEX" val="2"/>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65248d0e2eac4a16859a1c0559d33ac9"/>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4"/>
</p:tagLst>
</file>

<file path=ppt/tags/tag1048.xml><?xml version="1.0" encoding="utf-8"?>
<p:tagLst xmlns:p="http://schemas.openxmlformats.org/presentationml/2006/main">
  <p:tag name="KSO_WM_TAG_VERSION" val="1.0"/>
  <p:tag name="KSO_WM_BEAUTIFY_FLAG" val="#wm#"/>
  <p:tag name="KSO_WM_UNIT_TYPE" val="i"/>
  <p:tag name="KSO_WM_UNIT_ID" val="diagram20208604_1*i*3"/>
  <p:tag name="KSO_WM_TEMPLATE_CATEGORY" val="diagram"/>
  <p:tag name="KSO_WM_TEMPLATE_INDEX" val="20208604"/>
  <p:tag name="KSO_WM_UNIT_INDEX" val="3"/>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d26b32aaa4d84b0dbd1030a6cabd7a68"/>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5"/>
</p:tagLst>
</file>

<file path=ppt/tags/tag1049.xml><?xml version="1.0" encoding="utf-8"?>
<p:tagLst xmlns:p="http://schemas.openxmlformats.org/presentationml/2006/main">
  <p:tag name="KSO_WM_TAG_VERSION" val="1.0"/>
  <p:tag name="KSO_WM_BEAUTIFY_FLAG" val="#wm#"/>
  <p:tag name="KSO_WM_UNIT_TYPE" val="i"/>
  <p:tag name="KSO_WM_UNIT_ID" val="diagram20208604_1*i*4"/>
  <p:tag name="KSO_WM_TEMPLATE_CATEGORY" val="diagram"/>
  <p:tag name="KSO_WM_TEMPLATE_INDEX" val="20208604"/>
  <p:tag name="KSO_WM_UNIT_INDEX" val="4"/>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808fb1adb4d744cc9d369074d0507e4f"/>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6"/>
</p:tagLst>
</file>

<file path=ppt/tags/tag1050.xml><?xml version="1.0" encoding="utf-8"?>
<p:tagLst xmlns:p="http://schemas.openxmlformats.org/presentationml/2006/main">
  <p:tag name="KSO_WM_TAG_VERSION" val="1.0"/>
  <p:tag name="KSO_WM_BEAUTIFY_FLAG" val="#wm#"/>
  <p:tag name="KSO_WM_UNIT_TYPE" val="i"/>
  <p:tag name="KSO_WM_UNIT_ID" val="diagram20208604_1*i*5"/>
  <p:tag name="KSO_WM_TEMPLATE_CATEGORY" val="diagram"/>
  <p:tag name="KSO_WM_TEMPLATE_INDEX" val="20208604"/>
  <p:tag name="KSO_WM_UNIT_INDEX" val="5"/>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060ccbb9a83241f2a52575c4e4f76136"/>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7"/>
</p:tagLst>
</file>

<file path=ppt/tags/tag1051.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需要用更多的文字来表述；但请您尽可能提炼思想的精髓。"/>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8604_1*f*1"/>
  <p:tag name="KSO_WM_TEMPLATE_CATEGORY" val="diagram"/>
  <p:tag name="KSO_WM_TEMPLATE_INDEX" val="20208604"/>
  <p:tag name="KSO_WM_UNIT_LAYERLEVEL" val="1"/>
  <p:tag name="KSO_WM_TAG_VERSION" val="1.0"/>
  <p:tag name="KSO_WM_BEAUTIFY_FLAG" val="#wm#"/>
  <p:tag name="KSO_WM_UNIT_DEFAULT_FONT" val="14;20;2"/>
  <p:tag name="KSO_WM_UNIT_BLOCK" val="0"/>
  <p:tag name="KSO_WM_UNIT_VALUE" val="588"/>
  <p:tag name="KSO_WM_UNIT_SHOW_EDIT_AREA_INDICATION" val="1"/>
  <p:tag name="KSO_WM_CHIP_GROUPID" val="5e6b05596848fb12bee65ac8"/>
  <p:tag name="KSO_WM_CHIP_XID" val="5e6b05596848fb12bee65aca"/>
  <p:tag name="KSO_WM_UNIT_DEC_AREA_ID" val="5557aaf2e9bc4b2499ccf5d271336ab4"/>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ff7d2160ef064691979e787d147d2e4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e7a4054ed1e2fb7f9a0"/>
  <p:tag name="KSO_WM_TEMPLATE_ASSEMBLE_GROUPID" val="60656e7a4054ed1e2fb7f9a0"/>
  <p:tag name="WM_BEAUTIFY_ZORDER_FLAG_TAG" val="8"/>
</p:tagLst>
</file>

<file path=ppt/tags/tag1052.xml><?xml version="1.0" encoding="utf-8"?>
<p:tagLst xmlns:p="http://schemas.openxmlformats.org/presentationml/2006/main">
  <p:tag name="KSO_WM_SLIDE_ID" val="diagram20220058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8"/>
  <p:tag name="KSO_WM_SLIDE_LAYOUT" val="a_d"/>
  <p:tag name="KSO_WM_SLIDE_LAYOUT_CNT" val="1_1"/>
  <p:tag name="KSO_WM_SLIDE_TYPE" val="text"/>
  <p:tag name="KSO_WM_SLIDE_SUBTYPE" val="picTxt"/>
  <p:tag name="KSO_WM_SLIDE_LAYOUTTYPE" val="topbottom"/>
  <p:tag name="KSO_WM_SLIDE_SIZE" val="888*504"/>
  <p:tag name="KSO_WM_SLIDE_POSITION" val="36*12"/>
  <p:tag name="KSO_WM_SLIDE_LAYOUT_INFO" val="{&quot;backgroundInfo&quot;:[{&quot;bottom&quot;:0,&quot;bottomAbs&quot;:false,&quot;left&quot;:0,&quot;leftAbs&quot;:false,&quot;right&quot;:0,&quot;rightAbs&quot;:false,&quot;top&quot;:0,&quot;topAbs&quot;:false,&quot;type&quot;:&quot;general&quot;}],&quot;id&quot;:&quot;2026-01-13T21:14:45&quot;,&quot;maxSize&quot;:{&quot;size1&quot;:20},&quot;minSize&quot;:{&quot;size1&quot;:11.2},&quot;normalSize&quot;:{&quot;size1&quot;:11.2},&quot;subLayout&quot;:[{&quot;id&quot;:&quot;2026-01-13T21:14:45&quot;,&quot;margin&quot;:{&quot;bottom&quot;:0.025999998673796654,&quot;left&quot;:1.2699999809265137,&quot;right&quot;:1.2699999809265137,&quot;top&quot;:0.4230000376701355},&quot;type&quot;:0},{&quot;id&quot;:&quot;2026-01-13T21:14:45&quot;,&quot;margin&quot;:{&quot;bottom&quot;:0.847000002861023,&quot;left&quot;:1.2699999809265137,&quot;right&quot;:1.2699999809265137,&quot;top&quot;:1.2699999809265137},&quot;type&quot;:0}],&quot;type&quot;:0}"/>
  <p:tag name="KSO_WM_SLIDE_RATIO" val="1.777778"/>
  <p:tag name="KSO_WM_SLIDE_BACKGROUND" val="[&quot;general&quot;]"/>
  <p:tag name="KSO_WM_SLIDE_BACKGROUND_TYPE" val="general"/>
</p:tagLst>
</file>

<file path=ppt/tags/tag105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105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105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20058_1*i*1"/>
  <p:tag name="KSO_WM_TEMPLATE_CATEGORY" val="diagram"/>
  <p:tag name="KSO_WM_TEMPLATE_INDEX" val="20220058"/>
  <p:tag name="KSO_WM_UNIT_LAYERLEVEL" val="1"/>
  <p:tag name="KSO_WM_TAG_VERSION" val="1.0"/>
  <p:tag name="KSO_WM_BEAUTIFY_FLAG" val="#wm#"/>
  <p:tag name="KSO_WM_UNIT_BLOCK" val="0"/>
  <p:tag name="KSO_WM_UNIT_SM_LIMIT_TYPE" val="0"/>
  <p:tag name="KSO_WM_UNIT_DEC_AREA_ID" val="401453a90b9f4fd5b1215058b8a2f2e8"/>
  <p:tag name="KSO_WM_UNIT_DECORATE_INFO" val="{&quot;ReferentInfo&quot;:{&quot;Id&quot;:&quot;2d2094633d9c481aa0d84a95a0159686&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1056.xml><?xml version="1.0" encoding="utf-8"?>
<p:tagLst xmlns:p="http://schemas.openxmlformats.org/presentationml/2006/main">
  <p:tag name="KSO_WM_UNIT_ISCONTENTSTITLE" val="0"/>
  <p:tag name="KSO_WM_UNIT_ISNUMDGMTITLE" val="0"/>
  <p:tag name="KSO_WM_UNIT_PRESET_TEXT" val="线型上下导航版"/>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diagram20220058_1*a*1"/>
  <p:tag name="KSO_WM_TEMPLATE_CATEGORY" val="diagram"/>
  <p:tag name="KSO_WM_TEMPLATE_INDEX" val="20220058"/>
  <p:tag name="KSO_WM_UNIT_LAYERLEVEL" val="1"/>
  <p:tag name="KSO_WM_TAG_VERSION" val="1.0"/>
  <p:tag name="KSO_WM_BEAUTIFY_FLAG" val="#wm#"/>
  <p:tag name="KSO_WM_UNIT_VALUE" val="27"/>
  <p:tag name="KSO_WM_UNIT_BLOCK" val="0"/>
  <p:tag name="KSO_WM_UNIT_SM_LIMIT_TYPE" val="2"/>
  <p:tag name="KSO_WM_UNIT_DEC_AREA_ID" val="2d2094633d9c481aa0d84a95a015968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1057.xml><?xml version="1.0" encoding="utf-8"?>
<p:tagLst xmlns:p="http://schemas.openxmlformats.org/presentationml/2006/main">
  <p:tag name="KSO_WM_TAG_VERSION" val="1.0"/>
  <p:tag name="KSO_WM_BEAUTIFY_FLAG" val="#wm#"/>
  <p:tag name="KSO_WM_UNIT_TYPE" val="i"/>
  <p:tag name="KSO_WM_UNIT_ID" val="diagram20208604_1*i*1"/>
  <p:tag name="KSO_WM_TEMPLATE_CATEGORY" val="diagram"/>
  <p:tag name="KSO_WM_TEMPLATE_INDEX" val="20208604"/>
  <p:tag name="KSO_WM_UNIT_INDEX" val="1"/>
  <p:tag name="KSO_WM_UNIT_HIGHLIGHT" val="0"/>
  <p:tag name="KSO_WM_UNIT_COMPATIBLE" val="0"/>
  <p:tag name="KSO_WM_UNIT_DIAGRAM_ISNUMVISUAL" val="0"/>
  <p:tag name="KSO_WM_UNIT_DIAGRAM_ISREFERUNIT" val="0"/>
  <p:tag name="KSO_WM_UNIT_LAYERLEVEL" val="1"/>
  <p:tag name="KSO_WM_UNIT_BLOCK" val="0"/>
  <p:tag name="KSO_WM_UNIT_SM_LIMIT_TYPE" val="2"/>
  <p:tag name="KSO_WM_UNIT_DEC_AREA_ID" val="e352ecb8f5b840f19a3cb857467d0e4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UNIT_TEXT_FILL_FORE_SCHEMECOLOR_INDEX_BRIGHTNESS" val="0"/>
  <p:tag name="KSO_WM_UNIT_TEXT_FILL_FORE_SCHEMECOLOR_INDEX" val="2"/>
  <p:tag name="KSO_WM_UNIT_TEXT_FILL_TYPE" val="1"/>
  <p:tag name="KSO_WM_UNIT_VALUE" val="864"/>
  <p:tag name="KSO_WM_TEMPLATE_ASSEMBLE_XID" val="60656e7a4054ed1e2fb7f9a0"/>
  <p:tag name="KSO_WM_TEMPLATE_ASSEMBLE_GROUPID" val="60656e7a4054ed1e2fb7f9a0"/>
  <p:tag name="WM_BEAUTIFY_ZORDER_FLAG_TAG" val="3"/>
</p:tagLst>
</file>

<file path=ppt/tags/tag1058.xml><?xml version="1.0" encoding="utf-8"?>
<p:tagLst xmlns:p="http://schemas.openxmlformats.org/presentationml/2006/main">
  <p:tag name="KSO_WM_TAG_VERSION" val="1.0"/>
  <p:tag name="KSO_WM_BEAUTIFY_FLAG" val="#wm#"/>
  <p:tag name="KSO_WM_UNIT_TYPE" val="i"/>
  <p:tag name="KSO_WM_UNIT_ID" val="diagram20208604_1*i*2"/>
  <p:tag name="KSO_WM_TEMPLATE_CATEGORY" val="diagram"/>
  <p:tag name="KSO_WM_TEMPLATE_INDEX" val="20208604"/>
  <p:tag name="KSO_WM_UNIT_INDEX" val="2"/>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65248d0e2eac4a16859a1c0559d33ac9"/>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4"/>
</p:tagLst>
</file>

<file path=ppt/tags/tag1059.xml><?xml version="1.0" encoding="utf-8"?>
<p:tagLst xmlns:p="http://schemas.openxmlformats.org/presentationml/2006/main">
  <p:tag name="KSO_WM_TAG_VERSION" val="1.0"/>
  <p:tag name="KSO_WM_BEAUTIFY_FLAG" val="#wm#"/>
  <p:tag name="KSO_WM_UNIT_TYPE" val="i"/>
  <p:tag name="KSO_WM_UNIT_ID" val="diagram20208604_1*i*3"/>
  <p:tag name="KSO_WM_TEMPLATE_CATEGORY" val="diagram"/>
  <p:tag name="KSO_WM_TEMPLATE_INDEX" val="20208604"/>
  <p:tag name="KSO_WM_UNIT_INDEX" val="3"/>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d26b32aaa4d84b0dbd1030a6cabd7a68"/>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5"/>
</p:tagLst>
</file>

<file path=ppt/tags/tag1060.xml><?xml version="1.0" encoding="utf-8"?>
<p:tagLst xmlns:p="http://schemas.openxmlformats.org/presentationml/2006/main">
  <p:tag name="KSO_WM_TAG_VERSION" val="1.0"/>
  <p:tag name="KSO_WM_BEAUTIFY_FLAG" val="#wm#"/>
  <p:tag name="KSO_WM_UNIT_TYPE" val="i"/>
  <p:tag name="KSO_WM_UNIT_ID" val="diagram20208604_1*i*4"/>
  <p:tag name="KSO_WM_TEMPLATE_CATEGORY" val="diagram"/>
  <p:tag name="KSO_WM_TEMPLATE_INDEX" val="20208604"/>
  <p:tag name="KSO_WM_UNIT_INDEX" val="4"/>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808fb1adb4d744cc9d369074d0507e4f"/>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6"/>
</p:tagLst>
</file>

<file path=ppt/tags/tag1061.xml><?xml version="1.0" encoding="utf-8"?>
<p:tagLst xmlns:p="http://schemas.openxmlformats.org/presentationml/2006/main">
  <p:tag name="KSO_WM_TAG_VERSION" val="1.0"/>
  <p:tag name="KSO_WM_BEAUTIFY_FLAG" val="#wm#"/>
  <p:tag name="KSO_WM_UNIT_TYPE" val="i"/>
  <p:tag name="KSO_WM_UNIT_ID" val="diagram20208604_1*i*5"/>
  <p:tag name="KSO_WM_TEMPLATE_CATEGORY" val="diagram"/>
  <p:tag name="KSO_WM_TEMPLATE_INDEX" val="20208604"/>
  <p:tag name="KSO_WM_UNIT_INDEX" val="5"/>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060ccbb9a83241f2a52575c4e4f76136"/>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7"/>
</p:tagLst>
</file>

<file path=ppt/tags/tag1062.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需要用更多的文字来表述；但请您尽可能提炼思想的精髓。"/>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8604_1*f*1"/>
  <p:tag name="KSO_WM_TEMPLATE_CATEGORY" val="diagram"/>
  <p:tag name="KSO_WM_TEMPLATE_INDEX" val="20208604"/>
  <p:tag name="KSO_WM_UNIT_LAYERLEVEL" val="1"/>
  <p:tag name="KSO_WM_TAG_VERSION" val="1.0"/>
  <p:tag name="KSO_WM_BEAUTIFY_FLAG" val="#wm#"/>
  <p:tag name="KSO_WM_UNIT_DEFAULT_FONT" val="14;20;2"/>
  <p:tag name="KSO_WM_UNIT_BLOCK" val="0"/>
  <p:tag name="KSO_WM_UNIT_VALUE" val="588"/>
  <p:tag name="KSO_WM_UNIT_SHOW_EDIT_AREA_INDICATION" val="1"/>
  <p:tag name="KSO_WM_CHIP_GROUPID" val="5e6b05596848fb12bee65ac8"/>
  <p:tag name="KSO_WM_CHIP_XID" val="5e6b05596848fb12bee65aca"/>
  <p:tag name="KSO_WM_UNIT_DEC_AREA_ID" val="5557aaf2e9bc4b2499ccf5d271336ab4"/>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ff7d2160ef064691979e787d147d2e4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e7a4054ed1e2fb7f9a0"/>
  <p:tag name="KSO_WM_TEMPLATE_ASSEMBLE_GROUPID" val="60656e7a4054ed1e2fb7f9a0"/>
  <p:tag name="WM_BEAUTIFY_ZORDER_FLAG_TAG" val="8"/>
</p:tagLst>
</file>

<file path=ppt/tags/tag1063.xml><?xml version="1.0" encoding="utf-8"?>
<p:tagLst xmlns:p="http://schemas.openxmlformats.org/presentationml/2006/main">
  <p:tag name="KSO_WM_SLIDE_ID" val="diagram20220058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8"/>
  <p:tag name="KSO_WM_SLIDE_LAYOUT" val="a_d"/>
  <p:tag name="KSO_WM_SLIDE_LAYOUT_CNT" val="1_1"/>
  <p:tag name="KSO_WM_SLIDE_TYPE" val="text"/>
  <p:tag name="KSO_WM_SLIDE_SUBTYPE" val="picTxt"/>
  <p:tag name="KSO_WM_SLIDE_LAYOUTTYPE" val="topbottom"/>
  <p:tag name="KSO_WM_SLIDE_SIZE" val="888*504"/>
  <p:tag name="KSO_WM_SLIDE_POSITION" val="36*12"/>
  <p:tag name="KSO_WM_SLIDE_LAYOUT_INFO" val="{&quot;backgroundInfo&quot;:[{&quot;bottom&quot;:0,&quot;bottomAbs&quot;:false,&quot;left&quot;:0,&quot;leftAbs&quot;:false,&quot;right&quot;:0,&quot;rightAbs&quot;:false,&quot;top&quot;:0,&quot;topAbs&quot;:false,&quot;type&quot;:&quot;general&quot;}],&quot;id&quot;:&quot;2026-01-13T21:14:45&quot;,&quot;maxSize&quot;:{&quot;size1&quot;:20},&quot;minSize&quot;:{&quot;size1&quot;:11.2},&quot;normalSize&quot;:{&quot;size1&quot;:11.2},&quot;subLayout&quot;:[{&quot;id&quot;:&quot;2026-01-13T21:14:45&quot;,&quot;margin&quot;:{&quot;bottom&quot;:0.025999998673796654,&quot;left&quot;:1.2699999809265137,&quot;right&quot;:1.2699999809265137,&quot;top&quot;:0.4230000376701355},&quot;type&quot;:0},{&quot;id&quot;:&quot;2026-01-13T21:14:45&quot;,&quot;margin&quot;:{&quot;bottom&quot;:0.847000002861023,&quot;left&quot;:1.2699999809265137,&quot;right&quot;:1.2699999809265137,&quot;top&quot;:1.2699999809265137},&quot;type&quot;:0}],&quot;type&quot;:0}"/>
  <p:tag name="KSO_WM_SLIDE_RATIO" val="1.777778"/>
  <p:tag name="KSO_WM_SLIDE_BACKGROUND" val="[&quot;general&quot;]"/>
  <p:tag name="KSO_WM_SLIDE_BACKGROUND_TYPE" val="general"/>
</p:tagLst>
</file>

<file path=ppt/tags/tag106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106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106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20058_1*i*1"/>
  <p:tag name="KSO_WM_TEMPLATE_CATEGORY" val="diagram"/>
  <p:tag name="KSO_WM_TEMPLATE_INDEX" val="20220058"/>
  <p:tag name="KSO_WM_UNIT_LAYERLEVEL" val="1"/>
  <p:tag name="KSO_WM_TAG_VERSION" val="1.0"/>
  <p:tag name="KSO_WM_BEAUTIFY_FLAG" val="#wm#"/>
  <p:tag name="KSO_WM_UNIT_BLOCK" val="0"/>
  <p:tag name="KSO_WM_UNIT_SM_LIMIT_TYPE" val="0"/>
  <p:tag name="KSO_WM_UNIT_DEC_AREA_ID" val="401453a90b9f4fd5b1215058b8a2f2e8"/>
  <p:tag name="KSO_WM_UNIT_DECORATE_INFO" val="{&quot;ReferentInfo&quot;:{&quot;Id&quot;:&quot;2d2094633d9c481aa0d84a95a0159686&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1067.xml><?xml version="1.0" encoding="utf-8"?>
<p:tagLst xmlns:p="http://schemas.openxmlformats.org/presentationml/2006/main">
  <p:tag name="KSO_WM_UNIT_ISCONTENTSTITLE" val="0"/>
  <p:tag name="KSO_WM_UNIT_ISNUMDGMTITLE" val="0"/>
  <p:tag name="KSO_WM_UNIT_PRESET_TEXT" val="线型上下导航版"/>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diagram20220058_1*a*1"/>
  <p:tag name="KSO_WM_TEMPLATE_CATEGORY" val="diagram"/>
  <p:tag name="KSO_WM_TEMPLATE_INDEX" val="20220058"/>
  <p:tag name="KSO_WM_UNIT_LAYERLEVEL" val="1"/>
  <p:tag name="KSO_WM_TAG_VERSION" val="1.0"/>
  <p:tag name="KSO_WM_BEAUTIFY_FLAG" val="#wm#"/>
  <p:tag name="KSO_WM_UNIT_VALUE" val="27"/>
  <p:tag name="KSO_WM_UNIT_BLOCK" val="0"/>
  <p:tag name="KSO_WM_UNIT_SM_LIMIT_TYPE" val="2"/>
  <p:tag name="KSO_WM_UNIT_DEC_AREA_ID" val="2d2094633d9c481aa0d84a95a015968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1068.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7315_1*f*1"/>
  <p:tag name="KSO_WM_TEMPLATE_CATEGORY" val="diagram"/>
  <p:tag name="KSO_WM_TEMPLATE_INDEX" val="20207315"/>
  <p:tag name="KSO_WM_UNIT_LAYERLEVEL" val="1"/>
  <p:tag name="KSO_WM_TAG_VERSION" val="1.0"/>
  <p:tag name="KSO_WM_BEAUTIFY_FLAG" val="#wm#"/>
  <p:tag name="KSO_WM_UNIT_DEFAULT_FONT" val="14;20;2"/>
  <p:tag name="KSO_WM_UNIT_BLOCK" val="0"/>
  <p:tag name="KSO_WM_UNIT_VALUE" val="290"/>
  <p:tag name="KSO_WM_UNIT_SHOW_EDIT_AREA_INDICATION" val="1"/>
  <p:tag name="KSO_WM_CHIP_GROUPID" val="5e6b05596848fb12bee65ac8"/>
  <p:tag name="KSO_WM_CHIP_XID" val="5e6b05596848fb12bee65aca"/>
  <p:tag name="KSO_WM_UNIT_DEC_AREA_ID" val="3462bde237c543c58b90892aede91ea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dc8ab5172452436899286f2808371cac"/>
  <p:tag name="KSO_WM_UNIT_TEXT_FILL_FORE_SCHEMECOLOR_INDEX_BRIGHTNESS" val="0.25"/>
  <p:tag name="KSO_WM_UNIT_TEXT_FILL_FORE_SCHEMECOLOR_INDEX" val="13"/>
  <p:tag name="KSO_WM_UNIT_TEXT_FILL_TYPE" val="1"/>
  <p:tag name="KSO_WM_TEMPLATE_ASSEMBLE_XID" val="6130c4e08b5cc6c91112a571"/>
  <p:tag name="KSO_WM_TEMPLATE_ASSEMBLE_GROUPID" val="6130c4e08b5cc6c91112a571"/>
  <p:tag name="WM_BEAUTIFY_ZORDER_FLAG_TAG" val="4"/>
</p:tagLst>
</file>

<file path=ppt/tags/tag1069.xml><?xml version="1.0" encoding="utf-8"?>
<p:tagLst xmlns:p="http://schemas.openxmlformats.org/presentationml/2006/main">
  <p:tag name="KSO_WM_SLIDE_ID" val="diagram20220058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8"/>
  <p:tag name="KSO_WM_SLIDE_LAYOUT" val="a_d"/>
  <p:tag name="KSO_WM_SLIDE_LAYOUT_CNT" val="1_1"/>
  <p:tag name="KSO_WM_SLIDE_TYPE" val="text"/>
  <p:tag name="KSO_WM_SLIDE_SUBTYPE" val="picTxt"/>
  <p:tag name="KSO_WM_SLIDE_LAYOUTTYPE" val="topbottom"/>
  <p:tag name="KSO_WM_SLIDE_SIZE" val="888*504"/>
  <p:tag name="KSO_WM_SLIDE_POSITION" val="36*12"/>
  <p:tag name="KSO_WM_SLIDE_LAYOUT_INFO" val="{&quot;backgroundInfo&quot;:[{&quot;bottom&quot;:0,&quot;bottomAbs&quot;:false,&quot;left&quot;:0,&quot;leftAbs&quot;:false,&quot;right&quot;:0,&quot;rightAbs&quot;:false,&quot;top&quot;:0,&quot;topAbs&quot;:false,&quot;type&quot;:&quot;general&quot;}],&quot;id&quot;:&quot;2026-01-13T21:14:45&quot;,&quot;maxSize&quot;:{&quot;size1&quot;:20},&quot;minSize&quot;:{&quot;size1&quot;:11.2},&quot;normalSize&quot;:{&quot;size1&quot;:11.2},&quot;subLayout&quot;:[{&quot;id&quot;:&quot;2026-01-13T21:14:45&quot;,&quot;margin&quot;:{&quot;bottom&quot;:0.025999998673796654,&quot;left&quot;:1.2699999809265137,&quot;right&quot;:1.2699999809265137,&quot;top&quot;:0.4230000376701355},&quot;type&quot;:0},{&quot;id&quot;:&quot;2026-01-13T21:14:45&quot;,&quot;margin&quot;:{&quot;bottom&quot;:0.847000002861023,&quot;left&quot;:1.2699999809265137,&quot;right&quot;:1.2699999809265137,&quot;top&quot;:1.2699999809265137},&quot;type&quot;:0}],&quot;type&quot;:0}"/>
  <p:tag name="KSO_WM_SLIDE_RATIO" val="1.777778"/>
  <p:tag name="KSO_WM_SLIDE_BACKGROUND" val="[&quot;general&quot;]"/>
  <p:tag name="KSO_WM_SLIDE_BACKGROUND_TYPE" val="general"/>
</p:tagLst>
</file>

<file path=ppt/tags/tag107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107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107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20058_1*i*1"/>
  <p:tag name="KSO_WM_TEMPLATE_CATEGORY" val="diagram"/>
  <p:tag name="KSO_WM_TEMPLATE_INDEX" val="20220058"/>
  <p:tag name="KSO_WM_UNIT_LAYERLEVEL" val="1"/>
  <p:tag name="KSO_WM_TAG_VERSION" val="1.0"/>
  <p:tag name="KSO_WM_BEAUTIFY_FLAG" val="#wm#"/>
  <p:tag name="KSO_WM_UNIT_BLOCK" val="0"/>
  <p:tag name="KSO_WM_UNIT_SM_LIMIT_TYPE" val="0"/>
  <p:tag name="KSO_WM_UNIT_DEC_AREA_ID" val="401453a90b9f4fd5b1215058b8a2f2e8"/>
  <p:tag name="KSO_WM_UNIT_DECORATE_INFO" val="{&quot;ReferentInfo&quot;:{&quot;Id&quot;:&quot;2d2094633d9c481aa0d84a95a0159686&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1073.xml><?xml version="1.0" encoding="utf-8"?>
<p:tagLst xmlns:p="http://schemas.openxmlformats.org/presentationml/2006/main">
  <p:tag name="KSO_WM_UNIT_ISCONTENTSTITLE" val="0"/>
  <p:tag name="KSO_WM_UNIT_ISNUMDGMTITLE" val="0"/>
  <p:tag name="KSO_WM_UNIT_PRESET_TEXT" val="线型上下导航版"/>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diagram20220058_1*a*1"/>
  <p:tag name="KSO_WM_TEMPLATE_CATEGORY" val="diagram"/>
  <p:tag name="KSO_WM_TEMPLATE_INDEX" val="20220058"/>
  <p:tag name="KSO_WM_UNIT_LAYERLEVEL" val="1"/>
  <p:tag name="KSO_WM_TAG_VERSION" val="1.0"/>
  <p:tag name="KSO_WM_BEAUTIFY_FLAG" val="#wm#"/>
  <p:tag name="KSO_WM_UNIT_VALUE" val="27"/>
  <p:tag name="KSO_WM_UNIT_BLOCK" val="0"/>
  <p:tag name="KSO_WM_UNIT_SM_LIMIT_TYPE" val="2"/>
  <p:tag name="KSO_WM_UNIT_DEC_AREA_ID" val="2d2094633d9c481aa0d84a95a015968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1074.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2843_1*f*1"/>
  <p:tag name="KSO_WM_TEMPLATE_CATEGORY" val="diagram"/>
  <p:tag name="KSO_WM_TEMPLATE_INDEX" val="20212843"/>
  <p:tag name="KSO_WM_UNIT_LAYERLEVEL" val="1"/>
  <p:tag name="KSO_WM_TAG_VERSION" val="1.0"/>
  <p:tag name="KSO_WM_BEAUTIFY_FLAG" val="#wm#"/>
  <p:tag name="KSO_WM_UNIT_DEFAULT_FONT" val="14;20;2"/>
  <p:tag name="KSO_WM_UNIT_BLOCK" val="0"/>
  <p:tag name="KSO_WM_UNIT_VALUE" val="576"/>
  <p:tag name="KSO_WM_UNIT_SHOW_EDIT_AREA_INDICATION" val="1"/>
  <p:tag name="KSO_WM_CHIP_GROUPID" val="5e6b05596848fb12bee65ac8"/>
  <p:tag name="KSO_WM_CHIP_XID" val="5e6b05596848fb12bee65aca"/>
  <p:tag name="KSO_WM_UNIT_DEC_AREA_ID" val="8cb1ccbfd41a4f08aa021a2337e676da"/>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53f115901fe44f3787d5c3752471e8b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f644054ed1e2fb8092e"/>
  <p:tag name="KSO_WM_TEMPLATE_ASSEMBLE_GROUPID" val="60656f644054ed1e2fb8092e"/>
  <p:tag name="WM_BEAUTIFY_ZORDER_FLAG_TAG" val="3"/>
</p:tagLst>
</file>

<file path=ppt/tags/tag1075.xml><?xml version="1.0" encoding="utf-8"?>
<p:tagLst xmlns:p="http://schemas.openxmlformats.org/presentationml/2006/main">
  <p:tag name="KSO_WM_SLIDE_ID" val="diagram20220058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8"/>
  <p:tag name="KSO_WM_SLIDE_LAYOUT" val="a_d"/>
  <p:tag name="KSO_WM_SLIDE_LAYOUT_CNT" val="1_1"/>
  <p:tag name="KSO_WM_SLIDE_TYPE" val="text"/>
  <p:tag name="KSO_WM_SLIDE_SUBTYPE" val="picTxt"/>
  <p:tag name="KSO_WM_SLIDE_LAYOUTTYPE" val="topbottom"/>
  <p:tag name="KSO_WM_SLIDE_SIZE" val="888*504"/>
  <p:tag name="KSO_WM_SLIDE_POSITION" val="36*12"/>
  <p:tag name="KSO_WM_SLIDE_LAYOUT_INFO" val="{&quot;backgroundInfo&quot;:[{&quot;bottom&quot;:0,&quot;bottomAbs&quot;:false,&quot;left&quot;:0,&quot;leftAbs&quot;:false,&quot;right&quot;:0,&quot;rightAbs&quot;:false,&quot;top&quot;:0,&quot;topAbs&quot;:false,&quot;type&quot;:&quot;general&quot;}],&quot;id&quot;:&quot;2026-01-13T21:14:45&quot;,&quot;maxSize&quot;:{&quot;size1&quot;:20},&quot;minSize&quot;:{&quot;size1&quot;:11.2},&quot;normalSize&quot;:{&quot;size1&quot;:11.2},&quot;subLayout&quot;:[{&quot;id&quot;:&quot;2026-01-13T21:14:45&quot;,&quot;margin&quot;:{&quot;bottom&quot;:0.025999998673796654,&quot;left&quot;:1.2699999809265137,&quot;right&quot;:1.2699999809265137,&quot;top&quot;:0.4230000376701355},&quot;type&quot;:0},{&quot;id&quot;:&quot;2026-01-13T21:14:45&quot;,&quot;margin&quot;:{&quot;bottom&quot;:0.847000002861023,&quot;left&quot;:1.2699999809265137,&quot;right&quot;:1.2699999809265137,&quot;top&quot;:1.2699999809265137},&quot;type&quot;:0}],&quot;type&quot;:0}"/>
  <p:tag name="KSO_WM_SLIDE_RATIO" val="1.777778"/>
  <p:tag name="KSO_WM_SLIDE_BACKGROUND" val="[&quot;general&quot;]"/>
  <p:tag name="KSO_WM_SLIDE_BACKGROUND_TYPE" val="general"/>
</p:tagLst>
</file>

<file path=ppt/tags/tag107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107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107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20058_1*i*1"/>
  <p:tag name="KSO_WM_TEMPLATE_CATEGORY" val="diagram"/>
  <p:tag name="KSO_WM_TEMPLATE_INDEX" val="20220058"/>
  <p:tag name="KSO_WM_UNIT_LAYERLEVEL" val="1"/>
  <p:tag name="KSO_WM_TAG_VERSION" val="1.0"/>
  <p:tag name="KSO_WM_BEAUTIFY_FLAG" val="#wm#"/>
  <p:tag name="KSO_WM_UNIT_BLOCK" val="0"/>
  <p:tag name="KSO_WM_UNIT_SM_LIMIT_TYPE" val="0"/>
  <p:tag name="KSO_WM_UNIT_DEC_AREA_ID" val="401453a90b9f4fd5b1215058b8a2f2e8"/>
  <p:tag name="KSO_WM_UNIT_DECORATE_INFO" val="{&quot;ReferentInfo&quot;:{&quot;Id&quot;:&quot;2d2094633d9c481aa0d84a95a0159686&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1079.xml><?xml version="1.0" encoding="utf-8"?>
<p:tagLst xmlns:p="http://schemas.openxmlformats.org/presentationml/2006/main">
  <p:tag name="KSO_WM_UNIT_ISCONTENTSTITLE" val="0"/>
  <p:tag name="KSO_WM_UNIT_ISNUMDGMTITLE" val="0"/>
  <p:tag name="KSO_WM_UNIT_PRESET_TEXT" val="线型上下导航版"/>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diagram20220058_1*a*1"/>
  <p:tag name="KSO_WM_TEMPLATE_CATEGORY" val="diagram"/>
  <p:tag name="KSO_WM_TEMPLATE_INDEX" val="20220058"/>
  <p:tag name="KSO_WM_UNIT_LAYERLEVEL" val="1"/>
  <p:tag name="KSO_WM_TAG_VERSION" val="1.0"/>
  <p:tag name="KSO_WM_BEAUTIFY_FLAG" val="#wm#"/>
  <p:tag name="KSO_WM_UNIT_VALUE" val="27"/>
  <p:tag name="KSO_WM_UNIT_BLOCK" val="0"/>
  <p:tag name="KSO_WM_UNIT_SM_LIMIT_TYPE" val="2"/>
  <p:tag name="KSO_WM_UNIT_DEC_AREA_ID" val="2d2094633d9c481aa0d84a95a015968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1080.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7315_1*f*1"/>
  <p:tag name="KSO_WM_TEMPLATE_CATEGORY" val="diagram"/>
  <p:tag name="KSO_WM_TEMPLATE_INDEX" val="20207315"/>
  <p:tag name="KSO_WM_UNIT_LAYERLEVEL" val="1"/>
  <p:tag name="KSO_WM_TAG_VERSION" val="1.0"/>
  <p:tag name="KSO_WM_BEAUTIFY_FLAG" val="#wm#"/>
  <p:tag name="KSO_WM_UNIT_DEFAULT_FONT" val="14;20;2"/>
  <p:tag name="KSO_WM_UNIT_BLOCK" val="0"/>
  <p:tag name="KSO_WM_UNIT_VALUE" val="290"/>
  <p:tag name="KSO_WM_UNIT_SHOW_EDIT_AREA_INDICATION" val="1"/>
  <p:tag name="KSO_WM_CHIP_GROUPID" val="5e6b05596848fb12bee65ac8"/>
  <p:tag name="KSO_WM_CHIP_XID" val="5e6b05596848fb12bee65aca"/>
  <p:tag name="KSO_WM_UNIT_DEC_AREA_ID" val="3462bde237c543c58b90892aede91ea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dc8ab5172452436899286f2808371cac"/>
  <p:tag name="KSO_WM_UNIT_TEXT_FILL_FORE_SCHEMECOLOR_INDEX_BRIGHTNESS" val="0.25"/>
  <p:tag name="KSO_WM_UNIT_TEXT_FILL_FORE_SCHEMECOLOR_INDEX" val="13"/>
  <p:tag name="KSO_WM_UNIT_TEXT_FILL_TYPE" val="1"/>
  <p:tag name="KSO_WM_TEMPLATE_ASSEMBLE_XID" val="6130c4e08b5cc6c91112a571"/>
  <p:tag name="KSO_WM_TEMPLATE_ASSEMBLE_GROUPID" val="6130c4e08b5cc6c91112a571"/>
  <p:tag name="WM_BEAUTIFY_ZORDER_FLAG_TAG" val="4"/>
</p:tagLst>
</file>

<file path=ppt/tags/tag1081.xml><?xml version="1.0" encoding="utf-8"?>
<p:tagLst xmlns:p="http://schemas.openxmlformats.org/presentationml/2006/main">
  <p:tag name="KSO_WM_SLIDE_ID" val="diagram20220058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8"/>
  <p:tag name="KSO_WM_SLIDE_LAYOUT" val="a_d"/>
  <p:tag name="KSO_WM_SLIDE_LAYOUT_CNT" val="1_1"/>
  <p:tag name="KSO_WM_SLIDE_TYPE" val="text"/>
  <p:tag name="KSO_WM_SLIDE_SUBTYPE" val="picTxt"/>
  <p:tag name="KSO_WM_SLIDE_LAYOUTTYPE" val="topbottom"/>
  <p:tag name="KSO_WM_SLIDE_SIZE" val="888*504"/>
  <p:tag name="KSO_WM_SLIDE_POSITION" val="36*12"/>
  <p:tag name="KSO_WM_SLIDE_LAYOUT_INFO" val="{&quot;backgroundInfo&quot;:[{&quot;bottom&quot;:0,&quot;bottomAbs&quot;:false,&quot;left&quot;:0,&quot;leftAbs&quot;:false,&quot;right&quot;:0,&quot;rightAbs&quot;:false,&quot;top&quot;:0,&quot;topAbs&quot;:false,&quot;type&quot;:&quot;general&quot;}],&quot;id&quot;:&quot;2026-01-13T21:14:45&quot;,&quot;maxSize&quot;:{&quot;size1&quot;:20},&quot;minSize&quot;:{&quot;size1&quot;:11.2},&quot;normalSize&quot;:{&quot;size1&quot;:11.2},&quot;subLayout&quot;:[{&quot;id&quot;:&quot;2026-01-13T21:14:45&quot;,&quot;margin&quot;:{&quot;bottom&quot;:0.025999998673796654,&quot;left&quot;:1.2699999809265137,&quot;right&quot;:1.2699999809265137,&quot;top&quot;:0.4230000376701355},&quot;type&quot;:0},{&quot;id&quot;:&quot;2026-01-13T21:14:45&quot;,&quot;margin&quot;:{&quot;bottom&quot;:0.847000002861023,&quot;left&quot;:1.2699999809265137,&quot;right&quot;:1.2699999809265137,&quot;top&quot;:1.2699999809265137},&quot;type&quot;:0}],&quot;type&quot;:0}"/>
  <p:tag name="KSO_WM_SLIDE_RATIO" val="1.777778"/>
  <p:tag name="KSO_WM_SLIDE_BACKGROUND" val="[&quot;general&quot;]"/>
  <p:tag name="KSO_WM_SLIDE_BACKGROUND_TYPE" val="general"/>
</p:tagLst>
</file>

<file path=ppt/tags/tag108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108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108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20058_1*i*1"/>
  <p:tag name="KSO_WM_TEMPLATE_CATEGORY" val="diagram"/>
  <p:tag name="KSO_WM_TEMPLATE_INDEX" val="20220058"/>
  <p:tag name="KSO_WM_UNIT_LAYERLEVEL" val="1"/>
  <p:tag name="KSO_WM_TAG_VERSION" val="1.0"/>
  <p:tag name="KSO_WM_BEAUTIFY_FLAG" val="#wm#"/>
  <p:tag name="KSO_WM_UNIT_BLOCK" val="0"/>
  <p:tag name="KSO_WM_UNIT_SM_LIMIT_TYPE" val="0"/>
  <p:tag name="KSO_WM_UNIT_DEC_AREA_ID" val="401453a90b9f4fd5b1215058b8a2f2e8"/>
  <p:tag name="KSO_WM_UNIT_DECORATE_INFO" val="{&quot;ReferentInfo&quot;:{&quot;Id&quot;:&quot;2d2094633d9c481aa0d84a95a0159686&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1085.xml><?xml version="1.0" encoding="utf-8"?>
<p:tagLst xmlns:p="http://schemas.openxmlformats.org/presentationml/2006/main">
  <p:tag name="KSO_WM_UNIT_ISCONTENTSTITLE" val="0"/>
  <p:tag name="KSO_WM_UNIT_ISNUMDGMTITLE" val="0"/>
  <p:tag name="KSO_WM_UNIT_PRESET_TEXT" val="线型上下导航版"/>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diagram20220058_1*a*1"/>
  <p:tag name="KSO_WM_TEMPLATE_CATEGORY" val="diagram"/>
  <p:tag name="KSO_WM_TEMPLATE_INDEX" val="20220058"/>
  <p:tag name="KSO_WM_UNIT_LAYERLEVEL" val="1"/>
  <p:tag name="KSO_WM_TAG_VERSION" val="1.0"/>
  <p:tag name="KSO_WM_BEAUTIFY_FLAG" val="#wm#"/>
  <p:tag name="KSO_WM_UNIT_VALUE" val="27"/>
  <p:tag name="KSO_WM_UNIT_BLOCK" val="0"/>
  <p:tag name="KSO_WM_UNIT_SM_LIMIT_TYPE" val="2"/>
  <p:tag name="KSO_WM_UNIT_DEC_AREA_ID" val="2d2094633d9c481aa0d84a95a015968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1086.xml><?xml version="1.0" encoding="utf-8"?>
<p:tagLst xmlns:p="http://schemas.openxmlformats.org/presentationml/2006/main">
  <p:tag name="KSO_WM_TAG_VERSION" val="1.0"/>
  <p:tag name="KSO_WM_BEAUTIFY_FLAG" val="#wm#"/>
  <p:tag name="KSO_WM_UNIT_TYPE" val="i"/>
  <p:tag name="KSO_WM_UNIT_ID" val="diagram20208604_1*i*1"/>
  <p:tag name="KSO_WM_TEMPLATE_CATEGORY" val="diagram"/>
  <p:tag name="KSO_WM_TEMPLATE_INDEX" val="20208604"/>
  <p:tag name="KSO_WM_UNIT_INDEX" val="1"/>
  <p:tag name="KSO_WM_UNIT_HIGHLIGHT" val="0"/>
  <p:tag name="KSO_WM_UNIT_COMPATIBLE" val="0"/>
  <p:tag name="KSO_WM_UNIT_DIAGRAM_ISNUMVISUAL" val="0"/>
  <p:tag name="KSO_WM_UNIT_DIAGRAM_ISREFERUNIT" val="0"/>
  <p:tag name="KSO_WM_UNIT_LAYERLEVEL" val="1"/>
  <p:tag name="KSO_WM_UNIT_BLOCK" val="0"/>
  <p:tag name="KSO_WM_UNIT_SM_LIMIT_TYPE" val="2"/>
  <p:tag name="KSO_WM_UNIT_DEC_AREA_ID" val="e352ecb8f5b840f19a3cb857467d0e4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UNIT_TEXT_FILL_FORE_SCHEMECOLOR_INDEX_BRIGHTNESS" val="0"/>
  <p:tag name="KSO_WM_UNIT_TEXT_FILL_FORE_SCHEMECOLOR_INDEX" val="2"/>
  <p:tag name="KSO_WM_UNIT_TEXT_FILL_TYPE" val="1"/>
  <p:tag name="KSO_WM_UNIT_VALUE" val="864"/>
  <p:tag name="KSO_WM_TEMPLATE_ASSEMBLE_XID" val="60656e7a4054ed1e2fb7f9a0"/>
  <p:tag name="KSO_WM_TEMPLATE_ASSEMBLE_GROUPID" val="60656e7a4054ed1e2fb7f9a0"/>
  <p:tag name="WM_BEAUTIFY_ZORDER_FLAG_TAG" val="3"/>
</p:tagLst>
</file>

<file path=ppt/tags/tag1087.xml><?xml version="1.0" encoding="utf-8"?>
<p:tagLst xmlns:p="http://schemas.openxmlformats.org/presentationml/2006/main">
  <p:tag name="KSO_WM_TAG_VERSION" val="1.0"/>
  <p:tag name="KSO_WM_BEAUTIFY_FLAG" val="#wm#"/>
  <p:tag name="KSO_WM_UNIT_TYPE" val="i"/>
  <p:tag name="KSO_WM_UNIT_ID" val="diagram20208604_1*i*2"/>
  <p:tag name="KSO_WM_TEMPLATE_CATEGORY" val="diagram"/>
  <p:tag name="KSO_WM_TEMPLATE_INDEX" val="20208604"/>
  <p:tag name="KSO_WM_UNIT_INDEX" val="2"/>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65248d0e2eac4a16859a1c0559d33ac9"/>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4"/>
</p:tagLst>
</file>

<file path=ppt/tags/tag1088.xml><?xml version="1.0" encoding="utf-8"?>
<p:tagLst xmlns:p="http://schemas.openxmlformats.org/presentationml/2006/main">
  <p:tag name="KSO_WM_TAG_VERSION" val="1.0"/>
  <p:tag name="KSO_WM_BEAUTIFY_FLAG" val="#wm#"/>
  <p:tag name="KSO_WM_UNIT_TYPE" val="i"/>
  <p:tag name="KSO_WM_UNIT_ID" val="diagram20208604_1*i*3"/>
  <p:tag name="KSO_WM_TEMPLATE_CATEGORY" val="diagram"/>
  <p:tag name="KSO_WM_TEMPLATE_INDEX" val="20208604"/>
  <p:tag name="KSO_WM_UNIT_INDEX" val="3"/>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d26b32aaa4d84b0dbd1030a6cabd7a68"/>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5"/>
</p:tagLst>
</file>

<file path=ppt/tags/tag1089.xml><?xml version="1.0" encoding="utf-8"?>
<p:tagLst xmlns:p="http://schemas.openxmlformats.org/presentationml/2006/main">
  <p:tag name="KSO_WM_TAG_VERSION" val="1.0"/>
  <p:tag name="KSO_WM_BEAUTIFY_FLAG" val="#wm#"/>
  <p:tag name="KSO_WM_UNIT_TYPE" val="i"/>
  <p:tag name="KSO_WM_UNIT_ID" val="diagram20208604_1*i*4"/>
  <p:tag name="KSO_WM_TEMPLATE_CATEGORY" val="diagram"/>
  <p:tag name="KSO_WM_TEMPLATE_INDEX" val="20208604"/>
  <p:tag name="KSO_WM_UNIT_INDEX" val="4"/>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808fb1adb4d744cc9d369074d0507e4f"/>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6"/>
</p:tagLst>
</file>

<file path=ppt/tags/tag1090.xml><?xml version="1.0" encoding="utf-8"?>
<p:tagLst xmlns:p="http://schemas.openxmlformats.org/presentationml/2006/main">
  <p:tag name="KSO_WM_TAG_VERSION" val="1.0"/>
  <p:tag name="KSO_WM_BEAUTIFY_FLAG" val="#wm#"/>
  <p:tag name="KSO_WM_UNIT_TYPE" val="i"/>
  <p:tag name="KSO_WM_UNIT_ID" val="diagram20208604_1*i*5"/>
  <p:tag name="KSO_WM_TEMPLATE_CATEGORY" val="diagram"/>
  <p:tag name="KSO_WM_TEMPLATE_INDEX" val="20208604"/>
  <p:tag name="KSO_WM_UNIT_INDEX" val="5"/>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060ccbb9a83241f2a52575c4e4f76136"/>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7"/>
</p:tagLst>
</file>

<file path=ppt/tags/tag1091.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需要用更多的文字来表述；但请您尽可能提炼思想的精髓。"/>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8604_1*f*1"/>
  <p:tag name="KSO_WM_TEMPLATE_CATEGORY" val="diagram"/>
  <p:tag name="KSO_WM_TEMPLATE_INDEX" val="20208604"/>
  <p:tag name="KSO_WM_UNIT_LAYERLEVEL" val="1"/>
  <p:tag name="KSO_WM_TAG_VERSION" val="1.0"/>
  <p:tag name="KSO_WM_BEAUTIFY_FLAG" val="#wm#"/>
  <p:tag name="KSO_WM_UNIT_DEFAULT_FONT" val="14;20;2"/>
  <p:tag name="KSO_WM_UNIT_BLOCK" val="0"/>
  <p:tag name="KSO_WM_UNIT_VALUE" val="588"/>
  <p:tag name="KSO_WM_UNIT_SHOW_EDIT_AREA_INDICATION" val="1"/>
  <p:tag name="KSO_WM_CHIP_GROUPID" val="5e6b05596848fb12bee65ac8"/>
  <p:tag name="KSO_WM_CHIP_XID" val="5e6b05596848fb12bee65aca"/>
  <p:tag name="KSO_WM_UNIT_DEC_AREA_ID" val="5557aaf2e9bc4b2499ccf5d271336ab4"/>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ff7d2160ef064691979e787d147d2e4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e7a4054ed1e2fb7f9a0"/>
  <p:tag name="KSO_WM_TEMPLATE_ASSEMBLE_GROUPID" val="60656e7a4054ed1e2fb7f9a0"/>
  <p:tag name="WM_BEAUTIFY_ZORDER_FLAG_TAG" val="8"/>
</p:tagLst>
</file>

<file path=ppt/tags/tag1092.xml><?xml version="1.0" encoding="utf-8"?>
<p:tagLst xmlns:p="http://schemas.openxmlformats.org/presentationml/2006/main">
  <p:tag name="KSO_WM_SLIDE_ID" val="diagram20220058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8"/>
  <p:tag name="KSO_WM_SLIDE_LAYOUT" val="a_d"/>
  <p:tag name="KSO_WM_SLIDE_LAYOUT_CNT" val="1_1"/>
  <p:tag name="KSO_WM_SLIDE_TYPE" val="text"/>
  <p:tag name="KSO_WM_SLIDE_SUBTYPE" val="picTxt"/>
  <p:tag name="KSO_WM_SLIDE_LAYOUTTYPE" val="topbottom"/>
  <p:tag name="KSO_WM_SLIDE_SIZE" val="888*504"/>
  <p:tag name="KSO_WM_SLIDE_POSITION" val="36*12"/>
  <p:tag name="KSO_WM_SLIDE_LAYOUT_INFO" val="{&quot;backgroundInfo&quot;:[{&quot;bottom&quot;:0,&quot;bottomAbs&quot;:false,&quot;left&quot;:0,&quot;leftAbs&quot;:false,&quot;right&quot;:0,&quot;rightAbs&quot;:false,&quot;top&quot;:0,&quot;topAbs&quot;:false,&quot;type&quot;:&quot;general&quot;}],&quot;id&quot;:&quot;2026-01-13T21:14:45&quot;,&quot;maxSize&quot;:{&quot;size1&quot;:20},&quot;minSize&quot;:{&quot;size1&quot;:11.2},&quot;normalSize&quot;:{&quot;size1&quot;:11.2},&quot;subLayout&quot;:[{&quot;id&quot;:&quot;2026-01-13T21:14:45&quot;,&quot;margin&quot;:{&quot;bottom&quot;:0.025999998673796654,&quot;left&quot;:1.2699999809265137,&quot;right&quot;:1.2699999809265137,&quot;top&quot;:0.4230000376701355},&quot;type&quot;:0},{&quot;id&quot;:&quot;2026-01-13T21:14:45&quot;,&quot;margin&quot;:{&quot;bottom&quot;:0.847000002861023,&quot;left&quot;:1.2699999809265137,&quot;right&quot;:1.2699999809265137,&quot;top&quot;:1.2699999809265137},&quot;type&quot;:0}],&quot;type&quot;:0}"/>
  <p:tag name="KSO_WM_SLIDE_RATIO" val="1.777778"/>
  <p:tag name="KSO_WM_SLIDE_BACKGROUND" val="[&quot;general&quot;]"/>
  <p:tag name="KSO_WM_SLIDE_BACKGROUND_TYPE" val="general"/>
</p:tagLst>
</file>

<file path=ppt/tags/tag109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109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109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20058_1*i*1"/>
  <p:tag name="KSO_WM_TEMPLATE_CATEGORY" val="diagram"/>
  <p:tag name="KSO_WM_TEMPLATE_INDEX" val="20220058"/>
  <p:tag name="KSO_WM_UNIT_LAYERLEVEL" val="1"/>
  <p:tag name="KSO_WM_TAG_VERSION" val="1.0"/>
  <p:tag name="KSO_WM_BEAUTIFY_FLAG" val="#wm#"/>
  <p:tag name="KSO_WM_UNIT_BLOCK" val="0"/>
  <p:tag name="KSO_WM_UNIT_SM_LIMIT_TYPE" val="0"/>
  <p:tag name="KSO_WM_UNIT_DEC_AREA_ID" val="401453a90b9f4fd5b1215058b8a2f2e8"/>
  <p:tag name="KSO_WM_UNIT_DECORATE_INFO" val="{&quot;ReferentInfo&quot;:{&quot;Id&quot;:&quot;2d2094633d9c481aa0d84a95a0159686&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1096.xml><?xml version="1.0" encoding="utf-8"?>
<p:tagLst xmlns:p="http://schemas.openxmlformats.org/presentationml/2006/main">
  <p:tag name="KSO_WM_UNIT_ISCONTENTSTITLE" val="0"/>
  <p:tag name="KSO_WM_UNIT_ISNUMDGMTITLE" val="0"/>
  <p:tag name="KSO_WM_UNIT_PRESET_TEXT" val="线型上下导航版"/>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diagram20220058_1*a*1"/>
  <p:tag name="KSO_WM_TEMPLATE_CATEGORY" val="diagram"/>
  <p:tag name="KSO_WM_TEMPLATE_INDEX" val="20220058"/>
  <p:tag name="KSO_WM_UNIT_LAYERLEVEL" val="1"/>
  <p:tag name="KSO_WM_TAG_VERSION" val="1.0"/>
  <p:tag name="KSO_WM_BEAUTIFY_FLAG" val="#wm#"/>
  <p:tag name="KSO_WM_UNIT_VALUE" val="27"/>
  <p:tag name="KSO_WM_UNIT_BLOCK" val="0"/>
  <p:tag name="KSO_WM_UNIT_SM_LIMIT_TYPE" val="2"/>
  <p:tag name="KSO_WM_UNIT_DEC_AREA_ID" val="2d2094633d9c481aa0d84a95a015968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1097.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7315_1*f*1"/>
  <p:tag name="KSO_WM_TEMPLATE_CATEGORY" val="diagram"/>
  <p:tag name="KSO_WM_TEMPLATE_INDEX" val="20207315"/>
  <p:tag name="KSO_WM_UNIT_LAYERLEVEL" val="1"/>
  <p:tag name="KSO_WM_TAG_VERSION" val="1.0"/>
  <p:tag name="KSO_WM_BEAUTIFY_FLAG" val="#wm#"/>
  <p:tag name="KSO_WM_UNIT_DEFAULT_FONT" val="14;20;2"/>
  <p:tag name="KSO_WM_UNIT_BLOCK" val="0"/>
  <p:tag name="KSO_WM_UNIT_VALUE" val="290"/>
  <p:tag name="KSO_WM_UNIT_SHOW_EDIT_AREA_INDICATION" val="1"/>
  <p:tag name="KSO_WM_CHIP_GROUPID" val="5e6b05596848fb12bee65ac8"/>
  <p:tag name="KSO_WM_CHIP_XID" val="5e6b05596848fb12bee65aca"/>
  <p:tag name="KSO_WM_UNIT_DEC_AREA_ID" val="3462bde237c543c58b90892aede91ea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dc8ab5172452436899286f2808371cac"/>
  <p:tag name="KSO_WM_UNIT_TEXT_FILL_FORE_SCHEMECOLOR_INDEX_BRIGHTNESS" val="0.25"/>
  <p:tag name="KSO_WM_UNIT_TEXT_FILL_FORE_SCHEMECOLOR_INDEX" val="13"/>
  <p:tag name="KSO_WM_UNIT_TEXT_FILL_TYPE" val="1"/>
  <p:tag name="KSO_WM_TEMPLATE_ASSEMBLE_XID" val="6130c4e08b5cc6c91112a571"/>
  <p:tag name="KSO_WM_TEMPLATE_ASSEMBLE_GROUPID" val="6130c4e08b5cc6c91112a571"/>
  <p:tag name="WM_BEAUTIFY_ZORDER_FLAG_TAG" val="4"/>
</p:tagLst>
</file>

<file path=ppt/tags/tag1098.xml><?xml version="1.0" encoding="utf-8"?>
<p:tagLst xmlns:p="http://schemas.openxmlformats.org/presentationml/2006/main">
  <p:tag name="KSO_WM_SLIDE_ID" val="diagram20220058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8"/>
  <p:tag name="KSO_WM_SLIDE_LAYOUT" val="a_d"/>
  <p:tag name="KSO_WM_SLIDE_LAYOUT_CNT" val="1_1"/>
  <p:tag name="KSO_WM_SLIDE_TYPE" val="text"/>
  <p:tag name="KSO_WM_SLIDE_SUBTYPE" val="picTxt"/>
  <p:tag name="KSO_WM_SLIDE_LAYOUTTYPE" val="topbottom"/>
  <p:tag name="KSO_WM_SLIDE_SIZE" val="888*504"/>
  <p:tag name="KSO_WM_SLIDE_POSITION" val="36*12"/>
  <p:tag name="KSO_WM_SLIDE_LAYOUT_INFO" val="{&quot;backgroundInfo&quot;:[{&quot;bottom&quot;:0,&quot;bottomAbs&quot;:false,&quot;left&quot;:0,&quot;leftAbs&quot;:false,&quot;right&quot;:0,&quot;rightAbs&quot;:false,&quot;top&quot;:0,&quot;topAbs&quot;:false,&quot;type&quot;:&quot;general&quot;}],&quot;id&quot;:&quot;2026-01-13T21:14:45&quot;,&quot;maxSize&quot;:{&quot;size1&quot;:20},&quot;minSize&quot;:{&quot;size1&quot;:11.2},&quot;normalSize&quot;:{&quot;size1&quot;:11.2},&quot;subLayout&quot;:[{&quot;id&quot;:&quot;2026-01-13T21:14:45&quot;,&quot;margin&quot;:{&quot;bottom&quot;:0.025999998673796654,&quot;left&quot;:1.2699999809265137,&quot;right&quot;:1.2699999809265137,&quot;top&quot;:0.4230000376701355},&quot;type&quot;:0},{&quot;id&quot;:&quot;2026-01-13T21:14:45&quot;,&quot;margin&quot;:{&quot;bottom&quot;:0.847000002861023,&quot;left&quot;:1.2699999809265137,&quot;right&quot;:1.2699999809265137,&quot;top&quot;:1.2699999809265137},&quot;type&quot;:0}],&quot;type&quot;:0}"/>
  <p:tag name="KSO_WM_SLIDE_RATIO" val="1.777778"/>
  <p:tag name="KSO_WM_SLIDE_BACKGROUND" val="[&quot;general&quot;]"/>
  <p:tag name="KSO_WM_SLIDE_BACKGROUND_TYPE" val="general"/>
</p:tagLst>
</file>

<file path=ppt/tags/tag109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110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110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20058_1*i*1"/>
  <p:tag name="KSO_WM_TEMPLATE_CATEGORY" val="diagram"/>
  <p:tag name="KSO_WM_TEMPLATE_INDEX" val="20220058"/>
  <p:tag name="KSO_WM_UNIT_LAYERLEVEL" val="1"/>
  <p:tag name="KSO_WM_TAG_VERSION" val="1.0"/>
  <p:tag name="KSO_WM_BEAUTIFY_FLAG" val="#wm#"/>
  <p:tag name="KSO_WM_UNIT_BLOCK" val="0"/>
  <p:tag name="KSO_WM_UNIT_SM_LIMIT_TYPE" val="0"/>
  <p:tag name="KSO_WM_UNIT_DEC_AREA_ID" val="401453a90b9f4fd5b1215058b8a2f2e8"/>
  <p:tag name="KSO_WM_UNIT_DECORATE_INFO" val="{&quot;ReferentInfo&quot;:{&quot;Id&quot;:&quot;2d2094633d9c481aa0d84a95a0159686&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1102.xml><?xml version="1.0" encoding="utf-8"?>
<p:tagLst xmlns:p="http://schemas.openxmlformats.org/presentationml/2006/main">
  <p:tag name="KSO_WM_UNIT_ISCONTENTSTITLE" val="0"/>
  <p:tag name="KSO_WM_UNIT_ISNUMDGMTITLE" val="0"/>
  <p:tag name="KSO_WM_UNIT_PRESET_TEXT" val="线型上下导航版"/>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diagram20220058_1*a*1"/>
  <p:tag name="KSO_WM_TEMPLATE_CATEGORY" val="diagram"/>
  <p:tag name="KSO_WM_TEMPLATE_INDEX" val="20220058"/>
  <p:tag name="KSO_WM_UNIT_LAYERLEVEL" val="1"/>
  <p:tag name="KSO_WM_TAG_VERSION" val="1.0"/>
  <p:tag name="KSO_WM_BEAUTIFY_FLAG" val="#wm#"/>
  <p:tag name="KSO_WM_UNIT_VALUE" val="27"/>
  <p:tag name="KSO_WM_UNIT_BLOCK" val="0"/>
  <p:tag name="KSO_WM_UNIT_SM_LIMIT_TYPE" val="2"/>
  <p:tag name="KSO_WM_UNIT_DEC_AREA_ID" val="2d2094633d9c481aa0d84a95a015968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1103.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7315_1*f*1"/>
  <p:tag name="KSO_WM_TEMPLATE_CATEGORY" val="diagram"/>
  <p:tag name="KSO_WM_TEMPLATE_INDEX" val="20207315"/>
  <p:tag name="KSO_WM_UNIT_LAYERLEVEL" val="1"/>
  <p:tag name="KSO_WM_TAG_VERSION" val="1.0"/>
  <p:tag name="KSO_WM_BEAUTIFY_FLAG" val="#wm#"/>
  <p:tag name="KSO_WM_UNIT_DEFAULT_FONT" val="14;20;2"/>
  <p:tag name="KSO_WM_UNIT_BLOCK" val="0"/>
  <p:tag name="KSO_WM_UNIT_VALUE" val="290"/>
  <p:tag name="KSO_WM_UNIT_SHOW_EDIT_AREA_INDICATION" val="1"/>
  <p:tag name="KSO_WM_CHIP_GROUPID" val="5e6b05596848fb12bee65ac8"/>
  <p:tag name="KSO_WM_CHIP_XID" val="5e6b05596848fb12bee65aca"/>
  <p:tag name="KSO_WM_UNIT_DEC_AREA_ID" val="3462bde237c543c58b90892aede91ea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dc8ab5172452436899286f2808371cac"/>
  <p:tag name="KSO_WM_UNIT_TEXT_FILL_FORE_SCHEMECOLOR_INDEX_BRIGHTNESS" val="0.25"/>
  <p:tag name="KSO_WM_UNIT_TEXT_FILL_FORE_SCHEMECOLOR_INDEX" val="13"/>
  <p:tag name="KSO_WM_UNIT_TEXT_FILL_TYPE" val="1"/>
  <p:tag name="KSO_WM_TEMPLATE_ASSEMBLE_XID" val="6130c4e08b5cc6c91112a571"/>
  <p:tag name="KSO_WM_TEMPLATE_ASSEMBLE_GROUPID" val="6130c4e08b5cc6c91112a571"/>
  <p:tag name="WM_BEAUTIFY_ZORDER_FLAG_TAG" val="4"/>
</p:tagLst>
</file>

<file path=ppt/tags/tag1104.xml><?xml version="1.0" encoding="utf-8"?>
<p:tagLst xmlns:p="http://schemas.openxmlformats.org/presentationml/2006/main">
  <p:tag name="KSO_WM_SLIDE_ID" val="diagram20220058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8"/>
  <p:tag name="KSO_WM_SLIDE_LAYOUT" val="a_d"/>
  <p:tag name="KSO_WM_SLIDE_LAYOUT_CNT" val="1_1"/>
  <p:tag name="KSO_WM_SLIDE_TYPE" val="text"/>
  <p:tag name="KSO_WM_SLIDE_SUBTYPE" val="picTxt"/>
  <p:tag name="KSO_WM_SLIDE_LAYOUTTYPE" val="topbottom"/>
  <p:tag name="KSO_WM_SLIDE_SIZE" val="888*504"/>
  <p:tag name="KSO_WM_SLIDE_POSITION" val="36*12"/>
  <p:tag name="KSO_WM_SLIDE_LAYOUT_INFO" val="{&quot;backgroundInfo&quot;:[{&quot;bottom&quot;:0,&quot;bottomAbs&quot;:false,&quot;left&quot;:0,&quot;leftAbs&quot;:false,&quot;right&quot;:0,&quot;rightAbs&quot;:false,&quot;top&quot;:0,&quot;topAbs&quot;:false,&quot;type&quot;:&quot;general&quot;}],&quot;id&quot;:&quot;2026-01-13T21:14:45&quot;,&quot;maxSize&quot;:{&quot;size1&quot;:20},&quot;minSize&quot;:{&quot;size1&quot;:11.2},&quot;normalSize&quot;:{&quot;size1&quot;:11.2},&quot;subLayout&quot;:[{&quot;id&quot;:&quot;2026-01-13T21:14:45&quot;,&quot;margin&quot;:{&quot;bottom&quot;:0.025999998673796654,&quot;left&quot;:1.2699999809265137,&quot;right&quot;:1.2699999809265137,&quot;top&quot;:0.4230000376701355},&quot;type&quot;:0},{&quot;id&quot;:&quot;2026-01-13T21:14:45&quot;,&quot;margin&quot;:{&quot;bottom&quot;:0.847000002861023,&quot;left&quot;:1.2699999809265137,&quot;right&quot;:1.2699999809265137,&quot;top&quot;:1.2699999809265137},&quot;type&quot;:0}],&quot;type&quot;:0}"/>
  <p:tag name="KSO_WM_SLIDE_RATIO" val="1.777778"/>
  <p:tag name="KSO_WM_SLIDE_BACKGROUND" val="[&quot;general&quot;]"/>
  <p:tag name="KSO_WM_SLIDE_BACKGROUND_TYPE" val="general"/>
</p:tagLst>
</file>

<file path=ppt/tags/tag110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110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110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20058_1*i*1"/>
  <p:tag name="KSO_WM_TEMPLATE_CATEGORY" val="diagram"/>
  <p:tag name="KSO_WM_TEMPLATE_INDEX" val="20220058"/>
  <p:tag name="KSO_WM_UNIT_LAYERLEVEL" val="1"/>
  <p:tag name="KSO_WM_TAG_VERSION" val="1.0"/>
  <p:tag name="KSO_WM_BEAUTIFY_FLAG" val="#wm#"/>
  <p:tag name="KSO_WM_UNIT_BLOCK" val="0"/>
  <p:tag name="KSO_WM_UNIT_SM_LIMIT_TYPE" val="0"/>
  <p:tag name="KSO_WM_UNIT_DEC_AREA_ID" val="401453a90b9f4fd5b1215058b8a2f2e8"/>
  <p:tag name="KSO_WM_UNIT_DECORATE_INFO" val="{&quot;ReferentInfo&quot;:{&quot;Id&quot;:&quot;2d2094633d9c481aa0d84a95a0159686&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1108.xml><?xml version="1.0" encoding="utf-8"?>
<p:tagLst xmlns:p="http://schemas.openxmlformats.org/presentationml/2006/main">
  <p:tag name="KSO_WM_UNIT_ISCONTENTSTITLE" val="0"/>
  <p:tag name="KSO_WM_UNIT_ISNUMDGMTITLE" val="0"/>
  <p:tag name="KSO_WM_UNIT_PRESET_TEXT" val="线型上下导航版"/>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diagram20220058_1*a*1"/>
  <p:tag name="KSO_WM_TEMPLATE_CATEGORY" val="diagram"/>
  <p:tag name="KSO_WM_TEMPLATE_INDEX" val="20220058"/>
  <p:tag name="KSO_WM_UNIT_LAYERLEVEL" val="1"/>
  <p:tag name="KSO_WM_TAG_VERSION" val="1.0"/>
  <p:tag name="KSO_WM_BEAUTIFY_FLAG" val="#wm#"/>
  <p:tag name="KSO_WM_UNIT_VALUE" val="27"/>
  <p:tag name="KSO_WM_UNIT_BLOCK" val="0"/>
  <p:tag name="KSO_WM_UNIT_SM_LIMIT_TYPE" val="2"/>
  <p:tag name="KSO_WM_UNIT_DEC_AREA_ID" val="2d2094633d9c481aa0d84a95a015968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1109.xml><?xml version="1.0" encoding="utf-8"?>
<p:tagLst xmlns:p="http://schemas.openxmlformats.org/presentationml/2006/main">
  <p:tag name="KSO_WM_TAG_VERSION" val="1.0"/>
  <p:tag name="KSO_WM_BEAUTIFY_FLAG" val="#wm#"/>
  <p:tag name="KSO_WM_UNIT_TYPE" val="i"/>
  <p:tag name="KSO_WM_UNIT_ID" val="diagram20208604_1*i*1"/>
  <p:tag name="KSO_WM_TEMPLATE_CATEGORY" val="diagram"/>
  <p:tag name="KSO_WM_TEMPLATE_INDEX" val="20208604"/>
  <p:tag name="KSO_WM_UNIT_INDEX" val="1"/>
  <p:tag name="KSO_WM_UNIT_HIGHLIGHT" val="0"/>
  <p:tag name="KSO_WM_UNIT_COMPATIBLE" val="0"/>
  <p:tag name="KSO_WM_UNIT_DIAGRAM_ISNUMVISUAL" val="0"/>
  <p:tag name="KSO_WM_UNIT_DIAGRAM_ISREFERUNIT" val="0"/>
  <p:tag name="KSO_WM_UNIT_LAYERLEVEL" val="1"/>
  <p:tag name="KSO_WM_UNIT_BLOCK" val="0"/>
  <p:tag name="KSO_WM_UNIT_SM_LIMIT_TYPE" val="2"/>
  <p:tag name="KSO_WM_UNIT_DEC_AREA_ID" val="e352ecb8f5b840f19a3cb857467d0e4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UNIT_TEXT_FILL_FORE_SCHEMECOLOR_INDEX_BRIGHTNESS" val="0"/>
  <p:tag name="KSO_WM_UNIT_TEXT_FILL_FORE_SCHEMECOLOR_INDEX" val="2"/>
  <p:tag name="KSO_WM_UNIT_TEXT_FILL_TYPE" val="1"/>
  <p:tag name="KSO_WM_UNIT_VALUE" val="864"/>
  <p:tag name="KSO_WM_TEMPLATE_ASSEMBLE_XID" val="60656e7a4054ed1e2fb7f9a0"/>
  <p:tag name="KSO_WM_TEMPLATE_ASSEMBLE_GROUPID" val="60656e7a4054ed1e2fb7f9a0"/>
  <p:tag name="WM_BEAUTIFY_ZORDER_FLAG_TAG" val="3"/>
</p:tagLst>
</file>

<file path=ppt/tags/tag1110.xml><?xml version="1.0" encoding="utf-8"?>
<p:tagLst xmlns:p="http://schemas.openxmlformats.org/presentationml/2006/main">
  <p:tag name="KSO_WM_TAG_VERSION" val="1.0"/>
  <p:tag name="KSO_WM_BEAUTIFY_FLAG" val="#wm#"/>
  <p:tag name="KSO_WM_UNIT_TYPE" val="i"/>
  <p:tag name="KSO_WM_UNIT_ID" val="diagram20208604_1*i*2"/>
  <p:tag name="KSO_WM_TEMPLATE_CATEGORY" val="diagram"/>
  <p:tag name="KSO_WM_TEMPLATE_INDEX" val="20208604"/>
  <p:tag name="KSO_WM_UNIT_INDEX" val="2"/>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65248d0e2eac4a16859a1c0559d33ac9"/>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4"/>
</p:tagLst>
</file>

<file path=ppt/tags/tag1111.xml><?xml version="1.0" encoding="utf-8"?>
<p:tagLst xmlns:p="http://schemas.openxmlformats.org/presentationml/2006/main">
  <p:tag name="KSO_WM_TAG_VERSION" val="1.0"/>
  <p:tag name="KSO_WM_BEAUTIFY_FLAG" val="#wm#"/>
  <p:tag name="KSO_WM_UNIT_TYPE" val="i"/>
  <p:tag name="KSO_WM_UNIT_ID" val="diagram20208604_1*i*3"/>
  <p:tag name="KSO_WM_TEMPLATE_CATEGORY" val="diagram"/>
  <p:tag name="KSO_WM_TEMPLATE_INDEX" val="20208604"/>
  <p:tag name="KSO_WM_UNIT_INDEX" val="3"/>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d26b32aaa4d84b0dbd1030a6cabd7a68"/>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5"/>
</p:tagLst>
</file>

<file path=ppt/tags/tag1112.xml><?xml version="1.0" encoding="utf-8"?>
<p:tagLst xmlns:p="http://schemas.openxmlformats.org/presentationml/2006/main">
  <p:tag name="KSO_WM_TAG_VERSION" val="1.0"/>
  <p:tag name="KSO_WM_BEAUTIFY_FLAG" val="#wm#"/>
  <p:tag name="KSO_WM_UNIT_TYPE" val="i"/>
  <p:tag name="KSO_WM_UNIT_ID" val="diagram20208604_1*i*4"/>
  <p:tag name="KSO_WM_TEMPLATE_CATEGORY" val="diagram"/>
  <p:tag name="KSO_WM_TEMPLATE_INDEX" val="20208604"/>
  <p:tag name="KSO_WM_UNIT_INDEX" val="4"/>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808fb1adb4d744cc9d369074d0507e4f"/>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6"/>
</p:tagLst>
</file>

<file path=ppt/tags/tag1113.xml><?xml version="1.0" encoding="utf-8"?>
<p:tagLst xmlns:p="http://schemas.openxmlformats.org/presentationml/2006/main">
  <p:tag name="KSO_WM_TAG_VERSION" val="1.0"/>
  <p:tag name="KSO_WM_BEAUTIFY_FLAG" val="#wm#"/>
  <p:tag name="KSO_WM_UNIT_TYPE" val="i"/>
  <p:tag name="KSO_WM_UNIT_ID" val="diagram20208604_1*i*5"/>
  <p:tag name="KSO_WM_TEMPLATE_CATEGORY" val="diagram"/>
  <p:tag name="KSO_WM_TEMPLATE_INDEX" val="20208604"/>
  <p:tag name="KSO_WM_UNIT_INDEX" val="5"/>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060ccbb9a83241f2a52575c4e4f76136"/>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7"/>
</p:tagLst>
</file>

<file path=ppt/tags/tag1114.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需要用更多的文字来表述；但请您尽可能提炼思想的精髓。"/>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8604_1*f*1"/>
  <p:tag name="KSO_WM_TEMPLATE_CATEGORY" val="diagram"/>
  <p:tag name="KSO_WM_TEMPLATE_INDEX" val="20208604"/>
  <p:tag name="KSO_WM_UNIT_LAYERLEVEL" val="1"/>
  <p:tag name="KSO_WM_TAG_VERSION" val="1.0"/>
  <p:tag name="KSO_WM_BEAUTIFY_FLAG" val="#wm#"/>
  <p:tag name="KSO_WM_UNIT_DEFAULT_FONT" val="14;20;2"/>
  <p:tag name="KSO_WM_UNIT_BLOCK" val="0"/>
  <p:tag name="KSO_WM_UNIT_VALUE" val="588"/>
  <p:tag name="KSO_WM_UNIT_SHOW_EDIT_AREA_INDICATION" val="1"/>
  <p:tag name="KSO_WM_CHIP_GROUPID" val="5e6b05596848fb12bee65ac8"/>
  <p:tag name="KSO_WM_CHIP_XID" val="5e6b05596848fb12bee65aca"/>
  <p:tag name="KSO_WM_UNIT_DEC_AREA_ID" val="5557aaf2e9bc4b2499ccf5d271336ab4"/>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ff7d2160ef064691979e787d147d2e4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e7a4054ed1e2fb7f9a0"/>
  <p:tag name="KSO_WM_TEMPLATE_ASSEMBLE_GROUPID" val="60656e7a4054ed1e2fb7f9a0"/>
  <p:tag name="WM_BEAUTIFY_ZORDER_FLAG_TAG" val="8"/>
</p:tagLst>
</file>

<file path=ppt/tags/tag1115.xml><?xml version="1.0" encoding="utf-8"?>
<p:tagLst xmlns:p="http://schemas.openxmlformats.org/presentationml/2006/main">
  <p:tag name="KSO_WM_SLIDE_ID" val="diagram20220058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8"/>
  <p:tag name="KSO_WM_SLIDE_LAYOUT" val="a_d"/>
  <p:tag name="KSO_WM_SLIDE_LAYOUT_CNT" val="1_1"/>
  <p:tag name="KSO_WM_SLIDE_TYPE" val="text"/>
  <p:tag name="KSO_WM_SLIDE_SUBTYPE" val="picTxt"/>
  <p:tag name="KSO_WM_SLIDE_LAYOUTTYPE" val="topbottom"/>
  <p:tag name="KSO_WM_SLIDE_SIZE" val="888*504"/>
  <p:tag name="KSO_WM_SLIDE_POSITION" val="36*12"/>
  <p:tag name="KSO_WM_SLIDE_LAYOUT_INFO" val="{&quot;backgroundInfo&quot;:[{&quot;bottom&quot;:0,&quot;bottomAbs&quot;:false,&quot;left&quot;:0,&quot;leftAbs&quot;:false,&quot;right&quot;:0,&quot;rightAbs&quot;:false,&quot;top&quot;:0,&quot;topAbs&quot;:false,&quot;type&quot;:&quot;general&quot;}],&quot;id&quot;:&quot;2026-01-13T21:14:45&quot;,&quot;maxSize&quot;:{&quot;size1&quot;:20},&quot;minSize&quot;:{&quot;size1&quot;:11.2},&quot;normalSize&quot;:{&quot;size1&quot;:11.2},&quot;subLayout&quot;:[{&quot;id&quot;:&quot;2026-01-13T21:14:45&quot;,&quot;margin&quot;:{&quot;bottom&quot;:0.025999998673796654,&quot;left&quot;:1.2699999809265137,&quot;right&quot;:1.2699999809265137,&quot;top&quot;:0.4230000376701355},&quot;type&quot;:0},{&quot;id&quot;:&quot;2026-01-13T21:14:45&quot;,&quot;margin&quot;:{&quot;bottom&quot;:0.847000002861023,&quot;left&quot;:1.2699999809265137,&quot;right&quot;:1.2699999809265137,&quot;top&quot;:1.2699999809265137},&quot;type&quot;:0}],&quot;type&quot;:0}"/>
  <p:tag name="KSO_WM_SLIDE_RATIO" val="1.777778"/>
  <p:tag name="KSO_WM_SLIDE_BACKGROUND" val="[&quot;general&quot;]"/>
  <p:tag name="KSO_WM_SLIDE_BACKGROUND_TYPE" val="general"/>
</p:tagLst>
</file>

<file path=ppt/tags/tag1116.xml><?xml version="1.0" encoding="utf-8"?>
<p:tagLst xmlns:p="http://schemas.openxmlformats.org/presentationml/2006/main">
  <p:tag name="KSO_WM_UNIT_ISCONTENTSTITLE" val="0"/>
  <p:tag name="KSO_WM_UNIT_ISNUMDGMTITLE" val="0"/>
  <p:tag name="KSO_WM_UNIT_NOCLEAR" val="0"/>
  <p:tag name="KSO_WM_UNIT_VALUE" val="11"/>
  <p:tag name="KSO_WM_UNIT_HIGHLIGHT" val="0"/>
  <p:tag name="KSO_WM_UNIT_COMPATIBLE" val="0"/>
  <p:tag name="KSO_WM_UNIT_DIAGRAM_ISNUMVISUAL" val="0"/>
  <p:tag name="KSO_WM_UNIT_DIAGRAM_ISREFERUNIT" val="0"/>
  <p:tag name="KSO_WM_UNIT_TYPE" val="a"/>
  <p:tag name="KSO_WM_UNIT_INDEX" val="1"/>
  <p:tag name="KSO_WM_UNIT_ID" val="custom20206915_1*a*1"/>
  <p:tag name="KSO_WM_TEMPLATE_CATEGORY" val="custom"/>
  <p:tag name="KSO_WM_TEMPLATE_INDEX" val="20206915"/>
  <p:tag name="KSO_WM_UNIT_LAYERLEVEL" val="1"/>
  <p:tag name="KSO_WM_TAG_VERSION" val="1.0"/>
  <p:tag name="KSO_WM_BEAUTIFY_FLAG" val="#wm#"/>
  <p:tag name="KSO_WM_UNIT_PRESET_TEXT" val="空白演示经典风格"/>
  <p:tag name="KSO_WM_UNIT_TEXT_FILL_FORE_SCHEMECOLOR_INDEX_BRIGHTNESS" val="0"/>
  <p:tag name="KSO_WM_UNIT_TEXT_FILL_FORE_SCHEMECOLOR_INDEX" val="5"/>
  <p:tag name="KSO_WM_UNIT_TEXT_FILL_TYPE" val="1"/>
</p:tagLst>
</file>

<file path=ppt/tags/tag1117.xml><?xml version="1.0" encoding="utf-8"?>
<p:tagLst xmlns:p="http://schemas.openxmlformats.org/presentationml/2006/main">
  <p:tag name="KSO_WM_UNIT_NOCLEAR" val="0"/>
  <p:tag name="KSO_WM_UNIT_VALUE" val="10"/>
  <p:tag name="KSO_WM_UNIT_HIGHLIGHT" val="0"/>
  <p:tag name="KSO_WM_UNIT_COMPATIBLE" val="0"/>
  <p:tag name="KSO_WM_UNIT_DIAGRAM_ISNUMVISUAL" val="0"/>
  <p:tag name="KSO_WM_UNIT_DIAGRAM_ISREFERUNIT" val="0"/>
  <p:tag name="KSO_WM_UNIT_TYPE" val="f"/>
  <p:tag name="KSO_WM_UNIT_INDEX" val="1"/>
  <p:tag name="KSO_WM_UNIT_ID" val="custom20206915_1*f*1"/>
  <p:tag name="KSO_WM_TEMPLATE_CATEGORY" val="custom"/>
  <p:tag name="KSO_WM_TEMPLATE_INDEX" val="20206915"/>
  <p:tag name="KSO_WM_UNIT_LAYERLEVEL" val="1"/>
  <p:tag name="KSO_WM_TAG_VERSION" val="1.0"/>
  <p:tag name="KSO_WM_BEAUTIFY_FLAG" val="#wm#"/>
  <p:tag name="KSO_WM_UNIT_ISCONTENTSTITLE" val="0"/>
  <p:tag name="KSO_WM_UNIT_ISNUMDGMTITLE" val="0"/>
  <p:tag name="KSO_WM_UNIT_PRESET_TEXT" val="演讲者："/>
  <p:tag name="KSO_WM_UNIT_SUBTYPE" val="b"/>
  <p:tag name="KSO_WM_UNIT_TEXT_FILL_FORE_SCHEMECOLOR_INDEX_BRIGHTNESS" val="0"/>
  <p:tag name="KSO_WM_UNIT_TEXT_FILL_FORE_SCHEMECOLOR_INDEX" val="5"/>
  <p:tag name="KSO_WM_UNIT_TEXT_FILL_TYPE" val="1"/>
</p:tagLst>
</file>

<file path=ppt/tags/tag1118.xml><?xml version="1.0" encoding="utf-8"?>
<p:tagLst xmlns:p="http://schemas.openxmlformats.org/presentationml/2006/main">
  <p:tag name="KSO_WM_SLIDE_ID" val="custom20206915_1"/>
  <p:tag name="KSO_WM_TEMPLATE_SUBCATEGORY" val="0"/>
  <p:tag name="KSO_WM_TEMPLATE_MASTER_TYPE" val="1"/>
  <p:tag name="KSO_WM_TEMPLATE_COLOR_TYPE" val="1"/>
  <p:tag name="KSO_WM_SLIDE_TYPE" val="title"/>
  <p:tag name="KSO_WM_SLIDE_SUBTYPE" val="pureTxt"/>
  <p:tag name="KSO_WM_SLIDE_ITEM_CNT" val="0"/>
  <p:tag name="KSO_WM_SLIDE_INDEX" val="1"/>
  <p:tag name="KSO_WM_TAG_VERSION" val="1.0"/>
  <p:tag name="KSO_WM_BEAUTIFY_FLAG" val="#wm#"/>
  <p:tag name="KSO_WM_TEMPLATE_CATEGORY" val="custom"/>
  <p:tag name="KSO_WM_TEMPLATE_INDEX" val="20206915"/>
  <p:tag name="KSO_WM_SLIDE_LAYOUT" val="a_b_f"/>
  <p:tag name="KSO_WM_SLIDE_LAYOUT_CNT" val="1_1_1"/>
  <p:tag name="KSO_WM_TEMPLATE_MASTER_THUMB_INDEX" val="12"/>
  <p:tag name="KSO_WM_TEMPLATE_THUMBS_INDEX" val="1、4、7、8、10、11、12、13、15"/>
</p:tagLst>
</file>

<file path=ppt/tags/tag11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11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11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20058_1*i*1"/>
  <p:tag name="KSO_WM_TEMPLATE_CATEGORY" val="diagram"/>
  <p:tag name="KSO_WM_TEMPLATE_INDEX" val="20220058"/>
  <p:tag name="KSO_WM_UNIT_LAYERLEVEL" val="1"/>
  <p:tag name="KSO_WM_TAG_VERSION" val="1.0"/>
  <p:tag name="KSO_WM_BEAUTIFY_FLAG" val="#wm#"/>
  <p:tag name="KSO_WM_UNIT_BLOCK" val="0"/>
  <p:tag name="KSO_WM_UNIT_SM_LIMIT_TYPE" val="0"/>
  <p:tag name="KSO_WM_UNIT_DEC_AREA_ID" val="401453a90b9f4fd5b1215058b8a2f2e8"/>
  <p:tag name="KSO_WM_UNIT_DECORATE_INFO" val="{&quot;ReferentInfo&quot;:{&quot;Id&quot;:&quot;2d2094633d9c481aa0d84a95a0159686&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Lst>
</file>

<file path=ppt/tags/tag1122.xml><?xml version="1.0" encoding="utf-8"?>
<p:tagLst xmlns:p="http://schemas.openxmlformats.org/presentationml/2006/main">
  <p:tag name="KSO_WM_UNIT_ISCONTENTSTITLE" val="0"/>
  <p:tag name="KSO_WM_UNIT_ISNUMDGMTITLE" val="0"/>
  <p:tag name="KSO_WM_UNIT_PRESET_TEXT" val="线型上下导航版"/>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diagram20220058_1*a*1"/>
  <p:tag name="KSO_WM_TEMPLATE_CATEGORY" val="diagram"/>
  <p:tag name="KSO_WM_TEMPLATE_INDEX" val="20220058"/>
  <p:tag name="KSO_WM_UNIT_LAYERLEVEL" val="1"/>
  <p:tag name="KSO_WM_TAG_VERSION" val="1.0"/>
  <p:tag name="KSO_WM_BEAUTIFY_FLAG" val="#wm#"/>
  <p:tag name="KSO_WM_UNIT_VALUE" val="27"/>
  <p:tag name="KSO_WM_UNIT_BLOCK" val="0"/>
  <p:tag name="KSO_WM_UNIT_SM_LIMIT_TYPE" val="2"/>
  <p:tag name="KSO_WM_UNIT_DEC_AREA_ID" val="2d2094633d9c481aa0d84a95a015968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Lst>
</file>

<file path=ppt/tags/tag1123.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2"/>
  <p:tag name="KSO_WM_UNIT_ID" val="diagram20205830_2*m_h_i*1_1_2"/>
  <p:tag name="KSO_WM_TEMPLATE_CATEGORY" val="diagram"/>
  <p:tag name="KSO_WM_TEMPLATE_INDEX" val="20205830"/>
  <p:tag name="KSO_WM_UNIT_LAYERLEVEL" val="1_1_1"/>
  <p:tag name="KSO_WM_TAG_VERSION" val="1.0"/>
  <p:tag name="KSO_WM_BEAUTIFY_FLAG" val="#wm#"/>
  <p:tag name="KSO_WM_UNIT_FILL_FORE_SCHEMECOLOR_INDEX_BRIGHTNESS" val="0"/>
  <p:tag name="KSO_WM_UNIT_FILL_FORE_SCHEMECOLOR_INDEX" val="5"/>
  <p:tag name="KSO_WM_UNIT_FILL_TYPE" val="1"/>
  <p:tag name="KSO_WM_UNIT_LINE_FORE_SCHEMECOLOR_INDEX_BRIGHTNESS" val="0.5"/>
  <p:tag name="KSO_WM_UNIT_LINE_FORE_SCHEMECOLOR_INDEX" val="13"/>
  <p:tag name="KSO_WM_UNIT_LINE_FILL_TYPE" val="2"/>
  <p:tag name="KSO_WM_UNIT_TEXT_FILL_FORE_SCHEMECOLOR_INDEX_BRIGHTNESS" val="0"/>
  <p:tag name="KSO_WM_UNIT_TEXT_FILL_FORE_SCHEMECOLOR_INDEX" val="2"/>
  <p:tag name="KSO_WM_UNIT_TEXT_FILL_TYPE" val="1"/>
</p:tagLst>
</file>

<file path=ppt/tags/tag1124.xml><?xml version="1.0" encoding="utf-8"?>
<p:tagLst xmlns:p="http://schemas.openxmlformats.org/presentationml/2006/main">
  <p:tag name="KSO_WM_UNIT_SUBTYPE" val="a"/>
  <p:tag name="KSO_WM_UNIT_PRESET_TEXT" val="单点击此处添加正文，文字是您思想的提炼，为了演示发布的良好效果，请您尽可能提炼思想的精髓，然后简单的阐述您的观点。如果您的内容确实非常重要又难以精简，也请使用分段处理，对内容进行简单的梳理和提炼，这样会使逻辑框架相对清晰。"/>
  <p:tag name="KSO_WM_UNIT_NOCLEAR" val="0"/>
  <p:tag name="KSO_WM_UNIT_HIGHLIGHT" val="0"/>
  <p:tag name="KSO_WM_UNIT_COMPATIBLE" val="0"/>
  <p:tag name="KSO_WM_UNIT_DIAGRAM_ISNUMVISUAL" val="0"/>
  <p:tag name="KSO_WM_UNIT_DIAGRAM_ISREFERUNIT" val="0"/>
  <p:tag name="KSO_WM_DIAGRAM_GROUP_CODE" val="m1-1"/>
  <p:tag name="KSO_WM_UNIT_TYPE" val="m_h_f"/>
  <p:tag name="KSO_WM_UNIT_INDEX" val="1_1_1"/>
  <p:tag name="KSO_WM_UNIT_ID" val="diagram20205830_2*m_h_f*1_1_1"/>
  <p:tag name="KSO_WM_TEMPLATE_CATEGORY" val="diagram"/>
  <p:tag name="KSO_WM_TEMPLATE_INDEX" val="20205830"/>
  <p:tag name="KSO_WM_UNIT_LAYERLEVEL" val="1_1_1"/>
  <p:tag name="KSO_WM_TAG_VERSION" val="1.0"/>
  <p:tag name="KSO_WM_BEAUTIFY_FLAG" val="#wm#"/>
  <p:tag name="KSO_WM_UNIT_TEXT_FILL_FORE_SCHEMECOLOR_INDEX_BRIGHTNESS" val="0.15"/>
  <p:tag name="KSO_WM_UNIT_TEXT_FILL_FORE_SCHEMECOLOR_INDEX" val="13"/>
  <p:tag name="KSO_WM_UNIT_TEXT_FILL_TYPE" val="1"/>
</p:tagLst>
</file>

<file path=ppt/tags/tag1125.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2_2"/>
  <p:tag name="KSO_WM_UNIT_ID" val="diagram20205830_2*m_h_i*1_2_2"/>
  <p:tag name="KSO_WM_TEMPLATE_CATEGORY" val="diagram"/>
  <p:tag name="KSO_WM_TEMPLATE_INDEX" val="20205830"/>
  <p:tag name="KSO_WM_UNIT_LAYERLEVEL" val="1_1_1"/>
  <p:tag name="KSO_WM_TAG_VERSION" val="1.0"/>
  <p:tag name="KSO_WM_BEAUTIFY_FLAG" val="#wm#"/>
  <p:tag name="KSO_WM_UNIT_FILL_FORE_SCHEMECOLOR_INDEX_BRIGHTNESS" val="0"/>
  <p:tag name="KSO_WM_UNIT_FILL_FORE_SCHEMECOLOR_INDEX" val="5"/>
  <p:tag name="KSO_WM_UNIT_FILL_TYPE" val="1"/>
  <p:tag name="KSO_WM_UNIT_LINE_FORE_SCHEMECOLOR_INDEX_BRIGHTNESS" val="0.5"/>
  <p:tag name="KSO_WM_UNIT_LINE_FORE_SCHEMECOLOR_INDEX" val="13"/>
  <p:tag name="KSO_WM_UNIT_LINE_FILL_TYPE" val="2"/>
  <p:tag name="KSO_WM_UNIT_TEXT_FILL_FORE_SCHEMECOLOR_INDEX_BRIGHTNESS" val="0"/>
  <p:tag name="KSO_WM_UNIT_TEXT_FILL_FORE_SCHEMECOLOR_INDEX" val="2"/>
  <p:tag name="KSO_WM_UNIT_TEXT_FILL_TYPE" val="1"/>
</p:tagLst>
</file>

<file path=ppt/tags/tag1126.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3"/>
  <p:tag name="KSO_WM_UNIT_ID" val="diagram20205830_2*m_h_i*1_1_3"/>
  <p:tag name="KSO_WM_TEMPLATE_CATEGORY" val="diagram"/>
  <p:tag name="KSO_WM_TEMPLATE_INDEX" val="20205830"/>
  <p:tag name="KSO_WM_UNIT_LAYERLEVEL" val="1_1_1"/>
  <p:tag name="KSO_WM_TAG_VERSION" val="1.0"/>
  <p:tag name="KSO_WM_BEAUTIFY_FLAG" val="#wm#"/>
  <p:tag name="KSO_WM_UNIT_FILL_FORE_SCHEMECOLOR_INDEX_BRIGHTNESS" val="0"/>
  <p:tag name="KSO_WM_UNIT_FILL_FORE_SCHEMECOLOR_INDEX" val="5"/>
  <p:tag name="KSO_WM_UNIT_FILL_TYPE" val="1"/>
  <p:tag name="KSO_WM_UNIT_LINE_FORE_SCHEMECOLOR_INDEX_BRIGHTNESS" val="0.5"/>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1127.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4"/>
  <p:tag name="KSO_WM_UNIT_ID" val="diagram20205830_2*m_h_i*1_1_4"/>
  <p:tag name="KSO_WM_TEMPLATE_CATEGORY" val="diagram"/>
  <p:tag name="KSO_WM_TEMPLATE_INDEX" val="20205830"/>
  <p:tag name="KSO_WM_UNIT_LAYERLEVEL" val="1_1_1"/>
  <p:tag name="KSO_WM_TAG_VERSION" val="1.0"/>
  <p:tag name="KSO_WM_BEAUTIFY_FLAG" val="#wm#"/>
  <p:tag name="KSO_WM_UNIT_FILL_FORE_SCHEMECOLOR_INDEX_BRIGHTNESS" val="0"/>
  <p:tag name="KSO_WM_UNIT_FILL_FORE_SCHEMECOLOR_INDEX" val="5"/>
  <p:tag name="KSO_WM_UNIT_FILL_TYPE" val="1"/>
  <p:tag name="KSO_WM_UNIT_LINE_FORE_SCHEMECOLOR_INDEX_BRIGHTNESS" val="0.5"/>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1128.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SUBTYPE" val="d"/>
  <p:tag name="KSO_WM_UNIT_TYPE" val="m_h_i"/>
  <p:tag name="KSO_WM_UNIT_INDEX" val="1_1_1"/>
  <p:tag name="KSO_WM_UNIT_ID" val="diagram20205830_2*m_h_i*1_1_1"/>
  <p:tag name="KSO_WM_TEMPLATE_CATEGORY" val="diagram"/>
  <p:tag name="KSO_WM_TEMPLATE_INDEX" val="20205830"/>
  <p:tag name="KSO_WM_UNIT_LAYERLEVEL" val="1_1_1"/>
  <p:tag name="KSO_WM_TAG_VERSION" val="1.0"/>
  <p:tag name="KSO_WM_BEAUTIFY_FLAG" val="#wm#"/>
  <p:tag name="KSO_WM_UNIT_TEXT_FILL_FORE_SCHEMECOLOR_INDEX_BRIGHTNESS" val="0.25"/>
  <p:tag name="KSO_WM_UNIT_TEXT_FILL_FORE_SCHEMECOLOR_INDEX" val="13"/>
  <p:tag name="KSO_WM_UNIT_TEXT_FILL_TYPE" val="1"/>
</p:tagLst>
</file>

<file path=ppt/tags/tag1129.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5"/>
  <p:tag name="KSO_WM_UNIT_ID" val="diagram20205830_2*m_h_i*1_1_5"/>
  <p:tag name="KSO_WM_TEMPLATE_CATEGORY" val="diagram"/>
  <p:tag name="KSO_WM_TEMPLATE_INDEX" val="20205830"/>
  <p:tag name="KSO_WM_UNIT_LAYERLEVEL" val="1_1_1"/>
  <p:tag name="KSO_WM_TAG_VERSION" val="1.0"/>
  <p:tag name="KSO_WM_BEAUTIFY_FLAG" val="#wm#"/>
  <p:tag name="KSO_WM_UNIT_FILL_FORE_SCHEMECOLOR_INDEX_BRIGHTNESS" val="0"/>
  <p:tag name="KSO_WM_UNIT_FILL_FORE_SCHEMECOLOR_INDEX" val="14"/>
  <p:tag name="KSO_WM_UNIT_FILL_TYPE" val="1"/>
  <p:tag name="KSO_WM_UNIT_LINE_FORE_SCHEMECOLOR_INDEX_BRIGHTNESS" val="0.5"/>
  <p:tag name="KSO_WM_UNIT_LINE_FORE_SCHEMECOLOR_INDEX" val="13"/>
  <p:tag name="KSO_WM_UNIT_LINE_FILL_TYPE" val="2"/>
  <p:tag name="KSO_WM_UNIT_TEXT_FILL_FORE_SCHEMECOLOR_INDEX_BRIGHTNESS" val="0"/>
  <p:tag name="KSO_WM_UNIT_TEXT_FILL_FORE_SCHEMECOLOR_INDEX" val="2"/>
  <p:tag name="KSO_WM_UNIT_TEXT_FILL_TYPE" val="1"/>
</p:tagLst>
</file>

<file path=ppt/tags/tag1130.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6"/>
  <p:tag name="KSO_WM_UNIT_ID" val="diagram20205830_2*m_h_i*1_1_6"/>
  <p:tag name="KSO_WM_TEMPLATE_CATEGORY" val="diagram"/>
  <p:tag name="KSO_WM_TEMPLATE_INDEX" val="20205830"/>
  <p:tag name="KSO_WM_UNIT_LAYERLEVEL" val="1_1_1"/>
  <p:tag name="KSO_WM_TAG_VERSION" val="1.0"/>
  <p:tag name="KSO_WM_BEAUTIFY_FLAG" val="#wm#"/>
  <p:tag name="KSO_WM_UNIT_FILL_FORE_SCHEMECOLOR_INDEX_BRIGHTNESS" val="0"/>
  <p:tag name="KSO_WM_UNIT_FILL_FORE_SCHEMECOLOR_INDEX" val="14"/>
  <p:tag name="KSO_WM_UNIT_FILL_TYPE" val="1"/>
  <p:tag name="KSO_WM_UNIT_LINE_FORE_SCHEMECOLOR_INDEX_BRIGHTNESS" val="0.5"/>
  <p:tag name="KSO_WM_UNIT_LINE_FORE_SCHEMECOLOR_INDEX" val="13"/>
  <p:tag name="KSO_WM_UNIT_LINE_FILL_TYPE" val="2"/>
  <p:tag name="KSO_WM_UNIT_TEXT_FILL_FORE_SCHEMECOLOR_INDEX_BRIGHTNESS" val="0"/>
  <p:tag name="KSO_WM_UNIT_TEXT_FILL_FORE_SCHEMECOLOR_INDEX" val="2"/>
  <p:tag name="KSO_WM_UNIT_TEXT_FILL_TYPE" val="1"/>
</p:tagLst>
</file>

<file path=ppt/tags/tag1131.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2_3"/>
  <p:tag name="KSO_WM_UNIT_ID" val="diagram20205830_2*m_h_i*1_2_3"/>
  <p:tag name="KSO_WM_TEMPLATE_CATEGORY" val="diagram"/>
  <p:tag name="KSO_WM_TEMPLATE_INDEX" val="20205830"/>
  <p:tag name="KSO_WM_UNIT_LAYERLEVEL" val="1_1_1"/>
  <p:tag name="KSO_WM_TAG_VERSION" val="1.0"/>
  <p:tag name="KSO_WM_BEAUTIFY_FLAG" val="#wm#"/>
  <p:tag name="KSO_WM_UNIT_FILL_FORE_SCHEMECOLOR_INDEX_BRIGHTNESS" val="0"/>
  <p:tag name="KSO_WM_UNIT_FILL_FORE_SCHEMECOLOR_INDEX" val="6"/>
  <p:tag name="KSO_WM_UNIT_FILL_TYPE" val="1"/>
  <p:tag name="KSO_WM_UNIT_LINE_FORE_SCHEMECOLOR_INDEX_BRIGHTNESS" val="0.5"/>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1132.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2_4"/>
  <p:tag name="KSO_WM_UNIT_ID" val="diagram20205830_2*m_h_i*1_2_4"/>
  <p:tag name="KSO_WM_TEMPLATE_CATEGORY" val="diagram"/>
  <p:tag name="KSO_WM_TEMPLATE_INDEX" val="20205830"/>
  <p:tag name="KSO_WM_UNIT_LAYERLEVEL" val="1_1_1"/>
  <p:tag name="KSO_WM_TAG_VERSION" val="1.0"/>
  <p:tag name="KSO_WM_BEAUTIFY_FLAG" val="#wm#"/>
  <p:tag name="KSO_WM_UNIT_FILL_FORE_SCHEMECOLOR_INDEX_BRIGHTNESS" val="0"/>
  <p:tag name="KSO_WM_UNIT_FILL_FORE_SCHEMECOLOR_INDEX" val="6"/>
  <p:tag name="KSO_WM_UNIT_FILL_TYPE" val="1"/>
  <p:tag name="KSO_WM_UNIT_LINE_FORE_SCHEMECOLOR_INDEX_BRIGHTNESS" val="0.5"/>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1133.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SUBTYPE" val="d"/>
  <p:tag name="KSO_WM_UNIT_TYPE" val="m_h_i"/>
  <p:tag name="KSO_WM_UNIT_INDEX" val="1_2_1"/>
  <p:tag name="KSO_WM_UNIT_ID" val="diagram20205830_2*m_h_i*1_2_1"/>
  <p:tag name="KSO_WM_TEMPLATE_CATEGORY" val="diagram"/>
  <p:tag name="KSO_WM_TEMPLATE_INDEX" val="20205830"/>
  <p:tag name="KSO_WM_UNIT_LAYERLEVEL" val="1_1_1"/>
  <p:tag name="KSO_WM_TAG_VERSION" val="1.0"/>
  <p:tag name="KSO_WM_BEAUTIFY_FLAG" val="#wm#"/>
  <p:tag name="KSO_WM_UNIT_TEXT_FILL_FORE_SCHEMECOLOR_INDEX_BRIGHTNESS" val="0.25"/>
  <p:tag name="KSO_WM_UNIT_TEXT_FILL_FORE_SCHEMECOLOR_INDEX" val="13"/>
  <p:tag name="KSO_WM_UNIT_TEXT_FILL_TYPE" val="1"/>
</p:tagLst>
</file>

<file path=ppt/tags/tag1134.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2_5"/>
  <p:tag name="KSO_WM_UNIT_ID" val="diagram20205830_2*m_h_i*1_2_5"/>
  <p:tag name="KSO_WM_TEMPLATE_CATEGORY" val="diagram"/>
  <p:tag name="KSO_WM_TEMPLATE_INDEX" val="20205830"/>
  <p:tag name="KSO_WM_UNIT_LAYERLEVEL" val="1_1_1"/>
  <p:tag name="KSO_WM_TAG_VERSION" val="1.0"/>
  <p:tag name="KSO_WM_BEAUTIFY_FLAG" val="#wm#"/>
  <p:tag name="KSO_WM_UNIT_FILL_FORE_SCHEMECOLOR_INDEX_BRIGHTNESS" val="0"/>
  <p:tag name="KSO_WM_UNIT_FILL_FORE_SCHEMECOLOR_INDEX" val="14"/>
  <p:tag name="KSO_WM_UNIT_FILL_TYPE" val="1"/>
  <p:tag name="KSO_WM_UNIT_LINE_FORE_SCHEMECOLOR_INDEX_BRIGHTNESS" val="0.5"/>
  <p:tag name="KSO_WM_UNIT_LINE_FORE_SCHEMECOLOR_INDEX" val="13"/>
  <p:tag name="KSO_WM_UNIT_LINE_FILL_TYPE" val="2"/>
  <p:tag name="KSO_WM_UNIT_TEXT_FILL_FORE_SCHEMECOLOR_INDEX_BRIGHTNESS" val="0"/>
  <p:tag name="KSO_WM_UNIT_TEXT_FILL_FORE_SCHEMECOLOR_INDEX" val="2"/>
  <p:tag name="KSO_WM_UNIT_TEXT_FILL_TYPE" val="1"/>
</p:tagLst>
</file>

<file path=ppt/tags/tag1135.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2_6"/>
  <p:tag name="KSO_WM_UNIT_ID" val="diagram20205830_2*m_h_i*1_2_6"/>
  <p:tag name="KSO_WM_TEMPLATE_CATEGORY" val="diagram"/>
  <p:tag name="KSO_WM_TEMPLATE_INDEX" val="20205830"/>
  <p:tag name="KSO_WM_UNIT_LAYERLEVEL" val="1_1_1"/>
  <p:tag name="KSO_WM_TAG_VERSION" val="1.0"/>
  <p:tag name="KSO_WM_BEAUTIFY_FLAG" val="#wm#"/>
  <p:tag name="KSO_WM_UNIT_FILL_FORE_SCHEMECOLOR_INDEX_BRIGHTNESS" val="0"/>
  <p:tag name="KSO_WM_UNIT_FILL_FORE_SCHEMECOLOR_INDEX" val="14"/>
  <p:tag name="KSO_WM_UNIT_FILL_TYPE" val="1"/>
  <p:tag name="KSO_WM_UNIT_LINE_FORE_SCHEMECOLOR_INDEX_BRIGHTNESS" val="0.5"/>
  <p:tag name="KSO_WM_UNIT_LINE_FORE_SCHEMECOLOR_INDEX" val="13"/>
  <p:tag name="KSO_WM_UNIT_LINE_FILL_TYPE" val="2"/>
  <p:tag name="KSO_WM_UNIT_TEXT_FILL_FORE_SCHEMECOLOR_INDEX_BRIGHTNESS" val="0"/>
  <p:tag name="KSO_WM_UNIT_TEXT_FILL_FORE_SCHEMECOLOR_INDEX" val="2"/>
  <p:tag name="KSO_WM_UNIT_TEXT_FILL_TYPE" val="1"/>
</p:tagLst>
</file>

<file path=ppt/tags/tag1136.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7"/>
  <p:tag name="KSO_WM_UNIT_ID" val="diagram20205830_2*m_h_i*1_1_7"/>
  <p:tag name="KSO_WM_TEMPLATE_CATEGORY" val="diagram"/>
  <p:tag name="KSO_WM_TEMPLATE_INDEX" val="20205830"/>
  <p:tag name="KSO_WM_UNIT_LAYERLEVEL" val="1_1_1"/>
  <p:tag name="KSO_WM_TAG_VERSION" val="1.0"/>
  <p:tag name="KSO_WM_BEAUTIFY_FLAG" val="#wm#"/>
  <p:tag name="KSO_WM_UNIT_LINE_FORE_SCHEMECOLOR_INDEX_BRIGHTNESS" val="0.5"/>
  <p:tag name="KSO_WM_UNIT_LINE_FORE_SCHEMECOLOR_INDEX" val="13"/>
  <p:tag name="KSO_WM_UNIT_LINE_FILL_TYPE" val="2"/>
</p:tagLst>
</file>

<file path=ppt/tags/tag1137.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2_7"/>
  <p:tag name="KSO_WM_UNIT_ID" val="diagram20205830_2*m_h_i*1_2_7"/>
  <p:tag name="KSO_WM_TEMPLATE_CATEGORY" val="diagram"/>
  <p:tag name="KSO_WM_TEMPLATE_INDEX" val="20205830"/>
  <p:tag name="KSO_WM_UNIT_LAYERLEVEL" val="1_1_1"/>
  <p:tag name="KSO_WM_TAG_VERSION" val="1.0"/>
  <p:tag name="KSO_WM_BEAUTIFY_FLAG" val="#wm#"/>
  <p:tag name="KSO_WM_UNIT_LINE_FORE_SCHEMECOLOR_INDEX_BRIGHTNESS" val="0.5"/>
  <p:tag name="KSO_WM_UNIT_LINE_FORE_SCHEMECOLOR_INDEX" val="13"/>
  <p:tag name="KSO_WM_UNIT_LINE_FILL_TYPE" val="2"/>
</p:tagLst>
</file>

<file path=ppt/tags/tag1138.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3_2"/>
  <p:tag name="KSO_WM_UNIT_ID" val="diagram20205830_2*m_h_i*1_3_2"/>
  <p:tag name="KSO_WM_TEMPLATE_CATEGORY" val="diagram"/>
  <p:tag name="KSO_WM_TEMPLATE_INDEX" val="20205830"/>
  <p:tag name="KSO_WM_UNIT_LAYERLEVEL" val="1_1_1"/>
  <p:tag name="KSO_WM_TAG_VERSION" val="1.0"/>
  <p:tag name="KSO_WM_BEAUTIFY_FLAG" val="#wm#"/>
  <p:tag name="KSO_WM_UNIT_FILL_FORE_SCHEMECOLOR_INDEX_BRIGHTNESS" val="0"/>
  <p:tag name="KSO_WM_UNIT_FILL_FORE_SCHEMECOLOR_INDEX" val="5"/>
  <p:tag name="KSO_WM_UNIT_FILL_TYPE" val="1"/>
  <p:tag name="KSO_WM_UNIT_LINE_FORE_SCHEMECOLOR_INDEX_BRIGHTNESS" val="0.5"/>
  <p:tag name="KSO_WM_UNIT_LINE_FORE_SCHEMECOLOR_INDEX" val="13"/>
  <p:tag name="KSO_WM_UNIT_LINE_FILL_TYPE" val="2"/>
  <p:tag name="KSO_WM_UNIT_TEXT_FILL_FORE_SCHEMECOLOR_INDEX_BRIGHTNESS" val="0"/>
  <p:tag name="KSO_WM_UNIT_TEXT_FILL_FORE_SCHEMECOLOR_INDEX" val="2"/>
  <p:tag name="KSO_WM_UNIT_TEXT_FILL_TYPE" val="1"/>
</p:tagLst>
</file>

<file path=ppt/tags/tag1139.xml><?xml version="1.0" encoding="utf-8"?>
<p:tagLst xmlns:p="http://schemas.openxmlformats.org/presentationml/2006/main">
  <p:tag name="KSO_WM_UNIT_SUBTYPE" val="a"/>
  <p:tag name="KSO_WM_UNIT_PRESET_TEXT" val="单点击此处添加正文，文字是您思想的提炼，为了演示发布的良好效果，请您尽可能提炼思想的精髓，然后简单的阐述您的观点。如果您的内容确实非常重要又难以精简，也请使用分段处理，对内容进行简单的梳理和提炼，这样会使逻辑框架相对清晰。"/>
  <p:tag name="KSO_WM_UNIT_NOCLEAR" val="0"/>
  <p:tag name="KSO_WM_UNIT_HIGHLIGHT" val="0"/>
  <p:tag name="KSO_WM_UNIT_COMPATIBLE" val="0"/>
  <p:tag name="KSO_WM_UNIT_DIAGRAM_ISNUMVISUAL" val="0"/>
  <p:tag name="KSO_WM_UNIT_DIAGRAM_ISREFERUNIT" val="0"/>
  <p:tag name="KSO_WM_DIAGRAM_GROUP_CODE" val="m1-1"/>
  <p:tag name="KSO_WM_UNIT_TYPE" val="m_h_f"/>
  <p:tag name="KSO_WM_UNIT_INDEX" val="1_3_1"/>
  <p:tag name="KSO_WM_UNIT_ID" val="diagram20205830_2*m_h_f*1_3_1"/>
  <p:tag name="KSO_WM_TEMPLATE_CATEGORY" val="diagram"/>
  <p:tag name="KSO_WM_TEMPLATE_INDEX" val="20205830"/>
  <p:tag name="KSO_WM_UNIT_LAYERLEVEL" val="1_1_1"/>
  <p:tag name="KSO_WM_TAG_VERSION" val="1.0"/>
  <p:tag name="KSO_WM_BEAUTIFY_FLAG" val="#wm#"/>
  <p:tag name="KSO_WM_UNIT_TEXT_FILL_FORE_SCHEMECOLOR_INDEX_BRIGHTNESS" val="0.15"/>
  <p:tag name="KSO_WM_UNIT_TEXT_FILL_FORE_SCHEMECOLOR_INDEX" val="13"/>
  <p:tag name="KSO_WM_UNIT_TEXT_FILL_TYPE" val="1"/>
</p:tagLst>
</file>

<file path=ppt/tags/tag1140.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3_3"/>
  <p:tag name="KSO_WM_UNIT_ID" val="diagram20205830_2*m_h_i*1_3_3"/>
  <p:tag name="KSO_WM_TEMPLATE_CATEGORY" val="diagram"/>
  <p:tag name="KSO_WM_TEMPLATE_INDEX" val="20205830"/>
  <p:tag name="KSO_WM_UNIT_LAYERLEVEL" val="1_1_1"/>
  <p:tag name="KSO_WM_TAG_VERSION" val="1.0"/>
  <p:tag name="KSO_WM_BEAUTIFY_FLAG" val="#wm#"/>
  <p:tag name="KSO_WM_UNIT_FILL_FORE_SCHEMECOLOR_INDEX_BRIGHTNESS" val="0"/>
  <p:tag name="KSO_WM_UNIT_FILL_FORE_SCHEMECOLOR_INDEX" val="7"/>
  <p:tag name="KSO_WM_UNIT_FILL_TYPE" val="1"/>
  <p:tag name="KSO_WM_UNIT_LINE_FORE_SCHEMECOLOR_INDEX_BRIGHTNESS" val="0.5"/>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1141.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3_4"/>
  <p:tag name="KSO_WM_UNIT_ID" val="diagram20205830_2*m_h_i*1_3_4"/>
  <p:tag name="KSO_WM_TEMPLATE_CATEGORY" val="diagram"/>
  <p:tag name="KSO_WM_TEMPLATE_INDEX" val="20205830"/>
  <p:tag name="KSO_WM_UNIT_LAYERLEVEL" val="1_1_1"/>
  <p:tag name="KSO_WM_TAG_VERSION" val="1.0"/>
  <p:tag name="KSO_WM_BEAUTIFY_FLAG" val="#wm#"/>
  <p:tag name="KSO_WM_UNIT_FILL_FORE_SCHEMECOLOR_INDEX_BRIGHTNESS" val="0"/>
  <p:tag name="KSO_WM_UNIT_FILL_FORE_SCHEMECOLOR_INDEX" val="7"/>
  <p:tag name="KSO_WM_UNIT_FILL_TYPE" val="1"/>
  <p:tag name="KSO_WM_UNIT_LINE_FORE_SCHEMECOLOR_INDEX_BRIGHTNESS" val="0.5"/>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1142.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SUBTYPE" val="d"/>
  <p:tag name="KSO_WM_UNIT_TYPE" val="m_h_i"/>
  <p:tag name="KSO_WM_UNIT_INDEX" val="1_3_1"/>
  <p:tag name="KSO_WM_UNIT_ID" val="diagram20205830_2*m_h_i*1_3_1"/>
  <p:tag name="KSO_WM_TEMPLATE_CATEGORY" val="diagram"/>
  <p:tag name="KSO_WM_TEMPLATE_INDEX" val="20205830"/>
  <p:tag name="KSO_WM_UNIT_LAYERLEVEL" val="1_1_1"/>
  <p:tag name="KSO_WM_TAG_VERSION" val="1.0"/>
  <p:tag name="KSO_WM_BEAUTIFY_FLAG" val="#wm#"/>
  <p:tag name="KSO_WM_UNIT_TEXT_FILL_FORE_SCHEMECOLOR_INDEX_BRIGHTNESS" val="0.25"/>
  <p:tag name="KSO_WM_UNIT_TEXT_FILL_FORE_SCHEMECOLOR_INDEX" val="13"/>
  <p:tag name="KSO_WM_UNIT_TEXT_FILL_TYPE" val="1"/>
</p:tagLst>
</file>

<file path=ppt/tags/tag1143.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3_5"/>
  <p:tag name="KSO_WM_UNIT_ID" val="diagram20205830_2*m_h_i*1_3_5"/>
  <p:tag name="KSO_WM_TEMPLATE_CATEGORY" val="diagram"/>
  <p:tag name="KSO_WM_TEMPLATE_INDEX" val="20205830"/>
  <p:tag name="KSO_WM_UNIT_LAYERLEVEL" val="1_1_1"/>
  <p:tag name="KSO_WM_TAG_VERSION" val="1.0"/>
  <p:tag name="KSO_WM_BEAUTIFY_FLAG" val="#wm#"/>
  <p:tag name="KSO_WM_UNIT_FILL_FORE_SCHEMECOLOR_INDEX_BRIGHTNESS" val="0"/>
  <p:tag name="KSO_WM_UNIT_FILL_FORE_SCHEMECOLOR_INDEX" val="14"/>
  <p:tag name="KSO_WM_UNIT_FILL_TYPE" val="1"/>
  <p:tag name="KSO_WM_UNIT_LINE_FORE_SCHEMECOLOR_INDEX_BRIGHTNESS" val="0.5"/>
  <p:tag name="KSO_WM_UNIT_LINE_FORE_SCHEMECOLOR_INDEX" val="13"/>
  <p:tag name="KSO_WM_UNIT_LINE_FILL_TYPE" val="2"/>
  <p:tag name="KSO_WM_UNIT_TEXT_FILL_FORE_SCHEMECOLOR_INDEX_BRIGHTNESS" val="0"/>
  <p:tag name="KSO_WM_UNIT_TEXT_FILL_FORE_SCHEMECOLOR_INDEX" val="2"/>
  <p:tag name="KSO_WM_UNIT_TEXT_FILL_TYPE" val="1"/>
</p:tagLst>
</file>

<file path=ppt/tags/tag1144.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3_6"/>
  <p:tag name="KSO_WM_UNIT_ID" val="diagram20205830_2*m_h_i*1_3_6"/>
  <p:tag name="KSO_WM_TEMPLATE_CATEGORY" val="diagram"/>
  <p:tag name="KSO_WM_TEMPLATE_INDEX" val="20205830"/>
  <p:tag name="KSO_WM_UNIT_LAYERLEVEL" val="1_1_1"/>
  <p:tag name="KSO_WM_TAG_VERSION" val="1.0"/>
  <p:tag name="KSO_WM_BEAUTIFY_FLAG" val="#wm#"/>
  <p:tag name="KSO_WM_UNIT_FILL_FORE_SCHEMECOLOR_INDEX_BRIGHTNESS" val="0"/>
  <p:tag name="KSO_WM_UNIT_FILL_FORE_SCHEMECOLOR_INDEX" val="14"/>
  <p:tag name="KSO_WM_UNIT_FILL_TYPE" val="1"/>
  <p:tag name="KSO_WM_UNIT_LINE_FORE_SCHEMECOLOR_INDEX_BRIGHTNESS" val="0.5"/>
  <p:tag name="KSO_WM_UNIT_LINE_FORE_SCHEMECOLOR_INDEX" val="13"/>
  <p:tag name="KSO_WM_UNIT_LINE_FILL_TYPE" val="2"/>
  <p:tag name="KSO_WM_UNIT_TEXT_FILL_FORE_SCHEMECOLOR_INDEX_BRIGHTNESS" val="0"/>
  <p:tag name="KSO_WM_UNIT_TEXT_FILL_FORE_SCHEMECOLOR_INDEX" val="2"/>
  <p:tag name="KSO_WM_UNIT_TEXT_FILL_TYPE" val="1"/>
</p:tagLst>
</file>

<file path=ppt/tags/tag1145.xml><?xml version="1.0" encoding="utf-8"?>
<p:tagLst xmlns:p="http://schemas.openxmlformats.org/presentationml/2006/main">
  <p:tag name="KSO_WM_UNIT_SUBTYPE" val="a"/>
  <p:tag name="KSO_WM_UNIT_PRESET_TEXT" val="单点击此处添加正文，文字是您思想的提炼，为了演示发布的良好效果，请您尽可能提炼思想的精髓，然后简单的阐述您的观点。如果您的内容确实非常重要又难以精简，也请使用分段处理，对内容进行简单的梳理和提炼，这样会使逻辑框架相对清晰。"/>
  <p:tag name="KSO_WM_UNIT_NOCLEAR" val="0"/>
  <p:tag name="KSO_WM_UNIT_HIGHLIGHT" val="0"/>
  <p:tag name="KSO_WM_UNIT_COMPATIBLE" val="0"/>
  <p:tag name="KSO_WM_UNIT_DIAGRAM_ISNUMVISUAL" val="0"/>
  <p:tag name="KSO_WM_UNIT_DIAGRAM_ISREFERUNIT" val="0"/>
  <p:tag name="KSO_WM_DIAGRAM_GROUP_CODE" val="m1-1"/>
  <p:tag name="KSO_WM_UNIT_TYPE" val="m_h_f"/>
  <p:tag name="KSO_WM_UNIT_INDEX" val="1_2_1"/>
  <p:tag name="KSO_WM_UNIT_ID" val="diagram20205830_2*m_h_f*1_2_1"/>
  <p:tag name="KSO_WM_TEMPLATE_CATEGORY" val="diagram"/>
  <p:tag name="KSO_WM_TEMPLATE_INDEX" val="20205830"/>
  <p:tag name="KSO_WM_UNIT_LAYERLEVEL" val="1_1_1"/>
  <p:tag name="KSO_WM_TAG_VERSION" val="1.0"/>
  <p:tag name="KSO_WM_BEAUTIFY_FLAG" val="#wm#"/>
  <p:tag name="KSO_WM_UNIT_TEXT_FILL_FORE_SCHEMECOLOR_INDEX_BRIGHTNESS" val="0.15"/>
  <p:tag name="KSO_WM_UNIT_TEXT_FILL_FORE_SCHEMECOLOR_INDEX" val="13"/>
  <p:tag name="KSO_WM_UNIT_TEXT_FILL_TYPE" val="1"/>
</p:tagLst>
</file>

<file path=ppt/tags/tag1146.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3_7"/>
  <p:tag name="KSO_WM_UNIT_ID" val="diagram20205830_2*m_h_i*1_3_7"/>
  <p:tag name="KSO_WM_TEMPLATE_CATEGORY" val="diagram"/>
  <p:tag name="KSO_WM_TEMPLATE_INDEX" val="20205830"/>
  <p:tag name="KSO_WM_UNIT_LAYERLEVEL" val="1_1_1"/>
  <p:tag name="KSO_WM_TAG_VERSION" val="1.0"/>
  <p:tag name="KSO_WM_BEAUTIFY_FLAG" val="#wm#"/>
  <p:tag name="KSO_WM_UNIT_LINE_FORE_SCHEMECOLOR_INDEX_BRIGHTNESS" val="0.5"/>
  <p:tag name="KSO_WM_UNIT_LINE_FORE_SCHEMECOLOR_INDEX" val="13"/>
  <p:tag name="KSO_WM_UNIT_LINE_FILL_TYPE" val="2"/>
</p:tagLst>
</file>

<file path=ppt/tags/tag1147.xml><?xml version="1.0" encoding="utf-8"?>
<p:tagLst xmlns:p="http://schemas.openxmlformats.org/presentationml/2006/main">
  <p:tag name="KSO_WM_SLIDE_ID" val="diagram20220058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8"/>
  <p:tag name="KSO_WM_SLIDE_LAYOUT" val="a_d"/>
  <p:tag name="KSO_WM_SLIDE_LAYOUT_CNT" val="1_1"/>
  <p:tag name="KSO_WM_SLIDE_TYPE" val="text"/>
  <p:tag name="KSO_WM_SLIDE_SUBTYPE" val="picTxt"/>
  <p:tag name="KSO_WM_SLIDE_LAYOUTTYPE" val="topbottom"/>
  <p:tag name="KSO_WM_SLIDE_SIZE" val="888*504"/>
  <p:tag name="KSO_WM_SLIDE_POSITION" val="36*12"/>
  <p:tag name="KSO_WM_SLIDE_LAYOUT_INFO" val="{&quot;backgroundInfo&quot;:[{&quot;bottom&quot;:0,&quot;bottomAbs&quot;:false,&quot;left&quot;:0,&quot;leftAbs&quot;:false,&quot;right&quot;:0,&quot;rightAbs&quot;:false,&quot;top&quot;:0,&quot;topAbs&quot;:false,&quot;type&quot;:&quot;general&quot;}],&quot;id&quot;:&quot;2026-01-13T21:15:36&quot;,&quot;maxSize&quot;:{&quot;size1&quot;:20},&quot;minSize&quot;:{&quot;size1&quot;:11.2},&quot;normalSize&quot;:{&quot;size1&quot;:11.2},&quot;subLayout&quot;:[{&quot;id&quot;:&quot;2026-01-13T21:15:36&quot;,&quot;margin&quot;:{&quot;bottom&quot;:0.025999998673796654,&quot;left&quot;:1.2699999809265137,&quot;right&quot;:1.2699999809265137,&quot;top&quot;:0.4230000376701355},&quot;type&quot;:0},{&quot;id&quot;:&quot;2026-01-13T21:15:36&quot;,&quot;margin&quot;:{&quot;bottom&quot;:0.847000002861023,&quot;left&quot;:1.2699999809265137,&quot;right&quot;:1.2699999809265137,&quot;top&quot;:1.2699999809265137},&quot;type&quot;:0}],&quot;type&quot;:0}"/>
  <p:tag name="KSO_WM_SLIDE_RATIO" val="1.777778"/>
  <p:tag name="KSO_WM_SLIDE_BACKGROUND" val="[&quot;general&quot;]"/>
  <p:tag name="KSO_WM_SLIDE_BACKGROUND_TYPE" val="general"/>
</p:tagLst>
</file>

<file path=ppt/tags/tag114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114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115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20058_1*i*1"/>
  <p:tag name="KSO_WM_TEMPLATE_CATEGORY" val="diagram"/>
  <p:tag name="KSO_WM_TEMPLATE_INDEX" val="20220058"/>
  <p:tag name="KSO_WM_UNIT_LAYERLEVEL" val="1"/>
  <p:tag name="KSO_WM_TAG_VERSION" val="1.0"/>
  <p:tag name="KSO_WM_BEAUTIFY_FLAG" val="#wm#"/>
  <p:tag name="KSO_WM_UNIT_BLOCK" val="0"/>
  <p:tag name="KSO_WM_UNIT_SM_LIMIT_TYPE" val="0"/>
  <p:tag name="KSO_WM_UNIT_DEC_AREA_ID" val="401453a90b9f4fd5b1215058b8a2f2e8"/>
  <p:tag name="KSO_WM_UNIT_DECORATE_INFO" val="{&quot;ReferentInfo&quot;:{&quot;Id&quot;:&quot;2d2094633d9c481aa0d84a95a0159686&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1151.xml><?xml version="1.0" encoding="utf-8"?>
<p:tagLst xmlns:p="http://schemas.openxmlformats.org/presentationml/2006/main">
  <p:tag name="KSO_WM_UNIT_ISCONTENTSTITLE" val="0"/>
  <p:tag name="KSO_WM_UNIT_ISNUMDGMTITLE" val="0"/>
  <p:tag name="KSO_WM_UNIT_PRESET_TEXT" val="线型上下导航版"/>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diagram20220058_1*a*1"/>
  <p:tag name="KSO_WM_TEMPLATE_CATEGORY" val="diagram"/>
  <p:tag name="KSO_WM_TEMPLATE_INDEX" val="20220058"/>
  <p:tag name="KSO_WM_UNIT_LAYERLEVEL" val="1"/>
  <p:tag name="KSO_WM_TAG_VERSION" val="1.0"/>
  <p:tag name="KSO_WM_BEAUTIFY_FLAG" val="#wm#"/>
  <p:tag name="KSO_WM_UNIT_VALUE" val="27"/>
  <p:tag name="KSO_WM_UNIT_BLOCK" val="0"/>
  <p:tag name="KSO_WM_UNIT_SM_LIMIT_TYPE" val="2"/>
  <p:tag name="KSO_WM_UNIT_DEC_AREA_ID" val="2d2094633d9c481aa0d84a95a015968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1152.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2843_1*f*1"/>
  <p:tag name="KSO_WM_TEMPLATE_CATEGORY" val="diagram"/>
  <p:tag name="KSO_WM_TEMPLATE_INDEX" val="20212843"/>
  <p:tag name="KSO_WM_UNIT_LAYERLEVEL" val="1"/>
  <p:tag name="KSO_WM_TAG_VERSION" val="1.0"/>
  <p:tag name="KSO_WM_BEAUTIFY_FLAG" val="#wm#"/>
  <p:tag name="KSO_WM_UNIT_DEFAULT_FONT" val="14;20;2"/>
  <p:tag name="KSO_WM_UNIT_BLOCK" val="0"/>
  <p:tag name="KSO_WM_UNIT_VALUE" val="576"/>
  <p:tag name="KSO_WM_UNIT_SHOW_EDIT_AREA_INDICATION" val="1"/>
  <p:tag name="KSO_WM_CHIP_GROUPID" val="5e6b05596848fb12bee65ac8"/>
  <p:tag name="KSO_WM_CHIP_XID" val="5e6b05596848fb12bee65aca"/>
  <p:tag name="KSO_WM_UNIT_DEC_AREA_ID" val="8cb1ccbfd41a4f08aa021a2337e676da"/>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53f115901fe44f3787d5c3752471e8b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f644054ed1e2fb8092e"/>
  <p:tag name="KSO_WM_TEMPLATE_ASSEMBLE_GROUPID" val="60656f644054ed1e2fb8092e"/>
  <p:tag name="WM_BEAUTIFY_ZORDER_FLAG_TAG" val="3"/>
</p:tagLst>
</file>

<file path=ppt/tags/tag1153.xml><?xml version="1.0" encoding="utf-8"?>
<p:tagLst xmlns:p="http://schemas.openxmlformats.org/presentationml/2006/main">
  <p:tag name="KSO_WM_SLIDE_ID" val="diagram20220058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8"/>
  <p:tag name="KSO_WM_SLIDE_LAYOUT" val="a_d"/>
  <p:tag name="KSO_WM_SLIDE_LAYOUT_CNT" val="1_1"/>
  <p:tag name="KSO_WM_SLIDE_TYPE" val="text"/>
  <p:tag name="KSO_WM_SLIDE_SUBTYPE" val="picTxt"/>
  <p:tag name="KSO_WM_SLIDE_LAYOUTTYPE" val="topbottom"/>
  <p:tag name="KSO_WM_SLIDE_SIZE" val="888*504"/>
  <p:tag name="KSO_WM_SLIDE_POSITION" val="36*12"/>
  <p:tag name="KSO_WM_SLIDE_LAYOUT_INFO" val="{&quot;backgroundInfo&quot;:[{&quot;bottom&quot;:0,&quot;bottomAbs&quot;:false,&quot;left&quot;:0,&quot;leftAbs&quot;:false,&quot;right&quot;:0,&quot;rightAbs&quot;:false,&quot;top&quot;:0,&quot;topAbs&quot;:false,&quot;type&quot;:&quot;general&quot;}],&quot;id&quot;:&quot;2026-01-13T21:15:36&quot;,&quot;maxSize&quot;:{&quot;size1&quot;:20},&quot;minSize&quot;:{&quot;size1&quot;:11.2},&quot;normalSize&quot;:{&quot;size1&quot;:11.2},&quot;subLayout&quot;:[{&quot;id&quot;:&quot;2026-01-13T21:15:36&quot;,&quot;margin&quot;:{&quot;bottom&quot;:0.025999998673796654,&quot;left&quot;:1.2699999809265137,&quot;right&quot;:1.2699999809265137,&quot;top&quot;:0.4230000376701355},&quot;type&quot;:0},{&quot;id&quot;:&quot;2026-01-13T21:15:36&quot;,&quot;margin&quot;:{&quot;bottom&quot;:0.847000002861023,&quot;left&quot;:1.2699999809265137,&quot;right&quot;:1.2699999809265137,&quot;top&quot;:1.2699999809265137},&quot;type&quot;:0}],&quot;type&quot;:0}"/>
  <p:tag name="KSO_WM_SLIDE_RATIO" val="1.777778"/>
  <p:tag name="KSO_WM_SLIDE_BACKGROUND" val="[&quot;general&quot;]"/>
  <p:tag name="KSO_WM_SLIDE_BACKGROUND_TYPE" val="general"/>
</p:tagLst>
</file>

<file path=ppt/tags/tag115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115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115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20058_1*i*1"/>
  <p:tag name="KSO_WM_TEMPLATE_CATEGORY" val="diagram"/>
  <p:tag name="KSO_WM_TEMPLATE_INDEX" val="20220058"/>
  <p:tag name="KSO_WM_UNIT_LAYERLEVEL" val="1"/>
  <p:tag name="KSO_WM_TAG_VERSION" val="1.0"/>
  <p:tag name="KSO_WM_BEAUTIFY_FLAG" val="#wm#"/>
  <p:tag name="KSO_WM_UNIT_BLOCK" val="0"/>
  <p:tag name="KSO_WM_UNIT_SM_LIMIT_TYPE" val="0"/>
  <p:tag name="KSO_WM_UNIT_DEC_AREA_ID" val="401453a90b9f4fd5b1215058b8a2f2e8"/>
  <p:tag name="KSO_WM_UNIT_DECORATE_INFO" val="{&quot;ReferentInfo&quot;:{&quot;Id&quot;:&quot;2d2094633d9c481aa0d84a95a0159686&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1157.xml><?xml version="1.0" encoding="utf-8"?>
<p:tagLst xmlns:p="http://schemas.openxmlformats.org/presentationml/2006/main">
  <p:tag name="KSO_WM_UNIT_ISCONTENTSTITLE" val="0"/>
  <p:tag name="KSO_WM_UNIT_ISNUMDGMTITLE" val="0"/>
  <p:tag name="KSO_WM_UNIT_PRESET_TEXT" val="线型上下导航版"/>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diagram20220058_1*a*1"/>
  <p:tag name="KSO_WM_TEMPLATE_CATEGORY" val="diagram"/>
  <p:tag name="KSO_WM_TEMPLATE_INDEX" val="20220058"/>
  <p:tag name="KSO_WM_UNIT_LAYERLEVEL" val="1"/>
  <p:tag name="KSO_WM_TAG_VERSION" val="1.0"/>
  <p:tag name="KSO_WM_BEAUTIFY_FLAG" val="#wm#"/>
  <p:tag name="KSO_WM_UNIT_VALUE" val="27"/>
  <p:tag name="KSO_WM_UNIT_BLOCK" val="0"/>
  <p:tag name="KSO_WM_UNIT_SM_LIMIT_TYPE" val="2"/>
  <p:tag name="KSO_WM_UNIT_DEC_AREA_ID" val="2d2094633d9c481aa0d84a95a015968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1158.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7315_1*f*1"/>
  <p:tag name="KSO_WM_TEMPLATE_CATEGORY" val="diagram"/>
  <p:tag name="KSO_WM_TEMPLATE_INDEX" val="20207315"/>
  <p:tag name="KSO_WM_UNIT_LAYERLEVEL" val="1"/>
  <p:tag name="KSO_WM_TAG_VERSION" val="1.0"/>
  <p:tag name="KSO_WM_BEAUTIFY_FLAG" val="#wm#"/>
  <p:tag name="KSO_WM_UNIT_DEFAULT_FONT" val="14;20;2"/>
  <p:tag name="KSO_WM_UNIT_BLOCK" val="0"/>
  <p:tag name="KSO_WM_UNIT_VALUE" val="290"/>
  <p:tag name="KSO_WM_UNIT_SHOW_EDIT_AREA_INDICATION" val="1"/>
  <p:tag name="KSO_WM_CHIP_GROUPID" val="5e6b05596848fb12bee65ac8"/>
  <p:tag name="KSO_WM_CHIP_XID" val="5e6b05596848fb12bee65aca"/>
  <p:tag name="KSO_WM_UNIT_DEC_AREA_ID" val="3462bde237c543c58b90892aede91ea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dc8ab5172452436899286f2808371cac"/>
  <p:tag name="KSO_WM_UNIT_TEXT_FILL_FORE_SCHEMECOLOR_INDEX_BRIGHTNESS" val="0.25"/>
  <p:tag name="KSO_WM_UNIT_TEXT_FILL_FORE_SCHEMECOLOR_INDEX" val="13"/>
  <p:tag name="KSO_WM_UNIT_TEXT_FILL_TYPE" val="1"/>
  <p:tag name="KSO_WM_TEMPLATE_ASSEMBLE_XID" val="6130c4e08b5cc6c91112a571"/>
  <p:tag name="KSO_WM_TEMPLATE_ASSEMBLE_GROUPID" val="6130c4e08b5cc6c91112a571"/>
  <p:tag name="WM_BEAUTIFY_ZORDER_FLAG_TAG" val="4"/>
</p:tagLst>
</file>

<file path=ppt/tags/tag1159.xml><?xml version="1.0" encoding="utf-8"?>
<p:tagLst xmlns:p="http://schemas.openxmlformats.org/presentationml/2006/main">
  <p:tag name="KSO_WM_SLIDE_ID" val="diagram20220058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8"/>
  <p:tag name="KSO_WM_SLIDE_LAYOUT" val="a_d"/>
  <p:tag name="KSO_WM_SLIDE_LAYOUT_CNT" val="1_1"/>
  <p:tag name="KSO_WM_SLIDE_TYPE" val="text"/>
  <p:tag name="KSO_WM_SLIDE_SUBTYPE" val="picTxt"/>
  <p:tag name="KSO_WM_SLIDE_LAYOUTTYPE" val="topbottom"/>
  <p:tag name="KSO_WM_SLIDE_SIZE" val="888*504"/>
  <p:tag name="KSO_WM_SLIDE_POSITION" val="36*12"/>
  <p:tag name="KSO_WM_SLIDE_LAYOUT_INFO" val="{&quot;backgroundInfo&quot;:[{&quot;bottom&quot;:0,&quot;bottomAbs&quot;:false,&quot;left&quot;:0,&quot;leftAbs&quot;:false,&quot;right&quot;:0,&quot;rightAbs&quot;:false,&quot;top&quot;:0,&quot;topAbs&quot;:false,&quot;type&quot;:&quot;general&quot;}],&quot;id&quot;:&quot;2026-01-13T21:15:36&quot;,&quot;maxSize&quot;:{&quot;size1&quot;:20},&quot;minSize&quot;:{&quot;size1&quot;:11.2},&quot;normalSize&quot;:{&quot;size1&quot;:11.2},&quot;subLayout&quot;:[{&quot;id&quot;:&quot;2026-01-13T21:15:36&quot;,&quot;margin&quot;:{&quot;bottom&quot;:0.025999998673796654,&quot;left&quot;:1.2699999809265137,&quot;right&quot;:1.2699999809265137,&quot;top&quot;:0.4230000376701355},&quot;type&quot;:0},{&quot;id&quot;:&quot;2026-01-13T21:15:36&quot;,&quot;margin&quot;:{&quot;bottom&quot;:0.847000002861023,&quot;left&quot;:1.2699999809265137,&quot;right&quot;:1.2699999809265137,&quot;top&quot;:1.2699999809265137},&quot;type&quot;:0}],&quot;type&quot;:0}"/>
  <p:tag name="KSO_WM_SLIDE_RATIO" val="1.777778"/>
  <p:tag name="KSO_WM_SLIDE_BACKGROUND" val="[&quot;general&quot;]"/>
  <p:tag name="KSO_WM_SLIDE_BACKGROUND_TYPE" val="general"/>
</p:tagLst>
</file>

<file path=ppt/tags/tag116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116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116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20058_1*i*1"/>
  <p:tag name="KSO_WM_TEMPLATE_CATEGORY" val="diagram"/>
  <p:tag name="KSO_WM_TEMPLATE_INDEX" val="20220058"/>
  <p:tag name="KSO_WM_UNIT_LAYERLEVEL" val="1"/>
  <p:tag name="KSO_WM_TAG_VERSION" val="1.0"/>
  <p:tag name="KSO_WM_BEAUTIFY_FLAG" val="#wm#"/>
  <p:tag name="KSO_WM_UNIT_BLOCK" val="0"/>
  <p:tag name="KSO_WM_UNIT_SM_LIMIT_TYPE" val="0"/>
  <p:tag name="KSO_WM_UNIT_DEC_AREA_ID" val="401453a90b9f4fd5b1215058b8a2f2e8"/>
  <p:tag name="KSO_WM_UNIT_DECORATE_INFO" val="{&quot;ReferentInfo&quot;:{&quot;Id&quot;:&quot;2d2094633d9c481aa0d84a95a0159686&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Lst>
</file>

<file path=ppt/tags/tag1163.xml><?xml version="1.0" encoding="utf-8"?>
<p:tagLst xmlns:p="http://schemas.openxmlformats.org/presentationml/2006/main">
  <p:tag name="KSO_WM_UNIT_ISCONTENTSTITLE" val="0"/>
  <p:tag name="KSO_WM_UNIT_ISNUMDGMTITLE" val="0"/>
  <p:tag name="KSO_WM_UNIT_PRESET_TEXT" val="线型上下导航版"/>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diagram20220058_1*a*1"/>
  <p:tag name="KSO_WM_TEMPLATE_CATEGORY" val="diagram"/>
  <p:tag name="KSO_WM_TEMPLATE_INDEX" val="20220058"/>
  <p:tag name="KSO_WM_UNIT_LAYERLEVEL" val="1"/>
  <p:tag name="KSO_WM_TAG_VERSION" val="1.0"/>
  <p:tag name="KSO_WM_BEAUTIFY_FLAG" val="#wm#"/>
  <p:tag name="KSO_WM_UNIT_VALUE" val="27"/>
  <p:tag name="KSO_WM_UNIT_BLOCK" val="0"/>
  <p:tag name="KSO_WM_UNIT_SM_LIMIT_TYPE" val="2"/>
  <p:tag name="KSO_WM_UNIT_DEC_AREA_ID" val="2d2094633d9c481aa0d84a95a015968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Lst>
</file>

<file path=ppt/tags/tag1164.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1_1"/>
  <p:tag name="KSO_WM_UNIT_ID" val="diagram20205828_2*l_h_i*1_1_1"/>
  <p:tag name="KSO_WM_TEMPLATE_CATEGORY" val="diagram"/>
  <p:tag name="KSO_WM_TEMPLATE_INDEX" val="20205828"/>
  <p:tag name="KSO_WM_UNIT_LAYERLEVEL" val="1_1_1"/>
  <p:tag name="KSO_WM_TAG_VERSION" val="1.0"/>
  <p:tag name="KSO_WM_BEAUTIFY_FLAG" val="#wm#"/>
  <p:tag name="KSO_WM_UNIT_FILL_FORE_SCHEMECOLOR_INDEX_BRIGHTNESS" val="0"/>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1165.xml><?xml version="1.0" encoding="utf-8"?>
<p:tagLst xmlns:p="http://schemas.openxmlformats.org/presentationml/2006/main">
  <p:tag name="KSO_WM_UNIT_SUBTYPE" val="a"/>
  <p:tag name="KSO_WM_UNIT_NOCLEAR" val="0"/>
  <p:tag name="KSO_WM_UNIT_VALUE" val="117"/>
  <p:tag name="KSO_WM_UNIT_HIGHLIGHT" val="0"/>
  <p:tag name="KSO_WM_UNIT_COMPATIBLE" val="0"/>
  <p:tag name="KSO_WM_UNIT_DIAGRAM_ISNUMVISUAL" val="0"/>
  <p:tag name="KSO_WM_UNIT_DIAGRAM_ISREFERUNIT" val="0"/>
  <p:tag name="KSO_WM_DIAGRAM_GROUP_CODE" val="l1-1"/>
  <p:tag name="KSO_WM_UNIT_TYPE" val="l_h_f"/>
  <p:tag name="KSO_WM_UNIT_INDEX" val="1_1_1"/>
  <p:tag name="KSO_WM_UNIT_ID" val="diagram20205828_2*l_h_f*1_1_1"/>
  <p:tag name="KSO_WM_TEMPLATE_CATEGORY" val="diagram"/>
  <p:tag name="KSO_WM_TEMPLATE_INDEX" val="20205828"/>
  <p:tag name="KSO_WM_UNIT_LAYERLEVEL" val="1_1_1"/>
  <p:tag name="KSO_WM_TAG_VERSION" val="1.0"/>
  <p:tag name="KSO_WM_BEAUTIFY_FLAG" val="#wm#"/>
  <p:tag name="KSO_WM_UNIT_PRESET_TEXT" val="单点击此处添加正文，文字是您思想的提炼，为了演示发布的良好效果，请您尽可能提炼思想的精髓，然后简单的阐述您的观点。如果您的内容确实非常重要又难以精简，也请使用分段处理，对内容进行简单的梳理和提炼，这样会使逻辑框架相对清晰。"/>
  <p:tag name="KSO_WM_UNIT_TEXT_FILL_FORE_SCHEMECOLOR_INDEX_BRIGHTNESS" val="0.15"/>
  <p:tag name="KSO_WM_UNIT_TEXT_FILL_FORE_SCHEMECOLOR_INDEX" val="13"/>
  <p:tag name="KSO_WM_UNIT_TEXT_FILL_TYPE" val="1"/>
</p:tagLst>
</file>

<file path=ppt/tags/tag1166.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1_3"/>
  <p:tag name="KSO_WM_UNIT_ID" val="diagram20205828_2*l_h_i*1_1_3"/>
  <p:tag name="KSO_WM_TEMPLATE_CATEGORY" val="diagram"/>
  <p:tag name="KSO_WM_TEMPLATE_INDEX" val="20205828"/>
  <p:tag name="KSO_WM_UNIT_LAYERLEVEL" val="1_1_1"/>
  <p:tag name="KSO_WM_TAG_VERSION" val="1.0"/>
  <p:tag name="KSO_WM_BEAUTIFY_FLAG" val="#wm#"/>
  <p:tag name="KSO_WM_UNIT_FILL_FORE_SCHEMECOLOR_INDEX_BRIGHTNESS" val="0"/>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1167.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2_1"/>
  <p:tag name="KSO_WM_UNIT_ID" val="diagram20205828_2*l_h_i*1_2_1"/>
  <p:tag name="KSO_WM_TEMPLATE_CATEGORY" val="diagram"/>
  <p:tag name="KSO_WM_TEMPLATE_INDEX" val="20205828"/>
  <p:tag name="KSO_WM_UNIT_LAYERLEVEL" val="1_1_1"/>
  <p:tag name="KSO_WM_TAG_VERSION" val="1.0"/>
  <p:tag name="KSO_WM_BEAUTIFY_FLAG" val="#wm#"/>
  <p:tag name="KSO_WM_UNIT_FILL_FORE_SCHEMECOLOR_INDEX_BRIGHTNESS" val="0"/>
  <p:tag name="KSO_WM_UNIT_FILL_FORE_SCHEMECOLOR_INDEX" val="6"/>
  <p:tag name="KSO_WM_UNIT_FILL_TYPE" val="1"/>
  <p:tag name="KSO_WM_UNIT_TEXT_FILL_FORE_SCHEMECOLOR_INDEX_BRIGHTNESS" val="0"/>
  <p:tag name="KSO_WM_UNIT_TEXT_FILL_FORE_SCHEMECOLOR_INDEX" val="2"/>
  <p:tag name="KSO_WM_UNIT_TEXT_FILL_TYPE" val="1"/>
</p:tagLst>
</file>

<file path=ppt/tags/tag1168.xml><?xml version="1.0" encoding="utf-8"?>
<p:tagLst xmlns:p="http://schemas.openxmlformats.org/presentationml/2006/main">
  <p:tag name="KSO_WM_UNIT_SUBTYPE" val="a"/>
  <p:tag name="KSO_WM_UNIT_NOCLEAR" val="0"/>
  <p:tag name="KSO_WM_UNIT_VALUE" val="117"/>
  <p:tag name="KSO_WM_UNIT_HIGHLIGHT" val="0"/>
  <p:tag name="KSO_WM_UNIT_COMPATIBLE" val="0"/>
  <p:tag name="KSO_WM_UNIT_DIAGRAM_ISNUMVISUAL" val="0"/>
  <p:tag name="KSO_WM_UNIT_DIAGRAM_ISREFERUNIT" val="0"/>
  <p:tag name="KSO_WM_DIAGRAM_GROUP_CODE" val="l1-1"/>
  <p:tag name="KSO_WM_UNIT_TYPE" val="l_h_f"/>
  <p:tag name="KSO_WM_UNIT_INDEX" val="1_2_1"/>
  <p:tag name="KSO_WM_UNIT_ID" val="diagram20205828_2*l_h_f*1_2_1"/>
  <p:tag name="KSO_WM_TEMPLATE_CATEGORY" val="diagram"/>
  <p:tag name="KSO_WM_TEMPLATE_INDEX" val="20205828"/>
  <p:tag name="KSO_WM_UNIT_LAYERLEVEL" val="1_1_1"/>
  <p:tag name="KSO_WM_TAG_VERSION" val="1.0"/>
  <p:tag name="KSO_WM_BEAUTIFY_FLAG" val="#wm#"/>
  <p:tag name="KSO_WM_UNIT_PRESET_TEXT" val="单点击此处添加正文，文字是您思想的提炼，为了演示发布的良好效果，请您尽可能提炼思想的精髓，然后简单的阐述您的观点。如果您的内容确实非常重要又难以精简，也请使用分段处理，对内容进行简单的梳理和提炼，这样会使逻辑框架相对清晰。"/>
  <p:tag name="KSO_WM_UNIT_TEXT_FILL_FORE_SCHEMECOLOR_INDEX_BRIGHTNESS" val="0.15"/>
  <p:tag name="KSO_WM_UNIT_TEXT_FILL_FORE_SCHEMECOLOR_INDEX" val="13"/>
  <p:tag name="KSO_WM_UNIT_TEXT_FILL_TYPE" val="1"/>
</p:tagLst>
</file>

<file path=ppt/tags/tag1169.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2_3"/>
  <p:tag name="KSO_WM_UNIT_ID" val="diagram20205828_2*l_h_i*1_2_3"/>
  <p:tag name="KSO_WM_TEMPLATE_CATEGORY" val="diagram"/>
  <p:tag name="KSO_WM_TEMPLATE_INDEX" val="20205828"/>
  <p:tag name="KSO_WM_UNIT_LAYERLEVEL" val="1_1_1"/>
  <p:tag name="KSO_WM_TAG_VERSION" val="1.0"/>
  <p:tag name="KSO_WM_BEAUTIFY_FLAG" val="#wm#"/>
  <p:tag name="KSO_WM_UNIT_FILL_FORE_SCHEMECOLOR_INDEX_BRIGHTNESS" val="0"/>
  <p:tag name="KSO_WM_UNIT_FILL_FORE_SCHEMECOLOR_INDEX" val="6"/>
  <p:tag name="KSO_WM_UNIT_FILL_TYPE" val="1"/>
  <p:tag name="KSO_WM_UNIT_TEXT_FILL_FORE_SCHEMECOLOR_INDEX_BRIGHTNESS" val="0"/>
  <p:tag name="KSO_WM_UNIT_TEXT_FILL_FORE_SCHEMECOLOR_INDEX" val="2"/>
  <p:tag name="KSO_WM_UNIT_TEXT_FILL_TYPE" val="1"/>
</p:tagLst>
</file>

<file path=ppt/tags/tag1170.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3_1"/>
  <p:tag name="KSO_WM_UNIT_ID" val="diagram20205828_2*l_h_i*1_3_1"/>
  <p:tag name="KSO_WM_TEMPLATE_CATEGORY" val="diagram"/>
  <p:tag name="KSO_WM_TEMPLATE_INDEX" val="20205828"/>
  <p:tag name="KSO_WM_UNIT_LAYERLEVEL" val="1_1_1"/>
  <p:tag name="KSO_WM_TAG_VERSION" val="1.0"/>
  <p:tag name="KSO_WM_BEAUTIFY_FLAG" val="#wm#"/>
  <p:tag name="KSO_WM_UNIT_FILL_FORE_SCHEMECOLOR_INDEX_BRIGHTNESS" val="0"/>
  <p:tag name="KSO_WM_UNIT_FILL_FORE_SCHEMECOLOR_INDEX" val="7"/>
  <p:tag name="KSO_WM_UNIT_FILL_TYPE" val="1"/>
  <p:tag name="KSO_WM_UNIT_TEXT_FILL_FORE_SCHEMECOLOR_INDEX_BRIGHTNESS" val="0"/>
  <p:tag name="KSO_WM_UNIT_TEXT_FILL_FORE_SCHEMECOLOR_INDEX" val="2"/>
  <p:tag name="KSO_WM_UNIT_TEXT_FILL_TYPE" val="1"/>
</p:tagLst>
</file>

<file path=ppt/tags/tag1171.xml><?xml version="1.0" encoding="utf-8"?>
<p:tagLst xmlns:p="http://schemas.openxmlformats.org/presentationml/2006/main">
  <p:tag name="KSO_WM_UNIT_SUBTYPE" val="a"/>
  <p:tag name="KSO_WM_UNIT_NOCLEAR" val="0"/>
  <p:tag name="KSO_WM_UNIT_VALUE" val="117"/>
  <p:tag name="KSO_WM_UNIT_HIGHLIGHT" val="0"/>
  <p:tag name="KSO_WM_UNIT_COMPATIBLE" val="0"/>
  <p:tag name="KSO_WM_UNIT_DIAGRAM_ISNUMVISUAL" val="0"/>
  <p:tag name="KSO_WM_UNIT_DIAGRAM_ISREFERUNIT" val="0"/>
  <p:tag name="KSO_WM_DIAGRAM_GROUP_CODE" val="l1-1"/>
  <p:tag name="KSO_WM_UNIT_TYPE" val="l_h_f"/>
  <p:tag name="KSO_WM_UNIT_INDEX" val="1_3_1"/>
  <p:tag name="KSO_WM_UNIT_ID" val="diagram20205828_2*l_h_f*1_3_1"/>
  <p:tag name="KSO_WM_TEMPLATE_CATEGORY" val="diagram"/>
  <p:tag name="KSO_WM_TEMPLATE_INDEX" val="20205828"/>
  <p:tag name="KSO_WM_UNIT_LAYERLEVEL" val="1_1_1"/>
  <p:tag name="KSO_WM_TAG_VERSION" val="1.0"/>
  <p:tag name="KSO_WM_BEAUTIFY_FLAG" val="#wm#"/>
  <p:tag name="KSO_WM_UNIT_PRESET_TEXT" val="单点击此处添加正文，文字是您思想的提炼，为了演示发布的良好效果，请您尽可能提炼思想的精髓，然后简单的阐述您的观点。如果您的内容确实非常重要又难以精简，也请使用分段处理，对内容进行简单的梳理和提炼，这样会使逻辑框架相对清晰。"/>
  <p:tag name="KSO_WM_UNIT_TEXT_FILL_FORE_SCHEMECOLOR_INDEX_BRIGHTNESS" val="0.15"/>
  <p:tag name="KSO_WM_UNIT_TEXT_FILL_FORE_SCHEMECOLOR_INDEX" val="13"/>
  <p:tag name="KSO_WM_UNIT_TEXT_FILL_TYPE" val="1"/>
</p:tagLst>
</file>

<file path=ppt/tags/tag1172.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3_3"/>
  <p:tag name="KSO_WM_UNIT_ID" val="diagram20205828_2*l_h_i*1_3_3"/>
  <p:tag name="KSO_WM_TEMPLATE_CATEGORY" val="diagram"/>
  <p:tag name="KSO_WM_TEMPLATE_INDEX" val="20205828"/>
  <p:tag name="KSO_WM_UNIT_LAYERLEVEL" val="1_1_1"/>
  <p:tag name="KSO_WM_TAG_VERSION" val="1.0"/>
  <p:tag name="KSO_WM_BEAUTIFY_FLAG" val="#wm#"/>
  <p:tag name="KSO_WM_UNIT_FILL_FORE_SCHEMECOLOR_INDEX_BRIGHTNESS" val="0"/>
  <p:tag name="KSO_WM_UNIT_FILL_FORE_SCHEMECOLOR_INDEX" val="7"/>
  <p:tag name="KSO_WM_UNIT_FILL_TYPE" val="1"/>
  <p:tag name="KSO_WM_UNIT_TEXT_FILL_FORE_SCHEMECOLOR_INDEX_BRIGHTNESS" val="0"/>
  <p:tag name="KSO_WM_UNIT_TEXT_FILL_FORE_SCHEMECOLOR_INDEX" val="2"/>
  <p:tag name="KSO_WM_UNIT_TEXT_FILL_TYPE" val="1"/>
</p:tagLst>
</file>

<file path=ppt/tags/tag1173.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SUBTYPE" val="d"/>
  <p:tag name="KSO_WM_UNIT_TYPE" val="l_h_i"/>
  <p:tag name="KSO_WM_UNIT_INDEX" val="1_1_2"/>
  <p:tag name="KSO_WM_UNIT_ID" val="diagram20205828_2*l_h_i*1_1_2"/>
  <p:tag name="KSO_WM_TEMPLATE_CATEGORY" val="diagram"/>
  <p:tag name="KSO_WM_TEMPLATE_INDEX" val="20205828"/>
  <p:tag name="KSO_WM_UNIT_LAYERLEVEL" val="1_1_1"/>
  <p:tag name="KSO_WM_TAG_VERSION" val="1.0"/>
  <p:tag name="KSO_WM_BEAUTIFY_FLAG" val="#wm#"/>
  <p:tag name="KSO_WM_UNIT_TEXT_FILL_FORE_SCHEMECOLOR_INDEX_BRIGHTNESS" val="0"/>
  <p:tag name="KSO_WM_UNIT_TEXT_FILL_FORE_SCHEMECOLOR_INDEX" val="14"/>
  <p:tag name="KSO_WM_UNIT_TEXT_FILL_TYPE" val="1"/>
</p:tagLst>
</file>

<file path=ppt/tags/tag1174.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SUBTYPE" val="d"/>
  <p:tag name="KSO_WM_UNIT_TYPE" val="l_h_i"/>
  <p:tag name="KSO_WM_UNIT_INDEX" val="1_2_2"/>
  <p:tag name="KSO_WM_UNIT_ID" val="diagram20205828_2*l_h_i*1_2_2"/>
  <p:tag name="KSO_WM_TEMPLATE_CATEGORY" val="diagram"/>
  <p:tag name="KSO_WM_TEMPLATE_INDEX" val="20205828"/>
  <p:tag name="KSO_WM_UNIT_LAYERLEVEL" val="1_1_1"/>
  <p:tag name="KSO_WM_TAG_VERSION" val="1.0"/>
  <p:tag name="KSO_WM_BEAUTIFY_FLAG" val="#wm#"/>
  <p:tag name="KSO_WM_UNIT_TEXT_FILL_FORE_SCHEMECOLOR_INDEX_BRIGHTNESS" val="0"/>
  <p:tag name="KSO_WM_UNIT_TEXT_FILL_FORE_SCHEMECOLOR_INDEX" val="14"/>
  <p:tag name="KSO_WM_UNIT_TEXT_FILL_TYPE" val="1"/>
</p:tagLst>
</file>

<file path=ppt/tags/tag1175.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SUBTYPE" val="d"/>
  <p:tag name="KSO_WM_UNIT_TYPE" val="l_h_i"/>
  <p:tag name="KSO_WM_UNIT_INDEX" val="1_3_2"/>
  <p:tag name="KSO_WM_UNIT_ID" val="diagram20205828_2*l_h_i*1_3_2"/>
  <p:tag name="KSO_WM_TEMPLATE_CATEGORY" val="diagram"/>
  <p:tag name="KSO_WM_TEMPLATE_INDEX" val="20205828"/>
  <p:tag name="KSO_WM_UNIT_LAYERLEVEL" val="1_1_1"/>
  <p:tag name="KSO_WM_TAG_VERSION" val="1.0"/>
  <p:tag name="KSO_WM_BEAUTIFY_FLAG" val="#wm#"/>
  <p:tag name="KSO_WM_UNIT_TEXT_FILL_FORE_SCHEMECOLOR_INDEX_BRIGHTNESS" val="0"/>
  <p:tag name="KSO_WM_UNIT_TEXT_FILL_FORE_SCHEMECOLOR_INDEX" val="14"/>
  <p:tag name="KSO_WM_UNIT_TEXT_FILL_TYPE" val="1"/>
</p:tagLst>
</file>

<file path=ppt/tags/tag1176.xml><?xml version="1.0" encoding="utf-8"?>
<p:tagLst xmlns:p="http://schemas.openxmlformats.org/presentationml/2006/main">
  <p:tag name="KSO_WM_SLIDE_ID" val="diagram20220058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8"/>
  <p:tag name="KSO_WM_SLIDE_LAYOUT" val="a_d"/>
  <p:tag name="KSO_WM_SLIDE_LAYOUT_CNT" val="1_1"/>
  <p:tag name="KSO_WM_SLIDE_TYPE" val="text"/>
  <p:tag name="KSO_WM_SLIDE_SUBTYPE" val="picTxt"/>
  <p:tag name="KSO_WM_SLIDE_LAYOUTTYPE" val="topbottom"/>
  <p:tag name="KSO_WM_SLIDE_SIZE" val="888*504"/>
  <p:tag name="KSO_WM_SLIDE_POSITION" val="36*12"/>
  <p:tag name="KSO_WM_SLIDE_LAYOUT_INFO" val="{&quot;backgroundInfo&quot;:[{&quot;bottom&quot;:0,&quot;bottomAbs&quot;:false,&quot;left&quot;:0,&quot;leftAbs&quot;:false,&quot;right&quot;:0,&quot;rightAbs&quot;:false,&quot;top&quot;:0,&quot;topAbs&quot;:false,&quot;type&quot;:&quot;general&quot;}],&quot;id&quot;:&quot;2026-01-13T21:15:36&quot;,&quot;maxSize&quot;:{&quot;size1&quot;:20},&quot;minSize&quot;:{&quot;size1&quot;:11.2},&quot;normalSize&quot;:{&quot;size1&quot;:11.2},&quot;subLayout&quot;:[{&quot;id&quot;:&quot;2026-01-13T21:15:36&quot;,&quot;margin&quot;:{&quot;bottom&quot;:0.025999998673796654,&quot;left&quot;:1.2699999809265137,&quot;right&quot;:1.2699999809265137,&quot;top&quot;:0.4230000376701355},&quot;type&quot;:0},{&quot;id&quot;:&quot;2026-01-13T21:15:36&quot;,&quot;margin&quot;:{&quot;bottom&quot;:0.847000002861023,&quot;left&quot;:1.2699999809265137,&quot;right&quot;:1.2699999809265137,&quot;top&quot;:1.2699999809265137},&quot;type&quot;:0}],&quot;type&quot;:0}"/>
  <p:tag name="KSO_WM_SLIDE_RATIO" val="1.777778"/>
  <p:tag name="KSO_WM_SLIDE_BACKGROUND" val="[&quot;general&quot;]"/>
  <p:tag name="KSO_WM_SLIDE_BACKGROUND_TYPE" val="general"/>
</p:tagLst>
</file>

<file path=ppt/tags/tag117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117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117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20058_1*i*1"/>
  <p:tag name="KSO_WM_TEMPLATE_CATEGORY" val="diagram"/>
  <p:tag name="KSO_WM_TEMPLATE_INDEX" val="20220058"/>
  <p:tag name="KSO_WM_UNIT_LAYERLEVEL" val="1"/>
  <p:tag name="KSO_WM_TAG_VERSION" val="1.0"/>
  <p:tag name="KSO_WM_BEAUTIFY_FLAG" val="#wm#"/>
  <p:tag name="KSO_WM_UNIT_BLOCK" val="0"/>
  <p:tag name="KSO_WM_UNIT_SM_LIMIT_TYPE" val="0"/>
  <p:tag name="KSO_WM_UNIT_DEC_AREA_ID" val="401453a90b9f4fd5b1215058b8a2f2e8"/>
  <p:tag name="KSO_WM_UNIT_DECORATE_INFO" val="{&quot;ReferentInfo&quot;:{&quot;Id&quot;:&quot;2d2094633d9c481aa0d84a95a0159686&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1180.xml><?xml version="1.0" encoding="utf-8"?>
<p:tagLst xmlns:p="http://schemas.openxmlformats.org/presentationml/2006/main">
  <p:tag name="KSO_WM_UNIT_ISCONTENTSTITLE" val="0"/>
  <p:tag name="KSO_WM_UNIT_ISNUMDGMTITLE" val="0"/>
  <p:tag name="KSO_WM_UNIT_PRESET_TEXT" val="线型上下导航版"/>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diagram20220058_1*a*1"/>
  <p:tag name="KSO_WM_TEMPLATE_CATEGORY" val="diagram"/>
  <p:tag name="KSO_WM_TEMPLATE_INDEX" val="20220058"/>
  <p:tag name="KSO_WM_UNIT_LAYERLEVEL" val="1"/>
  <p:tag name="KSO_WM_TAG_VERSION" val="1.0"/>
  <p:tag name="KSO_WM_BEAUTIFY_FLAG" val="#wm#"/>
  <p:tag name="KSO_WM_UNIT_VALUE" val="27"/>
  <p:tag name="KSO_WM_UNIT_BLOCK" val="0"/>
  <p:tag name="KSO_WM_UNIT_SM_LIMIT_TYPE" val="2"/>
  <p:tag name="KSO_WM_UNIT_DEC_AREA_ID" val="2d2094633d9c481aa0d84a95a015968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1181.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2843_1*f*1"/>
  <p:tag name="KSO_WM_TEMPLATE_CATEGORY" val="diagram"/>
  <p:tag name="KSO_WM_TEMPLATE_INDEX" val="20212843"/>
  <p:tag name="KSO_WM_UNIT_LAYERLEVEL" val="1"/>
  <p:tag name="KSO_WM_TAG_VERSION" val="1.0"/>
  <p:tag name="KSO_WM_BEAUTIFY_FLAG" val="#wm#"/>
  <p:tag name="KSO_WM_UNIT_DEFAULT_FONT" val="14;20;2"/>
  <p:tag name="KSO_WM_UNIT_BLOCK" val="0"/>
  <p:tag name="KSO_WM_UNIT_VALUE" val="576"/>
  <p:tag name="KSO_WM_UNIT_SHOW_EDIT_AREA_INDICATION" val="1"/>
  <p:tag name="KSO_WM_CHIP_GROUPID" val="5e6b05596848fb12bee65ac8"/>
  <p:tag name="KSO_WM_CHIP_XID" val="5e6b05596848fb12bee65aca"/>
  <p:tag name="KSO_WM_UNIT_DEC_AREA_ID" val="8cb1ccbfd41a4f08aa021a2337e676da"/>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53f115901fe44f3787d5c3752471e8b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f644054ed1e2fb8092e"/>
  <p:tag name="KSO_WM_TEMPLATE_ASSEMBLE_GROUPID" val="60656f644054ed1e2fb8092e"/>
  <p:tag name="WM_BEAUTIFY_ZORDER_FLAG_TAG" val="3"/>
</p:tagLst>
</file>

<file path=ppt/tags/tag1182.xml><?xml version="1.0" encoding="utf-8"?>
<p:tagLst xmlns:p="http://schemas.openxmlformats.org/presentationml/2006/main">
  <p:tag name="KSO_WM_SLIDE_ID" val="diagram20220058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8"/>
  <p:tag name="KSO_WM_SLIDE_LAYOUT" val="a_d"/>
  <p:tag name="KSO_WM_SLIDE_LAYOUT_CNT" val="1_1"/>
  <p:tag name="KSO_WM_SLIDE_TYPE" val="text"/>
  <p:tag name="KSO_WM_SLIDE_SUBTYPE" val="picTxt"/>
  <p:tag name="KSO_WM_SLIDE_LAYOUTTYPE" val="topbottom"/>
  <p:tag name="KSO_WM_SLIDE_SIZE" val="888*504"/>
  <p:tag name="KSO_WM_SLIDE_POSITION" val="36*12"/>
  <p:tag name="KSO_WM_SLIDE_LAYOUT_INFO" val="{&quot;backgroundInfo&quot;:[{&quot;bottom&quot;:0,&quot;bottomAbs&quot;:false,&quot;left&quot;:0,&quot;leftAbs&quot;:false,&quot;right&quot;:0,&quot;rightAbs&quot;:false,&quot;top&quot;:0,&quot;topAbs&quot;:false,&quot;type&quot;:&quot;general&quot;}],&quot;id&quot;:&quot;2026-01-13T21:15:36&quot;,&quot;maxSize&quot;:{&quot;size1&quot;:20},&quot;minSize&quot;:{&quot;size1&quot;:11.2},&quot;normalSize&quot;:{&quot;size1&quot;:11.2},&quot;subLayout&quot;:[{&quot;id&quot;:&quot;2026-01-13T21:15:36&quot;,&quot;margin&quot;:{&quot;bottom&quot;:0.025999998673796654,&quot;left&quot;:1.2699999809265137,&quot;right&quot;:1.2699999809265137,&quot;top&quot;:0.4230000376701355},&quot;type&quot;:0},{&quot;id&quot;:&quot;2026-01-13T21:15:36&quot;,&quot;margin&quot;:{&quot;bottom&quot;:0.847000002861023,&quot;left&quot;:1.2699999809265137,&quot;right&quot;:1.2699999809265137,&quot;top&quot;:1.2699999809265137},&quot;type&quot;:0}],&quot;type&quot;:0}"/>
  <p:tag name="KSO_WM_SLIDE_RATIO" val="1.777778"/>
  <p:tag name="KSO_WM_SLIDE_BACKGROUND" val="[&quot;general&quot;]"/>
  <p:tag name="KSO_WM_SLIDE_BACKGROUND_TYPE" val="general"/>
</p:tagLst>
</file>

<file path=ppt/tags/tag118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118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118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20058_1*i*1"/>
  <p:tag name="KSO_WM_TEMPLATE_CATEGORY" val="diagram"/>
  <p:tag name="KSO_WM_TEMPLATE_INDEX" val="20220058"/>
  <p:tag name="KSO_WM_UNIT_LAYERLEVEL" val="1"/>
  <p:tag name="KSO_WM_TAG_VERSION" val="1.0"/>
  <p:tag name="KSO_WM_BEAUTIFY_FLAG" val="#wm#"/>
  <p:tag name="KSO_WM_UNIT_BLOCK" val="0"/>
  <p:tag name="KSO_WM_UNIT_SM_LIMIT_TYPE" val="0"/>
  <p:tag name="KSO_WM_UNIT_DEC_AREA_ID" val="401453a90b9f4fd5b1215058b8a2f2e8"/>
  <p:tag name="KSO_WM_UNIT_DECORATE_INFO" val="{&quot;ReferentInfo&quot;:{&quot;Id&quot;:&quot;2d2094633d9c481aa0d84a95a0159686&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Lst>
</file>

<file path=ppt/tags/tag1186.xml><?xml version="1.0" encoding="utf-8"?>
<p:tagLst xmlns:p="http://schemas.openxmlformats.org/presentationml/2006/main">
  <p:tag name="KSO_WM_UNIT_ISCONTENTSTITLE" val="0"/>
  <p:tag name="KSO_WM_UNIT_ISNUMDGMTITLE" val="0"/>
  <p:tag name="KSO_WM_UNIT_PRESET_TEXT" val="线型上下导航版"/>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diagram20220058_1*a*1"/>
  <p:tag name="KSO_WM_TEMPLATE_CATEGORY" val="diagram"/>
  <p:tag name="KSO_WM_TEMPLATE_INDEX" val="20220058"/>
  <p:tag name="KSO_WM_UNIT_LAYERLEVEL" val="1"/>
  <p:tag name="KSO_WM_TAG_VERSION" val="1.0"/>
  <p:tag name="KSO_WM_BEAUTIFY_FLAG" val="#wm#"/>
  <p:tag name="KSO_WM_UNIT_VALUE" val="27"/>
  <p:tag name="KSO_WM_UNIT_BLOCK" val="0"/>
  <p:tag name="KSO_WM_UNIT_SM_LIMIT_TYPE" val="2"/>
  <p:tag name="KSO_WM_UNIT_DEC_AREA_ID" val="2d2094633d9c481aa0d84a95a015968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Lst>
</file>

<file path=ppt/tags/tag1187.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2"/>
  <p:tag name="KSO_WM_UNIT_ID" val="diagram20205831_2*m_h_i*1_1_2"/>
  <p:tag name="KSO_WM_TEMPLATE_CATEGORY" val="diagram"/>
  <p:tag name="KSO_WM_TEMPLATE_INDEX" val="20205831"/>
  <p:tag name="KSO_WM_UNIT_LAYERLEVEL" val="1_1_1"/>
  <p:tag name="KSO_WM_TAG_VERSION" val="1.0"/>
  <p:tag name="KSO_WM_BEAUTIFY_FLAG" val="#wm#"/>
  <p:tag name="KSO_WM_UNIT_FILL_FORE_SCHEMECOLOR_INDEX_BRIGHTNESS" val="-0.05"/>
  <p:tag name="KSO_WM_UNIT_FILL_FORE_SCHEMECOLOR_INDEX" val="14"/>
  <p:tag name="KSO_WM_UNIT_FILL_TYPE" val="1"/>
  <p:tag name="KSO_WM_UNIT_LINE_FORE_SCHEMECOLOR_INDEX_BRIGHTNESS" val="-0.35"/>
  <p:tag name="KSO_WM_UNIT_LINE_FORE_SCHEMECOLOR_INDEX" val="14"/>
  <p:tag name="KSO_WM_UNIT_LINE_FILL_TYPE" val="2"/>
  <p:tag name="KSO_WM_UNIT_TEXT_FILL_FORE_SCHEMECOLOR_INDEX_BRIGHTNESS" val="0"/>
  <p:tag name="KSO_WM_UNIT_TEXT_FILL_FORE_SCHEMECOLOR_INDEX" val="2"/>
  <p:tag name="KSO_WM_UNIT_TEXT_FILL_TYPE" val="1"/>
</p:tagLst>
</file>

<file path=ppt/tags/tag1188.xml><?xml version="1.0" encoding="utf-8"?>
<p:tagLst xmlns:p="http://schemas.openxmlformats.org/presentationml/2006/main">
  <p:tag name="KSO_WM_UNIT_SUBTYPE" val="a"/>
  <p:tag name="KSO_WM_UNIT_PRESET_TEXT" val="单点击此处添加正文，文字是您思想的提炼，为了演示发布的良好效果，请您尽可能提炼思想的精髓，然后简单的阐述您的观点。如果您的内容确实非常重要又难以精简，也请使用分段处理，对内容进行简单的梳理和提炼，这样会使逻辑框架相对清晰。请您尽可能提炼思想的精髓，否则容易造成观者的阅读压力，适得其反。"/>
  <p:tag name="KSO_WM_UNIT_NOCLEAR" val="0"/>
  <p:tag name="KSO_WM_UNIT_HIGHLIGHT" val="0"/>
  <p:tag name="KSO_WM_UNIT_COMPATIBLE" val="0"/>
  <p:tag name="KSO_WM_UNIT_DIAGRAM_ISNUMVISUAL" val="0"/>
  <p:tag name="KSO_WM_UNIT_DIAGRAM_ISREFERUNIT" val="0"/>
  <p:tag name="KSO_WM_DIAGRAM_GROUP_CODE" val="m1-1"/>
  <p:tag name="KSO_WM_UNIT_TYPE" val="m_h_f"/>
  <p:tag name="KSO_WM_UNIT_INDEX" val="1_1_1"/>
  <p:tag name="KSO_WM_UNIT_ID" val="diagram20205831_2*m_h_f*1_1_1"/>
  <p:tag name="KSO_WM_TEMPLATE_CATEGORY" val="diagram"/>
  <p:tag name="KSO_WM_TEMPLATE_INDEX" val="20205831"/>
  <p:tag name="KSO_WM_UNIT_LAYERLEVEL" val="1_1_1"/>
  <p:tag name="KSO_WM_TAG_VERSION" val="1.0"/>
  <p:tag name="KSO_WM_BEAUTIFY_FLAG" val="#wm#"/>
  <p:tag name="KSO_WM_UNIT_TEXT_FILL_FORE_SCHEMECOLOR_INDEX_BRIGHTNESS" val="0.15"/>
  <p:tag name="KSO_WM_UNIT_TEXT_FILL_FORE_SCHEMECOLOR_INDEX" val="13"/>
  <p:tag name="KSO_WM_UNIT_TEXT_FILL_TYPE" val="1"/>
</p:tagLst>
</file>

<file path=ppt/tags/tag1189.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SUBTYPE" val="d"/>
  <p:tag name="KSO_WM_UNIT_TYPE" val="m_h_i"/>
  <p:tag name="KSO_WM_UNIT_INDEX" val="1_1_1"/>
  <p:tag name="KSO_WM_UNIT_ID" val="diagram20205831_2*m_h_i*1_1_1"/>
  <p:tag name="KSO_WM_TEMPLATE_CATEGORY" val="diagram"/>
  <p:tag name="KSO_WM_TEMPLATE_INDEX" val="20205831"/>
  <p:tag name="KSO_WM_UNIT_LAYERLEVEL" val="1_1_1"/>
  <p:tag name="KSO_WM_TAG_VERSION" val="1.0"/>
  <p:tag name="KSO_WM_BEAUTIFY_FLAG" val="#wm#"/>
  <p:tag name="KSO_WM_UNIT_FILL_FORE_SCHEMECOLOR_INDEX_BRIGHTNESS" val="0"/>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1190.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3"/>
  <p:tag name="KSO_WM_UNIT_ID" val="diagram20205831_2*m_h_i*1_1_3"/>
  <p:tag name="KSO_WM_TEMPLATE_CATEGORY" val="diagram"/>
  <p:tag name="KSO_WM_TEMPLATE_INDEX" val="20205831"/>
  <p:tag name="KSO_WM_UNIT_LAYERLEVEL" val="1_1_1"/>
  <p:tag name="KSO_WM_TAG_VERSION" val="1.0"/>
  <p:tag name="KSO_WM_BEAUTIFY_FLAG" val="#wm#"/>
  <p:tag name="KSO_WM_UNIT_FILL_FORE_SCHEMECOLOR_INDEX_BRIGHTNESS" val="0"/>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1191.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4"/>
  <p:tag name="KSO_WM_UNIT_ID" val="diagram20205831_2*m_h_i*1_1_4"/>
  <p:tag name="KSO_WM_TEMPLATE_CATEGORY" val="diagram"/>
  <p:tag name="KSO_WM_TEMPLATE_INDEX" val="20205831"/>
  <p:tag name="KSO_WM_UNIT_LAYERLEVEL" val="1_1_1"/>
  <p:tag name="KSO_WM_TAG_VERSION" val="1.0"/>
  <p:tag name="KSO_WM_BEAUTIFY_FLAG" val="#wm#"/>
  <p:tag name="KSO_WM_UNIT_FILL_FORE_SCHEMECOLOR_INDEX_BRIGHTNESS" val="0"/>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1192.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5"/>
  <p:tag name="KSO_WM_UNIT_ID" val="diagram20205831_2*m_h_i*1_1_5"/>
  <p:tag name="KSO_WM_TEMPLATE_CATEGORY" val="diagram"/>
  <p:tag name="KSO_WM_TEMPLATE_INDEX" val="20205831"/>
  <p:tag name="KSO_WM_UNIT_LAYERLEVEL" val="1_1_1"/>
  <p:tag name="KSO_WM_TAG_VERSION" val="1.0"/>
  <p:tag name="KSO_WM_BEAUTIFY_FLAG" val="#wm#"/>
  <p:tag name="KSO_WM_UNIT_FILL_FORE_SCHEMECOLOR_INDEX_BRIGHTNESS" val="0"/>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1193.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6"/>
  <p:tag name="KSO_WM_UNIT_ID" val="diagram20205831_2*m_h_i*1_1_6"/>
  <p:tag name="KSO_WM_TEMPLATE_CATEGORY" val="diagram"/>
  <p:tag name="KSO_WM_TEMPLATE_INDEX" val="20205831"/>
  <p:tag name="KSO_WM_UNIT_LAYERLEVEL" val="1_1_1"/>
  <p:tag name="KSO_WM_TAG_VERSION" val="1.0"/>
  <p:tag name="KSO_WM_BEAUTIFY_FLAG" val="#wm#"/>
  <p:tag name="KSO_WM_UNIT_FILL_FORE_SCHEMECOLOR_INDEX_BRIGHTNESS" val="0"/>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1194.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2_2"/>
  <p:tag name="KSO_WM_UNIT_ID" val="diagram20205831_2*m_h_i*1_2_2"/>
  <p:tag name="KSO_WM_TEMPLATE_CATEGORY" val="diagram"/>
  <p:tag name="KSO_WM_TEMPLATE_INDEX" val="20205831"/>
  <p:tag name="KSO_WM_UNIT_LAYERLEVEL" val="1_1_1"/>
  <p:tag name="KSO_WM_TAG_VERSION" val="1.0"/>
  <p:tag name="KSO_WM_BEAUTIFY_FLAG" val="#wm#"/>
  <p:tag name="KSO_WM_UNIT_FILL_FORE_SCHEMECOLOR_INDEX_BRIGHTNESS" val="-0.05"/>
  <p:tag name="KSO_WM_UNIT_FILL_FORE_SCHEMECOLOR_INDEX" val="14"/>
  <p:tag name="KSO_WM_UNIT_FILL_TYPE" val="1"/>
  <p:tag name="KSO_WM_UNIT_LINE_FORE_SCHEMECOLOR_INDEX_BRIGHTNESS" val="-0.35"/>
  <p:tag name="KSO_WM_UNIT_LINE_FORE_SCHEMECOLOR_INDEX" val="14"/>
  <p:tag name="KSO_WM_UNIT_LINE_FILL_TYPE" val="2"/>
  <p:tag name="KSO_WM_UNIT_TEXT_FILL_FORE_SCHEMECOLOR_INDEX_BRIGHTNESS" val="0"/>
  <p:tag name="KSO_WM_UNIT_TEXT_FILL_FORE_SCHEMECOLOR_INDEX" val="2"/>
  <p:tag name="KSO_WM_UNIT_TEXT_FILL_TYPE" val="1"/>
</p:tagLst>
</file>

<file path=ppt/tags/tag1195.xml><?xml version="1.0" encoding="utf-8"?>
<p:tagLst xmlns:p="http://schemas.openxmlformats.org/presentationml/2006/main">
  <p:tag name="KSO_WM_UNIT_SUBTYPE" val="a"/>
  <p:tag name="KSO_WM_UNIT_PRESET_TEXT" val="单点击此处添加正文，文字是您思想的提炼，为了演示发布的良好效果，请您尽可能提炼思想的精髓，然后简单的阐述您的观点。如果您的内容确实非常重要又难以精简，也请使用分段处理，对内容进行简单的梳理和提炼，这样会使逻辑框架相对清晰。请您尽可能提炼思想的精髓，否则容易造成观者的阅读压力，适得其反。"/>
  <p:tag name="KSO_WM_UNIT_NOCLEAR" val="0"/>
  <p:tag name="KSO_WM_UNIT_HIGHLIGHT" val="0"/>
  <p:tag name="KSO_WM_UNIT_COMPATIBLE" val="0"/>
  <p:tag name="KSO_WM_UNIT_DIAGRAM_ISNUMVISUAL" val="0"/>
  <p:tag name="KSO_WM_UNIT_DIAGRAM_ISREFERUNIT" val="0"/>
  <p:tag name="KSO_WM_DIAGRAM_GROUP_CODE" val="m1-1"/>
  <p:tag name="KSO_WM_UNIT_TYPE" val="m_h_f"/>
  <p:tag name="KSO_WM_UNIT_INDEX" val="1_2_1"/>
  <p:tag name="KSO_WM_UNIT_ID" val="diagram20205831_2*m_h_f*1_2_1"/>
  <p:tag name="KSO_WM_TEMPLATE_CATEGORY" val="diagram"/>
  <p:tag name="KSO_WM_TEMPLATE_INDEX" val="20205831"/>
  <p:tag name="KSO_WM_UNIT_LAYERLEVEL" val="1_1_1"/>
  <p:tag name="KSO_WM_TAG_VERSION" val="1.0"/>
  <p:tag name="KSO_WM_BEAUTIFY_FLAG" val="#wm#"/>
  <p:tag name="KSO_WM_UNIT_TEXT_FILL_FORE_SCHEMECOLOR_INDEX_BRIGHTNESS" val="0.15"/>
  <p:tag name="KSO_WM_UNIT_TEXT_FILL_FORE_SCHEMECOLOR_INDEX" val="13"/>
  <p:tag name="KSO_WM_UNIT_TEXT_FILL_TYPE" val="1"/>
</p:tagLst>
</file>

<file path=ppt/tags/tag1196.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SUBTYPE" val="d"/>
  <p:tag name="KSO_WM_UNIT_TYPE" val="m_h_i"/>
  <p:tag name="KSO_WM_UNIT_INDEX" val="1_2_1"/>
  <p:tag name="KSO_WM_UNIT_ID" val="diagram20205831_2*m_h_i*1_2_1"/>
  <p:tag name="KSO_WM_TEMPLATE_CATEGORY" val="diagram"/>
  <p:tag name="KSO_WM_TEMPLATE_INDEX" val="20205831"/>
  <p:tag name="KSO_WM_UNIT_LAYERLEVEL" val="1_1_1"/>
  <p:tag name="KSO_WM_TAG_VERSION" val="1.0"/>
  <p:tag name="KSO_WM_BEAUTIFY_FLAG" val="#wm#"/>
  <p:tag name="KSO_WM_UNIT_FILL_FORE_SCHEMECOLOR_INDEX_BRIGHTNESS" val="0"/>
  <p:tag name="KSO_WM_UNIT_FILL_FORE_SCHEMECOLOR_INDEX" val="6"/>
  <p:tag name="KSO_WM_UNIT_FILL_TYPE" val="1"/>
  <p:tag name="KSO_WM_UNIT_TEXT_FILL_FORE_SCHEMECOLOR_INDEX_BRIGHTNESS" val="0"/>
  <p:tag name="KSO_WM_UNIT_TEXT_FILL_FORE_SCHEMECOLOR_INDEX" val="2"/>
  <p:tag name="KSO_WM_UNIT_TEXT_FILL_TYPE" val="1"/>
</p:tagLst>
</file>

<file path=ppt/tags/tag1197.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2_3"/>
  <p:tag name="KSO_WM_UNIT_ID" val="diagram20205831_2*m_h_i*1_2_3"/>
  <p:tag name="KSO_WM_TEMPLATE_CATEGORY" val="diagram"/>
  <p:tag name="KSO_WM_TEMPLATE_INDEX" val="20205831"/>
  <p:tag name="KSO_WM_UNIT_LAYERLEVEL" val="1_1_1"/>
  <p:tag name="KSO_WM_TAG_VERSION" val="1.0"/>
  <p:tag name="KSO_WM_BEAUTIFY_FLAG" val="#wm#"/>
  <p:tag name="KSO_WM_UNIT_FILL_FORE_SCHEMECOLOR_INDEX_BRIGHTNESS" val="0"/>
  <p:tag name="KSO_WM_UNIT_FILL_FORE_SCHEMECOLOR_INDEX" val="6"/>
  <p:tag name="KSO_WM_UNIT_FILL_TYPE" val="1"/>
  <p:tag name="KSO_WM_UNIT_TEXT_FILL_FORE_SCHEMECOLOR_INDEX_BRIGHTNESS" val="0"/>
  <p:tag name="KSO_WM_UNIT_TEXT_FILL_FORE_SCHEMECOLOR_INDEX" val="2"/>
  <p:tag name="KSO_WM_UNIT_TEXT_FILL_TYPE" val="1"/>
</p:tagLst>
</file>

<file path=ppt/tags/tag1198.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2_4"/>
  <p:tag name="KSO_WM_UNIT_ID" val="diagram20205831_2*m_h_i*1_2_4"/>
  <p:tag name="KSO_WM_TEMPLATE_CATEGORY" val="diagram"/>
  <p:tag name="KSO_WM_TEMPLATE_INDEX" val="20205831"/>
  <p:tag name="KSO_WM_UNIT_LAYERLEVEL" val="1_1_1"/>
  <p:tag name="KSO_WM_TAG_VERSION" val="1.0"/>
  <p:tag name="KSO_WM_BEAUTIFY_FLAG" val="#wm#"/>
  <p:tag name="KSO_WM_UNIT_FILL_FORE_SCHEMECOLOR_INDEX_BRIGHTNESS" val="0"/>
  <p:tag name="KSO_WM_UNIT_FILL_FORE_SCHEMECOLOR_INDEX" val="6"/>
  <p:tag name="KSO_WM_UNIT_FILL_TYPE" val="1"/>
  <p:tag name="KSO_WM_UNIT_TEXT_FILL_FORE_SCHEMECOLOR_INDEX_BRIGHTNESS" val="0"/>
  <p:tag name="KSO_WM_UNIT_TEXT_FILL_FORE_SCHEMECOLOR_INDEX" val="2"/>
  <p:tag name="KSO_WM_UNIT_TEXT_FILL_TYPE" val="1"/>
</p:tagLst>
</file>

<file path=ppt/tags/tag1199.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2_5"/>
  <p:tag name="KSO_WM_UNIT_ID" val="diagram20205831_2*m_h_i*1_2_5"/>
  <p:tag name="KSO_WM_TEMPLATE_CATEGORY" val="diagram"/>
  <p:tag name="KSO_WM_TEMPLATE_INDEX" val="20205831"/>
  <p:tag name="KSO_WM_UNIT_LAYERLEVEL" val="1_1_1"/>
  <p:tag name="KSO_WM_TAG_VERSION" val="1.0"/>
  <p:tag name="KSO_WM_BEAUTIFY_FLAG" val="#wm#"/>
  <p:tag name="KSO_WM_UNIT_FILL_FORE_SCHEMECOLOR_INDEX_BRIGHTNESS" val="0"/>
  <p:tag name="KSO_WM_UNIT_FILL_FORE_SCHEMECOLOR_INDEX" val="6"/>
  <p:tag name="KSO_WM_UNIT_FILL_TYPE" val="1"/>
  <p:tag name="KSO_WM_UNIT_TEXT_FILL_FORE_SCHEMECOLOR_INDEX_BRIGHTNESS" val="0"/>
  <p:tag name="KSO_WM_UNIT_TEXT_FILL_FORE_SCHEMECOLOR_INDEX" val="2"/>
  <p:tag name="KSO_WM_UNIT_TEXT_FILL_TYPE" val="1"/>
</p:tagLst>
</file>

<file path=ppt/tags/tag1200.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2_6"/>
  <p:tag name="KSO_WM_UNIT_ID" val="diagram20205831_2*m_h_i*1_2_6"/>
  <p:tag name="KSO_WM_TEMPLATE_CATEGORY" val="diagram"/>
  <p:tag name="KSO_WM_TEMPLATE_INDEX" val="20205831"/>
  <p:tag name="KSO_WM_UNIT_LAYERLEVEL" val="1_1_1"/>
  <p:tag name="KSO_WM_TAG_VERSION" val="1.0"/>
  <p:tag name="KSO_WM_BEAUTIFY_FLAG" val="#wm#"/>
  <p:tag name="KSO_WM_UNIT_FILL_FORE_SCHEMECOLOR_INDEX_BRIGHTNESS" val="0"/>
  <p:tag name="KSO_WM_UNIT_FILL_FORE_SCHEMECOLOR_INDEX" val="6"/>
  <p:tag name="KSO_WM_UNIT_FILL_TYPE" val="1"/>
  <p:tag name="KSO_WM_UNIT_TEXT_FILL_FORE_SCHEMECOLOR_INDEX_BRIGHTNESS" val="0"/>
  <p:tag name="KSO_WM_UNIT_TEXT_FILL_FORE_SCHEMECOLOR_INDEX" val="2"/>
  <p:tag name="KSO_WM_UNIT_TEXT_FILL_TYPE" val="1"/>
</p:tagLst>
</file>

<file path=ppt/tags/tag1201.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3_2"/>
  <p:tag name="KSO_WM_UNIT_ID" val="diagram20205831_2*m_h_i*1_3_2"/>
  <p:tag name="KSO_WM_TEMPLATE_CATEGORY" val="diagram"/>
  <p:tag name="KSO_WM_TEMPLATE_INDEX" val="20205831"/>
  <p:tag name="KSO_WM_UNIT_LAYERLEVEL" val="1_1_1"/>
  <p:tag name="KSO_WM_TAG_VERSION" val="1.0"/>
  <p:tag name="KSO_WM_BEAUTIFY_FLAG" val="#wm#"/>
  <p:tag name="KSO_WM_UNIT_FILL_FORE_SCHEMECOLOR_INDEX_BRIGHTNESS" val="-0.05"/>
  <p:tag name="KSO_WM_UNIT_FILL_FORE_SCHEMECOLOR_INDEX" val="14"/>
  <p:tag name="KSO_WM_UNIT_FILL_TYPE" val="1"/>
  <p:tag name="KSO_WM_UNIT_LINE_FORE_SCHEMECOLOR_INDEX_BRIGHTNESS" val="-0.35"/>
  <p:tag name="KSO_WM_UNIT_LINE_FORE_SCHEMECOLOR_INDEX" val="14"/>
  <p:tag name="KSO_WM_UNIT_LINE_FILL_TYPE" val="2"/>
  <p:tag name="KSO_WM_UNIT_TEXT_FILL_FORE_SCHEMECOLOR_INDEX_BRIGHTNESS" val="0"/>
  <p:tag name="KSO_WM_UNIT_TEXT_FILL_FORE_SCHEMECOLOR_INDEX" val="2"/>
  <p:tag name="KSO_WM_UNIT_TEXT_FILL_TYPE" val="1"/>
</p:tagLst>
</file>

<file path=ppt/tags/tag1202.xml><?xml version="1.0" encoding="utf-8"?>
<p:tagLst xmlns:p="http://schemas.openxmlformats.org/presentationml/2006/main">
  <p:tag name="KSO_WM_UNIT_SUBTYPE" val="a"/>
  <p:tag name="KSO_WM_UNIT_PRESET_TEXT" val="单点击此处添加正文，文字是您思想的提炼，为了演示发布的良好效果，请您尽可能提炼思想的精髓，然后简单的阐述您的观点。如果您的内容确实非常重要又难以精简，也请使用分段处理，对内容进行简单的梳理和提炼，这样会使逻辑框架相对清晰。请您尽可能提炼思想的精髓，否则容易造成观者的阅读压力，适得其反。"/>
  <p:tag name="KSO_WM_UNIT_NOCLEAR" val="0"/>
  <p:tag name="KSO_WM_UNIT_HIGHLIGHT" val="0"/>
  <p:tag name="KSO_WM_UNIT_COMPATIBLE" val="0"/>
  <p:tag name="KSO_WM_UNIT_DIAGRAM_ISNUMVISUAL" val="0"/>
  <p:tag name="KSO_WM_UNIT_DIAGRAM_ISREFERUNIT" val="0"/>
  <p:tag name="KSO_WM_DIAGRAM_GROUP_CODE" val="m1-1"/>
  <p:tag name="KSO_WM_UNIT_TYPE" val="m_h_f"/>
  <p:tag name="KSO_WM_UNIT_INDEX" val="1_3_1"/>
  <p:tag name="KSO_WM_UNIT_ID" val="diagram20205831_2*m_h_f*1_3_1"/>
  <p:tag name="KSO_WM_TEMPLATE_CATEGORY" val="diagram"/>
  <p:tag name="KSO_WM_TEMPLATE_INDEX" val="20205831"/>
  <p:tag name="KSO_WM_UNIT_LAYERLEVEL" val="1_1_1"/>
  <p:tag name="KSO_WM_TAG_VERSION" val="1.0"/>
  <p:tag name="KSO_WM_BEAUTIFY_FLAG" val="#wm#"/>
  <p:tag name="KSO_WM_UNIT_TEXT_FILL_FORE_SCHEMECOLOR_INDEX_BRIGHTNESS" val="0.15"/>
  <p:tag name="KSO_WM_UNIT_TEXT_FILL_FORE_SCHEMECOLOR_INDEX" val="13"/>
  <p:tag name="KSO_WM_UNIT_TEXT_FILL_TYPE" val="1"/>
</p:tagLst>
</file>

<file path=ppt/tags/tag1203.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SUBTYPE" val="d"/>
  <p:tag name="KSO_WM_UNIT_TYPE" val="m_h_i"/>
  <p:tag name="KSO_WM_UNIT_INDEX" val="1_3_1"/>
  <p:tag name="KSO_WM_UNIT_ID" val="diagram20205831_2*m_h_i*1_3_1"/>
  <p:tag name="KSO_WM_TEMPLATE_CATEGORY" val="diagram"/>
  <p:tag name="KSO_WM_TEMPLATE_INDEX" val="20205831"/>
  <p:tag name="KSO_WM_UNIT_LAYERLEVEL" val="1_1_1"/>
  <p:tag name="KSO_WM_TAG_VERSION" val="1.0"/>
  <p:tag name="KSO_WM_BEAUTIFY_FLAG" val="#wm#"/>
  <p:tag name="KSO_WM_UNIT_FILL_FORE_SCHEMECOLOR_INDEX_BRIGHTNESS" val="0"/>
  <p:tag name="KSO_WM_UNIT_FILL_FORE_SCHEMECOLOR_INDEX" val="7"/>
  <p:tag name="KSO_WM_UNIT_FILL_TYPE" val="1"/>
  <p:tag name="KSO_WM_UNIT_TEXT_FILL_FORE_SCHEMECOLOR_INDEX_BRIGHTNESS" val="0"/>
  <p:tag name="KSO_WM_UNIT_TEXT_FILL_FORE_SCHEMECOLOR_INDEX" val="2"/>
  <p:tag name="KSO_WM_UNIT_TEXT_FILL_TYPE" val="1"/>
</p:tagLst>
</file>

<file path=ppt/tags/tag1204.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3_3"/>
  <p:tag name="KSO_WM_UNIT_ID" val="diagram20205831_2*m_h_i*1_3_3"/>
  <p:tag name="KSO_WM_TEMPLATE_CATEGORY" val="diagram"/>
  <p:tag name="KSO_WM_TEMPLATE_INDEX" val="20205831"/>
  <p:tag name="KSO_WM_UNIT_LAYERLEVEL" val="1_1_1"/>
  <p:tag name="KSO_WM_TAG_VERSION" val="1.0"/>
  <p:tag name="KSO_WM_BEAUTIFY_FLAG" val="#wm#"/>
  <p:tag name="KSO_WM_UNIT_FILL_FORE_SCHEMECOLOR_INDEX_BRIGHTNESS" val="0"/>
  <p:tag name="KSO_WM_UNIT_FILL_FORE_SCHEMECOLOR_INDEX" val="7"/>
  <p:tag name="KSO_WM_UNIT_FILL_TYPE" val="1"/>
  <p:tag name="KSO_WM_UNIT_TEXT_FILL_FORE_SCHEMECOLOR_INDEX_BRIGHTNESS" val="0"/>
  <p:tag name="KSO_WM_UNIT_TEXT_FILL_FORE_SCHEMECOLOR_INDEX" val="2"/>
  <p:tag name="KSO_WM_UNIT_TEXT_FILL_TYPE" val="1"/>
</p:tagLst>
</file>

<file path=ppt/tags/tag1205.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3_4"/>
  <p:tag name="KSO_WM_UNIT_ID" val="diagram20205831_2*m_h_i*1_3_4"/>
  <p:tag name="KSO_WM_TEMPLATE_CATEGORY" val="diagram"/>
  <p:tag name="KSO_WM_TEMPLATE_INDEX" val="20205831"/>
  <p:tag name="KSO_WM_UNIT_LAYERLEVEL" val="1_1_1"/>
  <p:tag name="KSO_WM_TAG_VERSION" val="1.0"/>
  <p:tag name="KSO_WM_BEAUTIFY_FLAG" val="#wm#"/>
  <p:tag name="KSO_WM_UNIT_FILL_FORE_SCHEMECOLOR_INDEX_BRIGHTNESS" val="0"/>
  <p:tag name="KSO_WM_UNIT_FILL_FORE_SCHEMECOLOR_INDEX" val="7"/>
  <p:tag name="KSO_WM_UNIT_FILL_TYPE" val="1"/>
  <p:tag name="KSO_WM_UNIT_TEXT_FILL_FORE_SCHEMECOLOR_INDEX_BRIGHTNESS" val="0"/>
  <p:tag name="KSO_WM_UNIT_TEXT_FILL_FORE_SCHEMECOLOR_INDEX" val="2"/>
  <p:tag name="KSO_WM_UNIT_TEXT_FILL_TYPE" val="1"/>
</p:tagLst>
</file>

<file path=ppt/tags/tag1206.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3_5"/>
  <p:tag name="KSO_WM_UNIT_ID" val="diagram20205831_2*m_h_i*1_3_5"/>
  <p:tag name="KSO_WM_TEMPLATE_CATEGORY" val="diagram"/>
  <p:tag name="KSO_WM_TEMPLATE_INDEX" val="20205831"/>
  <p:tag name="KSO_WM_UNIT_LAYERLEVEL" val="1_1_1"/>
  <p:tag name="KSO_WM_TAG_VERSION" val="1.0"/>
  <p:tag name="KSO_WM_BEAUTIFY_FLAG" val="#wm#"/>
  <p:tag name="KSO_WM_UNIT_FILL_FORE_SCHEMECOLOR_INDEX_BRIGHTNESS" val="0"/>
  <p:tag name="KSO_WM_UNIT_FILL_FORE_SCHEMECOLOR_INDEX" val="7"/>
  <p:tag name="KSO_WM_UNIT_FILL_TYPE" val="1"/>
  <p:tag name="KSO_WM_UNIT_TEXT_FILL_FORE_SCHEMECOLOR_INDEX_BRIGHTNESS" val="0"/>
  <p:tag name="KSO_WM_UNIT_TEXT_FILL_FORE_SCHEMECOLOR_INDEX" val="2"/>
  <p:tag name="KSO_WM_UNIT_TEXT_FILL_TYPE" val="1"/>
</p:tagLst>
</file>

<file path=ppt/tags/tag1207.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3_6"/>
  <p:tag name="KSO_WM_UNIT_ID" val="diagram20205831_2*m_h_i*1_3_6"/>
  <p:tag name="KSO_WM_TEMPLATE_CATEGORY" val="diagram"/>
  <p:tag name="KSO_WM_TEMPLATE_INDEX" val="20205831"/>
  <p:tag name="KSO_WM_UNIT_LAYERLEVEL" val="1_1_1"/>
  <p:tag name="KSO_WM_TAG_VERSION" val="1.0"/>
  <p:tag name="KSO_WM_BEAUTIFY_FLAG" val="#wm#"/>
  <p:tag name="KSO_WM_UNIT_FILL_FORE_SCHEMECOLOR_INDEX_BRIGHTNESS" val="0"/>
  <p:tag name="KSO_WM_UNIT_FILL_FORE_SCHEMECOLOR_INDEX" val="7"/>
  <p:tag name="KSO_WM_UNIT_FILL_TYPE" val="1"/>
  <p:tag name="KSO_WM_UNIT_TEXT_FILL_FORE_SCHEMECOLOR_INDEX_BRIGHTNESS" val="0"/>
  <p:tag name="KSO_WM_UNIT_TEXT_FILL_FORE_SCHEMECOLOR_INDEX" val="2"/>
  <p:tag name="KSO_WM_UNIT_TEXT_FILL_TYPE" val="1"/>
</p:tagLst>
</file>

<file path=ppt/tags/tag1208.xml><?xml version="1.0" encoding="utf-8"?>
<p:tagLst xmlns:p="http://schemas.openxmlformats.org/presentationml/2006/main">
  <p:tag name="KSO_WM_SLIDE_ID" val="diagram20220058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8"/>
  <p:tag name="KSO_WM_SLIDE_LAYOUT" val="a_d"/>
  <p:tag name="KSO_WM_SLIDE_LAYOUT_CNT" val="1_1"/>
  <p:tag name="KSO_WM_SLIDE_TYPE" val="text"/>
  <p:tag name="KSO_WM_SLIDE_SUBTYPE" val="picTxt"/>
  <p:tag name="KSO_WM_SLIDE_LAYOUTTYPE" val="topbottom"/>
  <p:tag name="KSO_WM_SLIDE_SIZE" val="888*504"/>
  <p:tag name="KSO_WM_SLIDE_POSITION" val="36*12"/>
  <p:tag name="KSO_WM_SLIDE_LAYOUT_INFO" val="{&quot;backgroundInfo&quot;:[{&quot;bottom&quot;:0,&quot;bottomAbs&quot;:false,&quot;left&quot;:0,&quot;leftAbs&quot;:false,&quot;right&quot;:0,&quot;rightAbs&quot;:false,&quot;top&quot;:0,&quot;topAbs&quot;:false,&quot;type&quot;:&quot;general&quot;}],&quot;id&quot;:&quot;2026-01-13T21:15:36&quot;,&quot;maxSize&quot;:{&quot;size1&quot;:20},&quot;minSize&quot;:{&quot;size1&quot;:11.2},&quot;normalSize&quot;:{&quot;size1&quot;:11.2},&quot;subLayout&quot;:[{&quot;id&quot;:&quot;2026-01-13T21:15:36&quot;,&quot;margin&quot;:{&quot;bottom&quot;:0.025999998673796654,&quot;left&quot;:1.2699999809265137,&quot;right&quot;:1.2699999809265137,&quot;top&quot;:0.4230000376701355},&quot;type&quot;:0},{&quot;id&quot;:&quot;2026-01-13T21:15:36&quot;,&quot;margin&quot;:{&quot;bottom&quot;:0.847000002861023,&quot;left&quot;:1.2699999809265137,&quot;right&quot;:1.2699999809265137,&quot;top&quot;:1.2699999809265137},&quot;type&quot;:0}],&quot;type&quot;:0}"/>
  <p:tag name="KSO_WM_SLIDE_RATIO" val="1.777778"/>
  <p:tag name="KSO_WM_SLIDE_BACKGROUND" val="[&quot;general&quot;]"/>
  <p:tag name="KSO_WM_SLIDE_BACKGROUND_TYPE" val="general"/>
</p:tagLst>
</file>

<file path=ppt/tags/tag120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12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12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20058_1*i*1"/>
  <p:tag name="KSO_WM_TEMPLATE_CATEGORY" val="diagram"/>
  <p:tag name="KSO_WM_TEMPLATE_INDEX" val="20220058"/>
  <p:tag name="KSO_WM_UNIT_LAYERLEVEL" val="1"/>
  <p:tag name="KSO_WM_TAG_VERSION" val="1.0"/>
  <p:tag name="KSO_WM_BEAUTIFY_FLAG" val="#wm#"/>
  <p:tag name="KSO_WM_UNIT_BLOCK" val="0"/>
  <p:tag name="KSO_WM_UNIT_SM_LIMIT_TYPE" val="0"/>
  <p:tag name="KSO_WM_UNIT_DEC_AREA_ID" val="401453a90b9f4fd5b1215058b8a2f2e8"/>
  <p:tag name="KSO_WM_UNIT_DECORATE_INFO" val="{&quot;ReferentInfo&quot;:{&quot;Id&quot;:&quot;2d2094633d9c481aa0d84a95a0159686&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1212.xml><?xml version="1.0" encoding="utf-8"?>
<p:tagLst xmlns:p="http://schemas.openxmlformats.org/presentationml/2006/main">
  <p:tag name="KSO_WM_UNIT_ISCONTENTSTITLE" val="0"/>
  <p:tag name="KSO_WM_UNIT_ISNUMDGMTITLE" val="0"/>
  <p:tag name="KSO_WM_UNIT_PRESET_TEXT" val="线型上下导航版"/>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diagram20220058_1*a*1"/>
  <p:tag name="KSO_WM_TEMPLATE_CATEGORY" val="diagram"/>
  <p:tag name="KSO_WM_TEMPLATE_INDEX" val="20220058"/>
  <p:tag name="KSO_WM_UNIT_LAYERLEVEL" val="1"/>
  <p:tag name="KSO_WM_TAG_VERSION" val="1.0"/>
  <p:tag name="KSO_WM_BEAUTIFY_FLAG" val="#wm#"/>
  <p:tag name="KSO_WM_UNIT_VALUE" val="27"/>
  <p:tag name="KSO_WM_UNIT_BLOCK" val="0"/>
  <p:tag name="KSO_WM_UNIT_SM_LIMIT_TYPE" val="2"/>
  <p:tag name="KSO_WM_UNIT_DEC_AREA_ID" val="2d2094633d9c481aa0d84a95a015968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1213.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2843_1*f*1"/>
  <p:tag name="KSO_WM_TEMPLATE_CATEGORY" val="diagram"/>
  <p:tag name="KSO_WM_TEMPLATE_INDEX" val="20212843"/>
  <p:tag name="KSO_WM_UNIT_LAYERLEVEL" val="1"/>
  <p:tag name="KSO_WM_TAG_VERSION" val="1.0"/>
  <p:tag name="KSO_WM_BEAUTIFY_FLAG" val="#wm#"/>
  <p:tag name="KSO_WM_UNIT_DEFAULT_FONT" val="14;20;2"/>
  <p:tag name="KSO_WM_UNIT_BLOCK" val="0"/>
  <p:tag name="KSO_WM_UNIT_VALUE" val="576"/>
  <p:tag name="KSO_WM_UNIT_SHOW_EDIT_AREA_INDICATION" val="1"/>
  <p:tag name="KSO_WM_CHIP_GROUPID" val="5e6b05596848fb12bee65ac8"/>
  <p:tag name="KSO_WM_CHIP_XID" val="5e6b05596848fb12bee65aca"/>
  <p:tag name="KSO_WM_UNIT_DEC_AREA_ID" val="8cb1ccbfd41a4f08aa021a2337e676da"/>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53f115901fe44f3787d5c3752471e8b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f644054ed1e2fb8092e"/>
  <p:tag name="KSO_WM_TEMPLATE_ASSEMBLE_GROUPID" val="60656f644054ed1e2fb8092e"/>
  <p:tag name="WM_BEAUTIFY_ZORDER_FLAG_TAG" val="3"/>
</p:tagLst>
</file>

<file path=ppt/tags/tag1214.xml><?xml version="1.0" encoding="utf-8"?>
<p:tagLst xmlns:p="http://schemas.openxmlformats.org/presentationml/2006/main">
  <p:tag name="KSO_WM_SLIDE_ID" val="diagram20220058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8"/>
  <p:tag name="KSO_WM_SLIDE_LAYOUT" val="a_d"/>
  <p:tag name="KSO_WM_SLIDE_LAYOUT_CNT" val="1_1"/>
  <p:tag name="KSO_WM_SLIDE_TYPE" val="text"/>
  <p:tag name="KSO_WM_SLIDE_SUBTYPE" val="picTxt"/>
  <p:tag name="KSO_WM_SLIDE_LAYOUTTYPE" val="topbottom"/>
  <p:tag name="KSO_WM_SLIDE_SIZE" val="888*504"/>
  <p:tag name="KSO_WM_SLIDE_POSITION" val="36*12"/>
  <p:tag name="KSO_WM_SLIDE_LAYOUT_INFO" val="{&quot;backgroundInfo&quot;:[{&quot;bottom&quot;:0,&quot;bottomAbs&quot;:false,&quot;left&quot;:0,&quot;leftAbs&quot;:false,&quot;right&quot;:0,&quot;rightAbs&quot;:false,&quot;top&quot;:0,&quot;topAbs&quot;:false,&quot;type&quot;:&quot;general&quot;}],&quot;id&quot;:&quot;2026-01-13T21:15:36&quot;,&quot;maxSize&quot;:{&quot;size1&quot;:20},&quot;minSize&quot;:{&quot;size1&quot;:11.2},&quot;normalSize&quot;:{&quot;size1&quot;:11.2},&quot;subLayout&quot;:[{&quot;id&quot;:&quot;2026-01-13T21:15:36&quot;,&quot;margin&quot;:{&quot;bottom&quot;:0.025999998673796654,&quot;left&quot;:1.2699999809265137,&quot;right&quot;:1.2699999809265137,&quot;top&quot;:0.4230000376701355},&quot;type&quot;:0},{&quot;id&quot;:&quot;2026-01-13T21:15:36&quot;,&quot;margin&quot;:{&quot;bottom&quot;:0.847000002861023,&quot;left&quot;:1.2699999809265137,&quot;right&quot;:1.2699999809265137,&quot;top&quot;:1.2699999809265137},&quot;type&quot;:0}],&quot;type&quot;:0}"/>
  <p:tag name="KSO_WM_SLIDE_RATIO" val="1.777778"/>
  <p:tag name="KSO_WM_SLIDE_BACKGROUND" val="[&quot;general&quot;]"/>
  <p:tag name="KSO_WM_SLIDE_BACKGROUND_TYPE" val="general"/>
</p:tagLst>
</file>

<file path=ppt/tags/tag12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12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12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20058_1*i*1"/>
  <p:tag name="KSO_WM_TEMPLATE_CATEGORY" val="diagram"/>
  <p:tag name="KSO_WM_TEMPLATE_INDEX" val="20220058"/>
  <p:tag name="KSO_WM_UNIT_LAYERLEVEL" val="1"/>
  <p:tag name="KSO_WM_TAG_VERSION" val="1.0"/>
  <p:tag name="KSO_WM_BEAUTIFY_FLAG" val="#wm#"/>
  <p:tag name="KSO_WM_UNIT_BLOCK" val="0"/>
  <p:tag name="KSO_WM_UNIT_SM_LIMIT_TYPE" val="0"/>
  <p:tag name="KSO_WM_UNIT_DEC_AREA_ID" val="401453a90b9f4fd5b1215058b8a2f2e8"/>
  <p:tag name="KSO_WM_UNIT_DECORATE_INFO" val="{&quot;ReferentInfo&quot;:{&quot;Id&quot;:&quot;2d2094633d9c481aa0d84a95a0159686&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1218.xml><?xml version="1.0" encoding="utf-8"?>
<p:tagLst xmlns:p="http://schemas.openxmlformats.org/presentationml/2006/main">
  <p:tag name="KSO_WM_UNIT_ISCONTENTSTITLE" val="0"/>
  <p:tag name="KSO_WM_UNIT_ISNUMDGMTITLE" val="0"/>
  <p:tag name="KSO_WM_UNIT_PRESET_TEXT" val="线型上下导航版"/>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diagram20220058_1*a*1"/>
  <p:tag name="KSO_WM_TEMPLATE_CATEGORY" val="diagram"/>
  <p:tag name="KSO_WM_TEMPLATE_INDEX" val="20220058"/>
  <p:tag name="KSO_WM_UNIT_LAYERLEVEL" val="1"/>
  <p:tag name="KSO_WM_TAG_VERSION" val="1.0"/>
  <p:tag name="KSO_WM_BEAUTIFY_FLAG" val="#wm#"/>
  <p:tag name="KSO_WM_UNIT_VALUE" val="27"/>
  <p:tag name="KSO_WM_UNIT_BLOCK" val="0"/>
  <p:tag name="KSO_WM_UNIT_SM_LIMIT_TYPE" val="2"/>
  <p:tag name="KSO_WM_UNIT_DEC_AREA_ID" val="2d2094633d9c481aa0d84a95a015968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1219.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7315_1*f*1"/>
  <p:tag name="KSO_WM_TEMPLATE_CATEGORY" val="diagram"/>
  <p:tag name="KSO_WM_TEMPLATE_INDEX" val="20207315"/>
  <p:tag name="KSO_WM_UNIT_LAYERLEVEL" val="1"/>
  <p:tag name="KSO_WM_TAG_VERSION" val="1.0"/>
  <p:tag name="KSO_WM_BEAUTIFY_FLAG" val="#wm#"/>
  <p:tag name="KSO_WM_UNIT_DEFAULT_FONT" val="14;20;2"/>
  <p:tag name="KSO_WM_UNIT_BLOCK" val="0"/>
  <p:tag name="KSO_WM_UNIT_VALUE" val="290"/>
  <p:tag name="KSO_WM_UNIT_SHOW_EDIT_AREA_INDICATION" val="1"/>
  <p:tag name="KSO_WM_CHIP_GROUPID" val="5e6b05596848fb12bee65ac8"/>
  <p:tag name="KSO_WM_CHIP_XID" val="5e6b05596848fb12bee65aca"/>
  <p:tag name="KSO_WM_UNIT_DEC_AREA_ID" val="3462bde237c543c58b90892aede91ea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dc8ab5172452436899286f2808371cac"/>
  <p:tag name="KSO_WM_UNIT_TEXT_FILL_FORE_SCHEMECOLOR_INDEX_BRIGHTNESS" val="0.25"/>
  <p:tag name="KSO_WM_UNIT_TEXT_FILL_FORE_SCHEMECOLOR_INDEX" val="13"/>
  <p:tag name="KSO_WM_UNIT_TEXT_FILL_TYPE" val="1"/>
  <p:tag name="KSO_WM_TEMPLATE_ASSEMBLE_XID" val="6130c4e08b5cc6c91112a571"/>
  <p:tag name="KSO_WM_TEMPLATE_ASSEMBLE_GROUPID" val="6130c4e08b5cc6c91112a571"/>
  <p:tag name="WM_BEAUTIFY_ZORDER_FLAG_TAG" val="4"/>
</p:tagLst>
</file>

<file path=ppt/tags/tag1220.xml><?xml version="1.0" encoding="utf-8"?>
<p:tagLst xmlns:p="http://schemas.openxmlformats.org/presentationml/2006/main">
  <p:tag name="KSO_WM_SLIDE_ID" val="diagram20220058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8"/>
  <p:tag name="KSO_WM_SLIDE_LAYOUT" val="a_d"/>
  <p:tag name="KSO_WM_SLIDE_LAYOUT_CNT" val="1_1"/>
  <p:tag name="KSO_WM_SLIDE_TYPE" val="text"/>
  <p:tag name="KSO_WM_SLIDE_SUBTYPE" val="picTxt"/>
  <p:tag name="KSO_WM_SLIDE_LAYOUTTYPE" val="topbottom"/>
  <p:tag name="KSO_WM_SLIDE_SIZE" val="888*504"/>
  <p:tag name="KSO_WM_SLIDE_POSITION" val="36*12"/>
  <p:tag name="KSO_WM_SLIDE_LAYOUT_INFO" val="{&quot;backgroundInfo&quot;:[{&quot;bottom&quot;:0,&quot;bottomAbs&quot;:false,&quot;left&quot;:0,&quot;leftAbs&quot;:false,&quot;right&quot;:0,&quot;rightAbs&quot;:false,&quot;top&quot;:0,&quot;topAbs&quot;:false,&quot;type&quot;:&quot;general&quot;}],&quot;id&quot;:&quot;2026-01-13T21:15:36&quot;,&quot;maxSize&quot;:{&quot;size1&quot;:20},&quot;minSize&quot;:{&quot;size1&quot;:11.2},&quot;normalSize&quot;:{&quot;size1&quot;:11.2},&quot;subLayout&quot;:[{&quot;id&quot;:&quot;2026-01-13T21:15:36&quot;,&quot;margin&quot;:{&quot;bottom&quot;:0.025999998673796654,&quot;left&quot;:1.2699999809265137,&quot;right&quot;:1.2699999809265137,&quot;top&quot;:0.4230000376701355},&quot;type&quot;:0},{&quot;id&quot;:&quot;2026-01-13T21:15:36&quot;,&quot;margin&quot;:{&quot;bottom&quot;:0.847000002861023,&quot;left&quot;:1.2699999809265137,&quot;right&quot;:1.2699999809265137,&quot;top&quot;:1.2699999809265137},&quot;type&quot;:0}],&quot;type&quot;:0}"/>
  <p:tag name="KSO_WM_SLIDE_RATIO" val="1.777778"/>
  <p:tag name="KSO_WM_SLIDE_BACKGROUND" val="[&quot;general&quot;]"/>
  <p:tag name="KSO_WM_SLIDE_BACKGROUND_TYPE" val="general"/>
</p:tagLst>
</file>

<file path=ppt/tags/tag12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12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12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20058_1*i*1"/>
  <p:tag name="KSO_WM_TEMPLATE_CATEGORY" val="diagram"/>
  <p:tag name="KSO_WM_TEMPLATE_INDEX" val="20220058"/>
  <p:tag name="KSO_WM_UNIT_LAYERLEVEL" val="1"/>
  <p:tag name="KSO_WM_TAG_VERSION" val="1.0"/>
  <p:tag name="KSO_WM_BEAUTIFY_FLAG" val="#wm#"/>
  <p:tag name="KSO_WM_UNIT_BLOCK" val="0"/>
  <p:tag name="KSO_WM_UNIT_SM_LIMIT_TYPE" val="0"/>
  <p:tag name="KSO_WM_UNIT_DEC_AREA_ID" val="401453a90b9f4fd5b1215058b8a2f2e8"/>
  <p:tag name="KSO_WM_UNIT_DECORATE_INFO" val="{&quot;ReferentInfo&quot;:{&quot;Id&quot;:&quot;2d2094633d9c481aa0d84a95a0159686&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1224.xml><?xml version="1.0" encoding="utf-8"?>
<p:tagLst xmlns:p="http://schemas.openxmlformats.org/presentationml/2006/main">
  <p:tag name="KSO_WM_UNIT_ISCONTENTSTITLE" val="0"/>
  <p:tag name="KSO_WM_UNIT_ISNUMDGMTITLE" val="0"/>
  <p:tag name="KSO_WM_UNIT_PRESET_TEXT" val="线型上下导航版"/>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diagram20220058_1*a*1"/>
  <p:tag name="KSO_WM_TEMPLATE_CATEGORY" val="diagram"/>
  <p:tag name="KSO_WM_TEMPLATE_INDEX" val="20220058"/>
  <p:tag name="KSO_WM_UNIT_LAYERLEVEL" val="1"/>
  <p:tag name="KSO_WM_TAG_VERSION" val="1.0"/>
  <p:tag name="KSO_WM_BEAUTIFY_FLAG" val="#wm#"/>
  <p:tag name="KSO_WM_UNIT_VALUE" val="27"/>
  <p:tag name="KSO_WM_UNIT_BLOCK" val="0"/>
  <p:tag name="KSO_WM_UNIT_SM_LIMIT_TYPE" val="2"/>
  <p:tag name="KSO_WM_UNIT_DEC_AREA_ID" val="2d2094633d9c481aa0d84a95a015968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1225.xml><?xml version="1.0" encoding="utf-8"?>
<p:tagLst xmlns:p="http://schemas.openxmlformats.org/presentationml/2006/main">
  <p:tag name="KSO_WM_TAG_VERSION" val="1.0"/>
  <p:tag name="KSO_WM_BEAUTIFY_FLAG" val="#wm#"/>
  <p:tag name="KSO_WM_UNIT_TYPE" val="i"/>
  <p:tag name="KSO_WM_UNIT_ID" val="diagram20208604_1*i*1"/>
  <p:tag name="KSO_WM_TEMPLATE_CATEGORY" val="diagram"/>
  <p:tag name="KSO_WM_TEMPLATE_INDEX" val="20208604"/>
  <p:tag name="KSO_WM_UNIT_INDEX" val="1"/>
  <p:tag name="KSO_WM_UNIT_HIGHLIGHT" val="0"/>
  <p:tag name="KSO_WM_UNIT_COMPATIBLE" val="0"/>
  <p:tag name="KSO_WM_UNIT_DIAGRAM_ISNUMVISUAL" val="0"/>
  <p:tag name="KSO_WM_UNIT_DIAGRAM_ISREFERUNIT" val="0"/>
  <p:tag name="KSO_WM_UNIT_LAYERLEVEL" val="1"/>
  <p:tag name="KSO_WM_UNIT_BLOCK" val="0"/>
  <p:tag name="KSO_WM_UNIT_SM_LIMIT_TYPE" val="2"/>
  <p:tag name="KSO_WM_UNIT_DEC_AREA_ID" val="e352ecb8f5b840f19a3cb857467d0e4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UNIT_TEXT_FILL_FORE_SCHEMECOLOR_INDEX_BRIGHTNESS" val="0"/>
  <p:tag name="KSO_WM_UNIT_TEXT_FILL_FORE_SCHEMECOLOR_INDEX" val="2"/>
  <p:tag name="KSO_WM_UNIT_TEXT_FILL_TYPE" val="1"/>
  <p:tag name="KSO_WM_UNIT_VALUE" val="864"/>
  <p:tag name="KSO_WM_TEMPLATE_ASSEMBLE_XID" val="60656e7a4054ed1e2fb7f9a0"/>
  <p:tag name="KSO_WM_TEMPLATE_ASSEMBLE_GROUPID" val="60656e7a4054ed1e2fb7f9a0"/>
  <p:tag name="WM_BEAUTIFY_ZORDER_FLAG_TAG" val="3"/>
</p:tagLst>
</file>

<file path=ppt/tags/tag1226.xml><?xml version="1.0" encoding="utf-8"?>
<p:tagLst xmlns:p="http://schemas.openxmlformats.org/presentationml/2006/main">
  <p:tag name="KSO_WM_TAG_VERSION" val="1.0"/>
  <p:tag name="KSO_WM_BEAUTIFY_FLAG" val="#wm#"/>
  <p:tag name="KSO_WM_UNIT_TYPE" val="i"/>
  <p:tag name="KSO_WM_UNIT_ID" val="diagram20208604_1*i*2"/>
  <p:tag name="KSO_WM_TEMPLATE_CATEGORY" val="diagram"/>
  <p:tag name="KSO_WM_TEMPLATE_INDEX" val="20208604"/>
  <p:tag name="KSO_WM_UNIT_INDEX" val="2"/>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65248d0e2eac4a16859a1c0559d33ac9"/>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4"/>
</p:tagLst>
</file>

<file path=ppt/tags/tag1227.xml><?xml version="1.0" encoding="utf-8"?>
<p:tagLst xmlns:p="http://schemas.openxmlformats.org/presentationml/2006/main">
  <p:tag name="KSO_WM_TAG_VERSION" val="1.0"/>
  <p:tag name="KSO_WM_BEAUTIFY_FLAG" val="#wm#"/>
  <p:tag name="KSO_WM_UNIT_TYPE" val="i"/>
  <p:tag name="KSO_WM_UNIT_ID" val="diagram20208604_1*i*3"/>
  <p:tag name="KSO_WM_TEMPLATE_CATEGORY" val="diagram"/>
  <p:tag name="KSO_WM_TEMPLATE_INDEX" val="20208604"/>
  <p:tag name="KSO_WM_UNIT_INDEX" val="3"/>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d26b32aaa4d84b0dbd1030a6cabd7a68"/>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5"/>
</p:tagLst>
</file>

<file path=ppt/tags/tag1228.xml><?xml version="1.0" encoding="utf-8"?>
<p:tagLst xmlns:p="http://schemas.openxmlformats.org/presentationml/2006/main">
  <p:tag name="KSO_WM_TAG_VERSION" val="1.0"/>
  <p:tag name="KSO_WM_BEAUTIFY_FLAG" val="#wm#"/>
  <p:tag name="KSO_WM_UNIT_TYPE" val="i"/>
  <p:tag name="KSO_WM_UNIT_ID" val="diagram20208604_1*i*4"/>
  <p:tag name="KSO_WM_TEMPLATE_CATEGORY" val="diagram"/>
  <p:tag name="KSO_WM_TEMPLATE_INDEX" val="20208604"/>
  <p:tag name="KSO_WM_UNIT_INDEX" val="4"/>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808fb1adb4d744cc9d369074d0507e4f"/>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6"/>
</p:tagLst>
</file>

<file path=ppt/tags/tag1229.xml><?xml version="1.0" encoding="utf-8"?>
<p:tagLst xmlns:p="http://schemas.openxmlformats.org/presentationml/2006/main">
  <p:tag name="KSO_WM_TAG_VERSION" val="1.0"/>
  <p:tag name="KSO_WM_BEAUTIFY_FLAG" val="#wm#"/>
  <p:tag name="KSO_WM_UNIT_TYPE" val="i"/>
  <p:tag name="KSO_WM_UNIT_ID" val="diagram20208604_1*i*5"/>
  <p:tag name="KSO_WM_TEMPLATE_CATEGORY" val="diagram"/>
  <p:tag name="KSO_WM_TEMPLATE_INDEX" val="20208604"/>
  <p:tag name="KSO_WM_UNIT_INDEX" val="5"/>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060ccbb9a83241f2a52575c4e4f76136"/>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7"/>
</p:tagLst>
</file>

<file path=ppt/tags/tag1230.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需要用更多的文字来表述；但请您尽可能提炼思想的精髓。"/>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8604_1*f*1"/>
  <p:tag name="KSO_WM_TEMPLATE_CATEGORY" val="diagram"/>
  <p:tag name="KSO_WM_TEMPLATE_INDEX" val="20208604"/>
  <p:tag name="KSO_WM_UNIT_LAYERLEVEL" val="1"/>
  <p:tag name="KSO_WM_TAG_VERSION" val="1.0"/>
  <p:tag name="KSO_WM_BEAUTIFY_FLAG" val="#wm#"/>
  <p:tag name="KSO_WM_UNIT_DEFAULT_FONT" val="14;20;2"/>
  <p:tag name="KSO_WM_UNIT_BLOCK" val="0"/>
  <p:tag name="KSO_WM_UNIT_VALUE" val="588"/>
  <p:tag name="KSO_WM_UNIT_SHOW_EDIT_AREA_INDICATION" val="1"/>
  <p:tag name="KSO_WM_CHIP_GROUPID" val="5e6b05596848fb12bee65ac8"/>
  <p:tag name="KSO_WM_CHIP_XID" val="5e6b05596848fb12bee65aca"/>
  <p:tag name="KSO_WM_UNIT_DEC_AREA_ID" val="5557aaf2e9bc4b2499ccf5d271336ab4"/>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ff7d2160ef064691979e787d147d2e4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e7a4054ed1e2fb7f9a0"/>
  <p:tag name="KSO_WM_TEMPLATE_ASSEMBLE_GROUPID" val="60656e7a4054ed1e2fb7f9a0"/>
  <p:tag name="WM_BEAUTIFY_ZORDER_FLAG_TAG" val="8"/>
</p:tagLst>
</file>

<file path=ppt/tags/tag1231.xml><?xml version="1.0" encoding="utf-8"?>
<p:tagLst xmlns:p="http://schemas.openxmlformats.org/presentationml/2006/main">
  <p:tag name="KSO_WM_SLIDE_ID" val="diagram20220058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8"/>
  <p:tag name="KSO_WM_SLIDE_LAYOUT" val="a_d"/>
  <p:tag name="KSO_WM_SLIDE_LAYOUT_CNT" val="1_1"/>
  <p:tag name="KSO_WM_SLIDE_TYPE" val="text"/>
  <p:tag name="KSO_WM_SLIDE_SUBTYPE" val="picTxt"/>
  <p:tag name="KSO_WM_SLIDE_LAYOUTTYPE" val="topbottom"/>
  <p:tag name="KSO_WM_SLIDE_SIZE" val="888*504"/>
  <p:tag name="KSO_WM_SLIDE_POSITION" val="36*12"/>
  <p:tag name="KSO_WM_SLIDE_LAYOUT_INFO" val="{&quot;backgroundInfo&quot;:[{&quot;bottom&quot;:0,&quot;bottomAbs&quot;:false,&quot;left&quot;:0,&quot;leftAbs&quot;:false,&quot;right&quot;:0,&quot;rightAbs&quot;:false,&quot;top&quot;:0,&quot;topAbs&quot;:false,&quot;type&quot;:&quot;general&quot;}],&quot;id&quot;:&quot;2026-01-13T21:15:36&quot;,&quot;maxSize&quot;:{&quot;size1&quot;:20},&quot;minSize&quot;:{&quot;size1&quot;:11.2},&quot;normalSize&quot;:{&quot;size1&quot;:11.2},&quot;subLayout&quot;:[{&quot;id&quot;:&quot;2026-01-13T21:15:36&quot;,&quot;margin&quot;:{&quot;bottom&quot;:0.025999998673796654,&quot;left&quot;:1.2699999809265137,&quot;right&quot;:1.2699999809265137,&quot;top&quot;:0.4230000376701355},&quot;type&quot;:0},{&quot;id&quot;:&quot;2026-01-13T21:15:36&quot;,&quot;margin&quot;:{&quot;bottom&quot;:0.847000002861023,&quot;left&quot;:1.2699999809265137,&quot;right&quot;:1.2699999809265137,&quot;top&quot;:1.2699999809265137},&quot;type&quot;:0}],&quot;type&quot;:0}"/>
  <p:tag name="KSO_WM_SLIDE_RATIO" val="1.777778"/>
  <p:tag name="KSO_WM_SLIDE_BACKGROUND" val="[&quot;general&quot;]"/>
  <p:tag name="KSO_WM_SLIDE_BACKGROUND_TYPE" val="general"/>
</p:tagLst>
</file>

<file path=ppt/tags/tag123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custom20206915_15*a*1"/>
  <p:tag name="KSO_WM_TEMPLATE_CATEGORY" val="custom"/>
  <p:tag name="KSO_WM_TEMPLATE_INDEX" val="20206915"/>
  <p:tag name="KSO_WM_UNIT_LAYERLEVEL" val="1"/>
  <p:tag name="KSO_WM_TAG_VERSION" val="1.0"/>
  <p:tag name="KSO_WM_BEAUTIFY_FLAG" val="#wm#"/>
  <p:tag name="KSO_WM_UNIT_ISCONTENTSTITLE" val="0"/>
  <p:tag name="KSO_WM_UNIT_ISNUMDGMTITLE" val="0"/>
  <p:tag name="KSO_WM_UNIT_NOCLEAR" val="1"/>
  <p:tag name="KSO_WM_UNIT_TYPE" val="a"/>
  <p:tag name="KSO_WM_UNIT_INDEX" val="1"/>
  <p:tag name="KSO_WM_UNIT_PRESET_TEXT" val="THANKS"/>
  <p:tag name="KSO_WM_UNIT_TEXT_FILL_FORE_SCHEMECOLOR_INDEX_BRIGHTNESS" val="0"/>
  <p:tag name="KSO_WM_UNIT_TEXT_FILL_FORE_SCHEMECOLOR_INDEX" val="5"/>
  <p:tag name="KSO_WM_UNIT_TEXT_FILL_TYPE" val="1"/>
</p:tagLst>
</file>

<file path=ppt/tags/tag1233.xml><?xml version="1.0" encoding="utf-8"?>
<p:tagLst xmlns:p="http://schemas.openxmlformats.org/presentationml/2006/main">
  <p:tag name="KSO_WM_SLIDE_ID" val="custom20206915_15"/>
  <p:tag name="KSO_WM_TEMPLATE_SUBCATEGORY" val="0"/>
  <p:tag name="KSO_WM_TEMPLATE_MASTER_TYPE" val="1"/>
  <p:tag name="KSO_WM_TEMPLATE_COLOR_TYPE" val="1"/>
  <p:tag name="KSO_WM_SLIDE_ITEM_CNT" val="0"/>
  <p:tag name="KSO_WM_SLIDE_INDEX" val="15"/>
  <p:tag name="KSO_WM_TAG_VERSION" val="1.0"/>
  <p:tag name="KSO_WM_BEAUTIFY_FLAG" val="#wm#"/>
  <p:tag name="KSO_WM_TEMPLATE_CATEGORY" val="custom"/>
  <p:tag name="KSO_WM_TEMPLATE_INDEX" val="20206915"/>
  <p:tag name="KSO_WM_SLIDE_TYPE" val="endPage"/>
  <p:tag name="KSO_WM_SLIDE_SUBTYPE" val="pureTxt"/>
  <p:tag name="KSO_WM_SLIDE_LAYOUT" val="a"/>
  <p:tag name="KSO_WM_SLIDE_LAYOUT_CNT" val="1"/>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Arial Black-Arial">
      <a:majorFont>
        <a:latin typeface="Arial Black"/>
        <a:ea typeface=""/>
        <a:cs typeface=""/>
        <a:font script="Jpan" typeface="ＭＳ ゴシック"/>
        <a:font script="Hang" typeface="굴림"/>
        <a:font script="Hans" typeface="宋体"/>
        <a:font script="Hant" typeface="新細明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ajorFont>
      <a:minorFont>
        <a:latin typeface="Arial"/>
        <a:ea typeface=""/>
        <a:cs typeface=""/>
        <a:font script="Jpan" typeface="ＭＳ Ｐゴシック"/>
        <a:font script="Hang" typeface="굴림"/>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主题​​">
  <a:themeElements>
    <a:clrScheme name="">
      <a:dk1>
        <a:srgbClr val="000000"/>
      </a:dk1>
      <a:lt1>
        <a:srgbClr val="FFFFFF"/>
      </a:lt1>
      <a:dk2>
        <a:srgbClr val="F5F5F8"/>
      </a:dk2>
      <a:lt2>
        <a:srgbClr val="FFFFFF"/>
      </a:lt2>
      <a:accent1>
        <a:srgbClr val="577CCE"/>
      </a:accent1>
      <a:accent2>
        <a:srgbClr val="5999AF"/>
      </a:accent2>
      <a:accent3>
        <a:srgbClr val="5BA080"/>
      </a:accent3>
      <a:accent4>
        <a:srgbClr val="8BAA69"/>
      </a:accent4>
      <a:accent5>
        <a:srgbClr val="D6B250"/>
      </a:accent5>
      <a:accent6>
        <a:srgbClr val="E79647"/>
      </a:accent6>
      <a:hlink>
        <a:srgbClr val="0000FF"/>
      </a:hlink>
      <a:folHlink>
        <a:srgbClr val="FF00FF"/>
      </a:folHlink>
    </a:clrScheme>
    <a:fontScheme name="自定义 9">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宋体"/>
        <a:ea typeface=""/>
        <a:cs typeface=""/>
        <a:font script="Jpan" typeface="游ゴシック Light"/>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宋体"/>
        <a:ea typeface=""/>
        <a:cs typeface=""/>
        <a:font script="Jpan" typeface="游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47098</Words>
  <Application>WPS 演示</Application>
  <PresentationFormat>宽屏</PresentationFormat>
  <Paragraphs>606</Paragraphs>
  <Slides>141</Slides>
  <Notes>0</Notes>
  <HiddenSlides>0</HiddenSlides>
  <MMClips>0</MMClips>
  <ScaleCrop>false</ScaleCrop>
  <HeadingPairs>
    <vt:vector size="6" baseType="variant">
      <vt:variant>
        <vt:lpstr>已用的字体</vt:lpstr>
      </vt:variant>
      <vt:variant>
        <vt:i4>6</vt:i4>
      </vt:variant>
      <vt:variant>
        <vt:lpstr>主题</vt:lpstr>
      </vt:variant>
      <vt:variant>
        <vt:i4>2</vt:i4>
      </vt:variant>
      <vt:variant>
        <vt:lpstr>幻灯片标题</vt:lpstr>
      </vt:variant>
      <vt:variant>
        <vt:i4>141</vt:i4>
      </vt:variant>
    </vt:vector>
  </HeadingPairs>
  <TitlesOfParts>
    <vt:vector size="149" baseType="lpstr">
      <vt:lpstr>Arial</vt:lpstr>
      <vt:lpstr>宋体</vt:lpstr>
      <vt:lpstr>Wingdings</vt:lpstr>
      <vt:lpstr>微软雅黑</vt:lpstr>
      <vt:lpstr>Segoe UI</vt:lpstr>
      <vt:lpstr>Arial Unicode MS</vt:lpstr>
      <vt:lpstr>Office 主题​​</vt:lpstr>
      <vt:lpstr>1_Office 主题​​</vt:lpstr>
      <vt:lpstr>番外篇 北海道的温泉夜</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第二章 札幌初雪，温泉旅馆</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第三章 温泉夜话，个谈秘密</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第四章 雪夜惊遇，守护与算计</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第五章 研学风波，雪祭前夕</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第六章 雪祭巡游，式神光影</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第七章 雪国余韵，归程惜别</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谢谢</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牢</cp:lastModifiedBy>
  <cp:revision>3</cp:revision>
  <dcterms:created xsi:type="dcterms:W3CDTF">2026-01-13T13:08:00Z</dcterms:created>
  <dcterms:modified xsi:type="dcterms:W3CDTF">2026-01-13T13:16:38Z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2052-12.1.0.23125</vt:lpwstr>
  </property>
  <property fmtid="{D5CDD505-2E9C-101B-9397-08002B2CF9AE}" pid="3" name="ICV">
    <vt:lpwstr/>
  </property>
</Properties>
</file>